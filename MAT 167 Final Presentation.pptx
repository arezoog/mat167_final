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5143500" cx="9144000"/>
  <p:notesSz cx="6858000" cy="9144000"/>
  <p:embeddedFontLst>
    <p:embeddedFont>
      <p:font typeface="Vazirmatn SemiBold"/>
      <p:regular r:id="rId40"/>
      <p:bold r:id="rId41"/>
    </p:embeddedFont>
    <p:embeddedFont>
      <p:font typeface="Fira Sans"/>
      <p:regular r:id="rId42"/>
      <p:bold r:id="rId43"/>
      <p:italic r:id="rId44"/>
      <p:boldItalic r:id="rId45"/>
    </p:embeddedFont>
    <p:embeddedFont>
      <p:font typeface="Vazirmatn"/>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VazirmatnSemiBold-regular.fntdata"/><Relationship Id="rId20" Type="http://schemas.openxmlformats.org/officeDocument/2006/relationships/slide" Target="slides/slide16.xml"/><Relationship Id="rId42" Type="http://schemas.openxmlformats.org/officeDocument/2006/relationships/font" Target="fonts/FiraSans-regular.fntdata"/><Relationship Id="rId41" Type="http://schemas.openxmlformats.org/officeDocument/2006/relationships/font" Target="fonts/VazirmatnSemiBold-bold.fntdata"/><Relationship Id="rId22" Type="http://schemas.openxmlformats.org/officeDocument/2006/relationships/slide" Target="slides/slide18.xml"/><Relationship Id="rId44" Type="http://schemas.openxmlformats.org/officeDocument/2006/relationships/font" Target="fonts/FiraSans-italic.fntdata"/><Relationship Id="rId21" Type="http://schemas.openxmlformats.org/officeDocument/2006/relationships/slide" Target="slides/slide17.xml"/><Relationship Id="rId43" Type="http://schemas.openxmlformats.org/officeDocument/2006/relationships/font" Target="fonts/FiraSans-bold.fntdata"/><Relationship Id="rId24" Type="http://schemas.openxmlformats.org/officeDocument/2006/relationships/slide" Target="slides/slide20.xml"/><Relationship Id="rId46" Type="http://schemas.openxmlformats.org/officeDocument/2006/relationships/font" Target="fonts/Vazirmatn-regular.fntdata"/><Relationship Id="rId23" Type="http://schemas.openxmlformats.org/officeDocument/2006/relationships/slide" Target="slides/slide19.xml"/><Relationship Id="rId45" Type="http://schemas.openxmlformats.org/officeDocument/2006/relationships/font" Target="fonts/Fira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schemas.openxmlformats.org/officeDocument/2006/relationships/font" Target="fonts/Vazirmatn-bold.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4" name="Shape 4064"/>
        <p:cNvGrpSpPr/>
        <p:nvPr/>
      </p:nvGrpSpPr>
      <p:grpSpPr>
        <a:xfrm>
          <a:off x="0" y="0"/>
          <a:ext cx="0" cy="0"/>
          <a:chOff x="0" y="0"/>
          <a:chExt cx="0" cy="0"/>
        </a:xfrm>
      </p:grpSpPr>
      <p:sp>
        <p:nvSpPr>
          <p:cNvPr id="4065" name="Google Shape;4065;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6" name="Google Shape;4066;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2" name="Shape 4072"/>
        <p:cNvGrpSpPr/>
        <p:nvPr/>
      </p:nvGrpSpPr>
      <p:grpSpPr>
        <a:xfrm>
          <a:off x="0" y="0"/>
          <a:ext cx="0" cy="0"/>
          <a:chOff x="0" y="0"/>
          <a:chExt cx="0" cy="0"/>
        </a:xfrm>
      </p:grpSpPr>
      <p:sp>
        <p:nvSpPr>
          <p:cNvPr id="4073" name="Google Shape;4073;g3d140bf4b30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4" name="Google Shape;4074;g3d140bf4b30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9" name="Shape 4079"/>
        <p:cNvGrpSpPr/>
        <p:nvPr/>
      </p:nvGrpSpPr>
      <p:grpSpPr>
        <a:xfrm>
          <a:off x="0" y="0"/>
          <a:ext cx="0" cy="0"/>
          <a:chOff x="0" y="0"/>
          <a:chExt cx="0" cy="0"/>
        </a:xfrm>
      </p:grpSpPr>
      <p:sp>
        <p:nvSpPr>
          <p:cNvPr id="4080" name="Google Shape;4080;g2423b66fcfd_0_2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1" name="Google Shape;4081;g2423b66fcfd_0_2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9" name="Shape 4089"/>
        <p:cNvGrpSpPr/>
        <p:nvPr/>
      </p:nvGrpSpPr>
      <p:grpSpPr>
        <a:xfrm>
          <a:off x="0" y="0"/>
          <a:ext cx="0" cy="0"/>
          <a:chOff x="0" y="0"/>
          <a:chExt cx="0" cy="0"/>
        </a:xfrm>
      </p:grpSpPr>
      <p:sp>
        <p:nvSpPr>
          <p:cNvPr id="4090" name="Google Shape;4090;g3d140bf4b30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1" name="Google Shape;4091;g3d140bf4b3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8" name="Shape 4098"/>
        <p:cNvGrpSpPr/>
        <p:nvPr/>
      </p:nvGrpSpPr>
      <p:grpSpPr>
        <a:xfrm>
          <a:off x="0" y="0"/>
          <a:ext cx="0" cy="0"/>
          <a:chOff x="0" y="0"/>
          <a:chExt cx="0" cy="0"/>
        </a:xfrm>
      </p:grpSpPr>
      <p:sp>
        <p:nvSpPr>
          <p:cNvPr id="4099" name="Google Shape;4099;g3d140bf4b30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0" name="Google Shape;4100;g3d140bf4b30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5" name="Shape 4105"/>
        <p:cNvGrpSpPr/>
        <p:nvPr/>
      </p:nvGrpSpPr>
      <p:grpSpPr>
        <a:xfrm>
          <a:off x="0" y="0"/>
          <a:ext cx="0" cy="0"/>
          <a:chOff x="0" y="0"/>
          <a:chExt cx="0" cy="0"/>
        </a:xfrm>
      </p:grpSpPr>
      <p:sp>
        <p:nvSpPr>
          <p:cNvPr id="4106" name="Google Shape;4106;g3d140bf4b30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7" name="Google Shape;4107;g3d140bf4b30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5" name="Shape 4115"/>
        <p:cNvGrpSpPr/>
        <p:nvPr/>
      </p:nvGrpSpPr>
      <p:grpSpPr>
        <a:xfrm>
          <a:off x="0" y="0"/>
          <a:ext cx="0" cy="0"/>
          <a:chOff x="0" y="0"/>
          <a:chExt cx="0" cy="0"/>
        </a:xfrm>
      </p:grpSpPr>
      <p:sp>
        <p:nvSpPr>
          <p:cNvPr id="4116" name="Google Shape;4116;g3d140bf4b30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7" name="Google Shape;4117;g3d140bf4b30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2" name="Shape 4122"/>
        <p:cNvGrpSpPr/>
        <p:nvPr/>
      </p:nvGrpSpPr>
      <p:grpSpPr>
        <a:xfrm>
          <a:off x="0" y="0"/>
          <a:ext cx="0" cy="0"/>
          <a:chOff x="0" y="0"/>
          <a:chExt cx="0" cy="0"/>
        </a:xfrm>
      </p:grpSpPr>
      <p:sp>
        <p:nvSpPr>
          <p:cNvPr id="4123" name="Google Shape;4123;g14072739ea5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4" name="Google Shape;4124;g14072739ea5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1" name="Shape 4131"/>
        <p:cNvGrpSpPr/>
        <p:nvPr/>
      </p:nvGrpSpPr>
      <p:grpSpPr>
        <a:xfrm>
          <a:off x="0" y="0"/>
          <a:ext cx="0" cy="0"/>
          <a:chOff x="0" y="0"/>
          <a:chExt cx="0" cy="0"/>
        </a:xfrm>
      </p:grpSpPr>
      <p:sp>
        <p:nvSpPr>
          <p:cNvPr id="4132" name="Google Shape;4132;g3d140bf4b30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3" name="Google Shape;4133;g3d140bf4b30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8" name="Shape 4138"/>
        <p:cNvGrpSpPr/>
        <p:nvPr/>
      </p:nvGrpSpPr>
      <p:grpSpPr>
        <a:xfrm>
          <a:off x="0" y="0"/>
          <a:ext cx="0" cy="0"/>
          <a:chOff x="0" y="0"/>
          <a:chExt cx="0" cy="0"/>
        </a:xfrm>
      </p:grpSpPr>
      <p:sp>
        <p:nvSpPr>
          <p:cNvPr id="4139" name="Google Shape;4139;g3d140bf4b30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0" name="Google Shape;4140;g3d140bf4b30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6" name="Shape 4146"/>
        <p:cNvGrpSpPr/>
        <p:nvPr/>
      </p:nvGrpSpPr>
      <p:grpSpPr>
        <a:xfrm>
          <a:off x="0" y="0"/>
          <a:ext cx="0" cy="0"/>
          <a:chOff x="0" y="0"/>
          <a:chExt cx="0" cy="0"/>
        </a:xfrm>
      </p:grpSpPr>
      <p:sp>
        <p:nvSpPr>
          <p:cNvPr id="4147" name="Google Shape;4147;g3d140bf4b30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8" name="Google Shape;4148;g3d140bf4b30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5" name="Shape 4155"/>
        <p:cNvGrpSpPr/>
        <p:nvPr/>
      </p:nvGrpSpPr>
      <p:grpSpPr>
        <a:xfrm>
          <a:off x="0" y="0"/>
          <a:ext cx="0" cy="0"/>
          <a:chOff x="0" y="0"/>
          <a:chExt cx="0" cy="0"/>
        </a:xfrm>
      </p:grpSpPr>
      <p:sp>
        <p:nvSpPr>
          <p:cNvPr id="4156" name="Google Shape;4156;g3d140bf4b3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7" name="Google Shape;4157;g3d140bf4b3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5" name="Shape 4165"/>
        <p:cNvGrpSpPr/>
        <p:nvPr/>
      </p:nvGrpSpPr>
      <p:grpSpPr>
        <a:xfrm>
          <a:off x="0" y="0"/>
          <a:ext cx="0" cy="0"/>
          <a:chOff x="0" y="0"/>
          <a:chExt cx="0" cy="0"/>
        </a:xfrm>
      </p:grpSpPr>
      <p:sp>
        <p:nvSpPr>
          <p:cNvPr id="4166" name="Google Shape;4166;g3d140bf4b30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7" name="Google Shape;4167;g3d140bf4b30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2" name="Shape 4172"/>
        <p:cNvGrpSpPr/>
        <p:nvPr/>
      </p:nvGrpSpPr>
      <p:grpSpPr>
        <a:xfrm>
          <a:off x="0" y="0"/>
          <a:ext cx="0" cy="0"/>
          <a:chOff x="0" y="0"/>
          <a:chExt cx="0" cy="0"/>
        </a:xfrm>
      </p:grpSpPr>
      <p:sp>
        <p:nvSpPr>
          <p:cNvPr id="4173" name="Google Shape;4173;g3d140bf4b30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4" name="Google Shape;4174;g3d140bf4b30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9" name="Shape 4179"/>
        <p:cNvGrpSpPr/>
        <p:nvPr/>
      </p:nvGrpSpPr>
      <p:grpSpPr>
        <a:xfrm>
          <a:off x="0" y="0"/>
          <a:ext cx="0" cy="0"/>
          <a:chOff x="0" y="0"/>
          <a:chExt cx="0" cy="0"/>
        </a:xfrm>
      </p:grpSpPr>
      <p:sp>
        <p:nvSpPr>
          <p:cNvPr id="4180" name="Google Shape;4180;g3d140bf4b30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1" name="Google Shape;4181;g3d140bf4b30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7" name="Shape 4187"/>
        <p:cNvGrpSpPr/>
        <p:nvPr/>
      </p:nvGrpSpPr>
      <p:grpSpPr>
        <a:xfrm>
          <a:off x="0" y="0"/>
          <a:ext cx="0" cy="0"/>
          <a:chOff x="0" y="0"/>
          <a:chExt cx="0" cy="0"/>
        </a:xfrm>
      </p:grpSpPr>
      <p:sp>
        <p:nvSpPr>
          <p:cNvPr id="4188" name="Google Shape;4188;g3d140bf4b30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9" name="Google Shape;4189;g3d140bf4b30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4" name="Shape 4194"/>
        <p:cNvGrpSpPr/>
        <p:nvPr/>
      </p:nvGrpSpPr>
      <p:grpSpPr>
        <a:xfrm>
          <a:off x="0" y="0"/>
          <a:ext cx="0" cy="0"/>
          <a:chOff x="0" y="0"/>
          <a:chExt cx="0" cy="0"/>
        </a:xfrm>
      </p:grpSpPr>
      <p:sp>
        <p:nvSpPr>
          <p:cNvPr id="4195" name="Google Shape;4195;g3d140bf4b30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6" name="Google Shape;4196;g3d140bf4b30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1" name="Shape 4201"/>
        <p:cNvGrpSpPr/>
        <p:nvPr/>
      </p:nvGrpSpPr>
      <p:grpSpPr>
        <a:xfrm>
          <a:off x="0" y="0"/>
          <a:ext cx="0" cy="0"/>
          <a:chOff x="0" y="0"/>
          <a:chExt cx="0" cy="0"/>
        </a:xfrm>
      </p:grpSpPr>
      <p:sp>
        <p:nvSpPr>
          <p:cNvPr id="4202" name="Google Shape;4202;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3" name="Google Shape;4203;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9" name="Shape 4209"/>
        <p:cNvGrpSpPr/>
        <p:nvPr/>
      </p:nvGrpSpPr>
      <p:grpSpPr>
        <a:xfrm>
          <a:off x="0" y="0"/>
          <a:ext cx="0" cy="0"/>
          <a:chOff x="0" y="0"/>
          <a:chExt cx="0" cy="0"/>
        </a:xfrm>
      </p:grpSpPr>
      <p:sp>
        <p:nvSpPr>
          <p:cNvPr id="4210" name="Google Shape;4210;g3d140bf4b30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1" name="Google Shape;4211;g3d140bf4b30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6" name="Shape 4216"/>
        <p:cNvGrpSpPr/>
        <p:nvPr/>
      </p:nvGrpSpPr>
      <p:grpSpPr>
        <a:xfrm>
          <a:off x="0" y="0"/>
          <a:ext cx="0" cy="0"/>
          <a:chOff x="0" y="0"/>
          <a:chExt cx="0" cy="0"/>
        </a:xfrm>
      </p:grpSpPr>
      <p:sp>
        <p:nvSpPr>
          <p:cNvPr id="4217" name="Google Shape;4217;g3d140bf4b30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8" name="Google Shape;4218;g3d140bf4b30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4" name="Shape 4224"/>
        <p:cNvGrpSpPr/>
        <p:nvPr/>
      </p:nvGrpSpPr>
      <p:grpSpPr>
        <a:xfrm>
          <a:off x="0" y="0"/>
          <a:ext cx="0" cy="0"/>
          <a:chOff x="0" y="0"/>
          <a:chExt cx="0" cy="0"/>
        </a:xfrm>
      </p:grpSpPr>
      <p:sp>
        <p:nvSpPr>
          <p:cNvPr id="4225" name="Google Shape;4225;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6" name="Google Shape;4226;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0" name="Shape 4260"/>
        <p:cNvGrpSpPr/>
        <p:nvPr/>
      </p:nvGrpSpPr>
      <p:grpSpPr>
        <a:xfrm>
          <a:off x="0" y="0"/>
          <a:ext cx="0" cy="0"/>
          <a:chOff x="0" y="0"/>
          <a:chExt cx="0" cy="0"/>
        </a:xfrm>
      </p:grpSpPr>
      <p:sp>
        <p:nvSpPr>
          <p:cNvPr id="4261" name="Google Shape;4261;g3d140bf4b30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2" name="Google Shape;4262;g3d140bf4b30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7" name="Shape 4267"/>
        <p:cNvGrpSpPr/>
        <p:nvPr/>
      </p:nvGrpSpPr>
      <p:grpSpPr>
        <a:xfrm>
          <a:off x="0" y="0"/>
          <a:ext cx="0" cy="0"/>
          <a:chOff x="0" y="0"/>
          <a:chExt cx="0" cy="0"/>
        </a:xfrm>
      </p:grpSpPr>
      <p:sp>
        <p:nvSpPr>
          <p:cNvPr id="4268" name="Google Shape;4268;g3d140bf4b30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9" name="Google Shape;4269;g3d140bf4b30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4" name="Shape 4274"/>
        <p:cNvGrpSpPr/>
        <p:nvPr/>
      </p:nvGrpSpPr>
      <p:grpSpPr>
        <a:xfrm>
          <a:off x="0" y="0"/>
          <a:ext cx="0" cy="0"/>
          <a:chOff x="0" y="0"/>
          <a:chExt cx="0" cy="0"/>
        </a:xfrm>
      </p:grpSpPr>
      <p:sp>
        <p:nvSpPr>
          <p:cNvPr id="4275" name="Google Shape;4275;g3d140bf4b30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6" name="Google Shape;4276;g3d140bf4b30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1" name="Shape 4281"/>
        <p:cNvGrpSpPr/>
        <p:nvPr/>
      </p:nvGrpSpPr>
      <p:grpSpPr>
        <a:xfrm>
          <a:off x="0" y="0"/>
          <a:ext cx="0" cy="0"/>
          <a:chOff x="0" y="0"/>
          <a:chExt cx="0" cy="0"/>
        </a:xfrm>
      </p:grpSpPr>
      <p:sp>
        <p:nvSpPr>
          <p:cNvPr id="4282" name="Google Shape;4282;g3d140bf4b30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3" name="Google Shape;4283;g3d140bf4b30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9" name="Shape 4289"/>
        <p:cNvGrpSpPr/>
        <p:nvPr/>
      </p:nvGrpSpPr>
      <p:grpSpPr>
        <a:xfrm>
          <a:off x="0" y="0"/>
          <a:ext cx="0" cy="0"/>
          <a:chOff x="0" y="0"/>
          <a:chExt cx="0" cy="0"/>
        </a:xfrm>
      </p:grpSpPr>
      <p:sp>
        <p:nvSpPr>
          <p:cNvPr id="4290" name="Google Shape;4290;g3d140bf4b30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1" name="Google Shape;4291;g3d140bf4b30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8" name="Shape 4298"/>
        <p:cNvGrpSpPr/>
        <p:nvPr/>
      </p:nvGrpSpPr>
      <p:grpSpPr>
        <a:xfrm>
          <a:off x="0" y="0"/>
          <a:ext cx="0" cy="0"/>
          <a:chOff x="0" y="0"/>
          <a:chExt cx="0" cy="0"/>
        </a:xfrm>
      </p:grpSpPr>
      <p:sp>
        <p:nvSpPr>
          <p:cNvPr id="4299" name="Google Shape;4299;g3d140bf4b30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0" name="Google Shape;4300;g3d140bf4b30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5" name="Shape 4305"/>
        <p:cNvGrpSpPr/>
        <p:nvPr/>
      </p:nvGrpSpPr>
      <p:grpSpPr>
        <a:xfrm>
          <a:off x="0" y="0"/>
          <a:ext cx="0" cy="0"/>
          <a:chOff x="0" y="0"/>
          <a:chExt cx="0" cy="0"/>
        </a:xfrm>
      </p:grpSpPr>
      <p:sp>
        <p:nvSpPr>
          <p:cNvPr id="4306" name="Google Shape;4306;g3d140bf4b30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7" name="Google Shape;4307;g3d140bf4b30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4" name="Shape 4314"/>
        <p:cNvGrpSpPr/>
        <p:nvPr/>
      </p:nvGrpSpPr>
      <p:grpSpPr>
        <a:xfrm>
          <a:off x="0" y="0"/>
          <a:ext cx="0" cy="0"/>
          <a:chOff x="0" y="0"/>
          <a:chExt cx="0" cy="0"/>
        </a:xfrm>
      </p:grpSpPr>
      <p:sp>
        <p:nvSpPr>
          <p:cNvPr id="4315" name="Google Shape;4315;g3d140bf4b30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6" name="Google Shape;4316;g3d140bf4b30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1" name="Shape 4321"/>
        <p:cNvGrpSpPr/>
        <p:nvPr/>
      </p:nvGrpSpPr>
      <p:grpSpPr>
        <a:xfrm>
          <a:off x="0" y="0"/>
          <a:ext cx="0" cy="0"/>
          <a:chOff x="0" y="0"/>
          <a:chExt cx="0" cy="0"/>
        </a:xfrm>
      </p:grpSpPr>
      <p:sp>
        <p:nvSpPr>
          <p:cNvPr id="4322" name="Google Shape;4322;g3d140bf4b30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3" name="Google Shape;4323;g3d140bf4b30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8" name="Shape 4328"/>
        <p:cNvGrpSpPr/>
        <p:nvPr/>
      </p:nvGrpSpPr>
      <p:grpSpPr>
        <a:xfrm>
          <a:off x="0" y="0"/>
          <a:ext cx="0" cy="0"/>
          <a:chOff x="0" y="0"/>
          <a:chExt cx="0" cy="0"/>
        </a:xfrm>
      </p:grpSpPr>
      <p:sp>
        <p:nvSpPr>
          <p:cNvPr id="4329" name="Google Shape;4329;g3d140bf4b30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0" name="Google Shape;4330;g3d140bf4b30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5" name="Shape 4335"/>
        <p:cNvGrpSpPr/>
        <p:nvPr/>
      </p:nvGrpSpPr>
      <p:grpSpPr>
        <a:xfrm>
          <a:off x="0" y="0"/>
          <a:ext cx="0" cy="0"/>
          <a:chOff x="0" y="0"/>
          <a:chExt cx="0" cy="0"/>
        </a:xfrm>
      </p:grpSpPr>
      <p:sp>
        <p:nvSpPr>
          <p:cNvPr id="4336" name="Google Shape;4336;g3d140bf4b30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7" name="Google Shape;4337;g3d140bf4b30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2" name="Shape 4342"/>
        <p:cNvGrpSpPr/>
        <p:nvPr/>
      </p:nvGrpSpPr>
      <p:grpSpPr>
        <a:xfrm>
          <a:off x="0" y="0"/>
          <a:ext cx="0" cy="0"/>
          <a:chOff x="0" y="0"/>
          <a:chExt cx="0" cy="0"/>
        </a:xfrm>
      </p:grpSpPr>
      <p:sp>
        <p:nvSpPr>
          <p:cNvPr id="4343" name="Google Shape;4343;g3d16df4705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4" name="Google Shape;4344;g3d16df4705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1" name="Shape 4351"/>
        <p:cNvGrpSpPr/>
        <p:nvPr/>
      </p:nvGrpSpPr>
      <p:grpSpPr>
        <a:xfrm>
          <a:off x="0" y="0"/>
          <a:ext cx="0" cy="0"/>
          <a:chOff x="0" y="0"/>
          <a:chExt cx="0" cy="0"/>
        </a:xfrm>
      </p:grpSpPr>
      <p:sp>
        <p:nvSpPr>
          <p:cNvPr id="4352" name="Google Shape;4352;g3d16df4705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3" name="Google Shape;4353;g3d16df4705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9" name="Shape 4359"/>
        <p:cNvGrpSpPr/>
        <p:nvPr/>
      </p:nvGrpSpPr>
      <p:grpSpPr>
        <a:xfrm>
          <a:off x="0" y="0"/>
          <a:ext cx="0" cy="0"/>
          <a:chOff x="0" y="0"/>
          <a:chExt cx="0" cy="0"/>
        </a:xfrm>
      </p:grpSpPr>
      <p:sp>
        <p:nvSpPr>
          <p:cNvPr id="4360" name="Google Shape;4360;g3d16df4705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1" name="Google Shape;4361;g3d16df4705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1" name="Google Shape;11;p2"/>
          <p:cNvSpPr txBox="1"/>
          <p:nvPr>
            <p:ph type="ctrTitle"/>
          </p:nvPr>
        </p:nvSpPr>
        <p:spPr>
          <a:xfrm>
            <a:off x="1817250" y="1523350"/>
            <a:ext cx="5509500" cy="18021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2" name="Google Shape;12;p2"/>
          <p:cNvSpPr txBox="1"/>
          <p:nvPr>
            <p:ph idx="1" type="subTitle"/>
          </p:nvPr>
        </p:nvSpPr>
        <p:spPr>
          <a:xfrm>
            <a:off x="1817250" y="3346750"/>
            <a:ext cx="5509500" cy="4686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3" name="Google Shape;13;p2"/>
          <p:cNvSpPr txBox="1"/>
          <p:nvPr>
            <p:ph idx="2" type="ctrTitle"/>
          </p:nvPr>
        </p:nvSpPr>
        <p:spPr>
          <a:xfrm>
            <a:off x="6725550" y="536650"/>
            <a:ext cx="1705200" cy="3849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rgbClr val="191919"/>
              </a:buClr>
              <a:buSzPts val="5200"/>
              <a:buNone/>
              <a:defRPr sz="2200">
                <a:solidFill>
                  <a:schemeClr val="dk2"/>
                </a:solidFill>
              </a:defRPr>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grpSp>
        <p:nvGrpSpPr>
          <p:cNvPr id="14" name="Google Shape;14;p2"/>
          <p:cNvGrpSpPr/>
          <p:nvPr/>
        </p:nvGrpSpPr>
        <p:grpSpPr>
          <a:xfrm>
            <a:off x="0" y="-797715"/>
            <a:ext cx="10007772" cy="6356862"/>
            <a:chOff x="0" y="-797715"/>
            <a:chExt cx="10007772" cy="6356862"/>
          </a:xfrm>
        </p:grpSpPr>
        <p:grpSp>
          <p:nvGrpSpPr>
            <p:cNvPr id="15" name="Google Shape;15;p2"/>
            <p:cNvGrpSpPr/>
            <p:nvPr/>
          </p:nvGrpSpPr>
          <p:grpSpPr>
            <a:xfrm rot="-1810199">
              <a:off x="8098743" y="3979047"/>
              <a:ext cx="1251126" cy="782740"/>
              <a:chOff x="6880435" y="4156402"/>
              <a:chExt cx="650771" cy="407141"/>
            </a:xfrm>
          </p:grpSpPr>
          <p:sp>
            <p:nvSpPr>
              <p:cNvPr id="16" name="Google Shape;16;p2"/>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 name="Google Shape;20;p2"/>
            <p:cNvGrpSpPr/>
            <p:nvPr/>
          </p:nvGrpSpPr>
          <p:grpSpPr>
            <a:xfrm rot="3195961">
              <a:off x="6881663" y="4415603"/>
              <a:ext cx="949013" cy="865520"/>
              <a:chOff x="5882939" y="3323344"/>
              <a:chExt cx="444901" cy="405775"/>
            </a:xfrm>
          </p:grpSpPr>
          <p:sp>
            <p:nvSpPr>
              <p:cNvPr id="21" name="Google Shape;21;p2"/>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 name="Google Shape;25;p2"/>
            <p:cNvGrpSpPr/>
            <p:nvPr/>
          </p:nvGrpSpPr>
          <p:grpSpPr>
            <a:xfrm rot="1830349">
              <a:off x="8814229" y="2978000"/>
              <a:ext cx="1071906" cy="771565"/>
              <a:chOff x="5859955" y="1906764"/>
              <a:chExt cx="497056" cy="357770"/>
            </a:xfrm>
          </p:grpSpPr>
          <p:sp>
            <p:nvSpPr>
              <p:cNvPr id="26" name="Google Shape;26;p2"/>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 name="Google Shape;45;p2"/>
            <p:cNvGrpSpPr/>
            <p:nvPr/>
          </p:nvGrpSpPr>
          <p:grpSpPr>
            <a:xfrm rot="9185211">
              <a:off x="8727244" y="888250"/>
              <a:ext cx="1081988" cy="684887"/>
              <a:chOff x="4808808" y="1957984"/>
              <a:chExt cx="404920" cy="256310"/>
            </a:xfrm>
          </p:grpSpPr>
          <p:sp>
            <p:nvSpPr>
              <p:cNvPr id="46" name="Google Shape;46;p2"/>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 name="Google Shape;48;p2"/>
            <p:cNvGrpSpPr/>
            <p:nvPr/>
          </p:nvGrpSpPr>
          <p:grpSpPr>
            <a:xfrm rot="-7481750">
              <a:off x="8305682" y="-593996"/>
              <a:ext cx="949017" cy="865523"/>
              <a:chOff x="5882939" y="3323344"/>
              <a:chExt cx="444901" cy="405775"/>
            </a:xfrm>
          </p:grpSpPr>
          <p:sp>
            <p:nvSpPr>
              <p:cNvPr id="49" name="Google Shape;49;p2"/>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 name="Google Shape;53;p2"/>
            <p:cNvGrpSpPr/>
            <p:nvPr/>
          </p:nvGrpSpPr>
          <p:grpSpPr>
            <a:xfrm rot="1830349">
              <a:off x="1111004" y="-68825"/>
              <a:ext cx="1071906" cy="771565"/>
              <a:chOff x="5859955" y="1906764"/>
              <a:chExt cx="497056" cy="357770"/>
            </a:xfrm>
          </p:grpSpPr>
          <p:sp>
            <p:nvSpPr>
              <p:cNvPr id="54" name="Google Shape;54;p2"/>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 name="Google Shape;73;p2"/>
            <p:cNvGrpSpPr/>
            <p:nvPr/>
          </p:nvGrpSpPr>
          <p:grpSpPr>
            <a:xfrm rot="291105">
              <a:off x="30859" y="653216"/>
              <a:ext cx="1251100" cy="782723"/>
              <a:chOff x="6880435" y="4156402"/>
              <a:chExt cx="650771" cy="407141"/>
            </a:xfrm>
          </p:grpSpPr>
          <p:sp>
            <p:nvSpPr>
              <p:cNvPr id="74" name="Google Shape;74;p2"/>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 name="Google Shape;78;p2"/>
            <p:cNvGrpSpPr/>
            <p:nvPr/>
          </p:nvGrpSpPr>
          <p:grpSpPr>
            <a:xfrm rot="2304760">
              <a:off x="808884" y="4612269"/>
              <a:ext cx="1081965" cy="684873"/>
              <a:chOff x="4808808" y="1957984"/>
              <a:chExt cx="404920" cy="256310"/>
            </a:xfrm>
          </p:grpSpPr>
          <p:sp>
            <p:nvSpPr>
              <p:cNvPr id="79" name="Google Shape;79;p2"/>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 name="Google Shape;81;p2"/>
            <p:cNvGrpSpPr/>
            <p:nvPr/>
          </p:nvGrpSpPr>
          <p:grpSpPr>
            <a:xfrm>
              <a:off x="143387" y="3102705"/>
              <a:ext cx="949019" cy="865518"/>
              <a:chOff x="5882939" y="3323344"/>
              <a:chExt cx="444901" cy="405775"/>
            </a:xfrm>
          </p:grpSpPr>
          <p:sp>
            <p:nvSpPr>
              <p:cNvPr id="82" name="Google Shape;82;p2"/>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6" name="Google Shape;86;p2"/>
          <p:cNvGrpSpPr/>
          <p:nvPr/>
        </p:nvGrpSpPr>
        <p:grpSpPr>
          <a:xfrm>
            <a:off x="-686126" y="-797733"/>
            <a:ext cx="10366293" cy="6356875"/>
            <a:chOff x="-686126" y="-797733"/>
            <a:chExt cx="10366293" cy="6356875"/>
          </a:xfrm>
        </p:grpSpPr>
        <p:grpSp>
          <p:nvGrpSpPr>
            <p:cNvPr id="87" name="Google Shape;87;p2"/>
            <p:cNvGrpSpPr/>
            <p:nvPr/>
          </p:nvGrpSpPr>
          <p:grpSpPr>
            <a:xfrm rot="1967023">
              <a:off x="8022457" y="3837852"/>
              <a:ext cx="1107620" cy="218172"/>
              <a:chOff x="4737493" y="4305992"/>
              <a:chExt cx="547410" cy="107830"/>
            </a:xfrm>
          </p:grpSpPr>
          <p:sp>
            <p:nvSpPr>
              <p:cNvPr id="88" name="Google Shape;88;p2"/>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 name="Google Shape;101;p2"/>
            <p:cNvGrpSpPr/>
            <p:nvPr/>
          </p:nvGrpSpPr>
          <p:grpSpPr>
            <a:xfrm rot="-4946701">
              <a:off x="8112488" y="2706040"/>
              <a:ext cx="979619" cy="216229"/>
              <a:chOff x="7968422" y="675563"/>
              <a:chExt cx="462304" cy="102049"/>
            </a:xfrm>
          </p:grpSpPr>
          <p:sp>
            <p:nvSpPr>
              <p:cNvPr id="102" name="Google Shape;102;p2"/>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2"/>
            <p:cNvGrpSpPr/>
            <p:nvPr/>
          </p:nvGrpSpPr>
          <p:grpSpPr>
            <a:xfrm rot="-1872959">
              <a:off x="8385761" y="5005094"/>
              <a:ext cx="677116" cy="330879"/>
              <a:chOff x="7053208" y="3451133"/>
              <a:chExt cx="306539" cy="149789"/>
            </a:xfrm>
          </p:grpSpPr>
          <p:sp>
            <p:nvSpPr>
              <p:cNvPr id="116" name="Google Shape;116;p2"/>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 name="Google Shape;125;p2"/>
            <p:cNvGrpSpPr/>
            <p:nvPr/>
          </p:nvGrpSpPr>
          <p:grpSpPr>
            <a:xfrm rot="1857328">
              <a:off x="6306150" y="-154994"/>
              <a:ext cx="461608" cy="269559"/>
              <a:chOff x="5999959" y="663349"/>
              <a:chExt cx="216246" cy="126280"/>
            </a:xfrm>
          </p:grpSpPr>
          <p:sp>
            <p:nvSpPr>
              <p:cNvPr id="126" name="Google Shape;126;p2"/>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 name="Google Shape;133;p2"/>
            <p:cNvGrpSpPr/>
            <p:nvPr/>
          </p:nvGrpSpPr>
          <p:grpSpPr>
            <a:xfrm rot="-1936651">
              <a:off x="8632654" y="457089"/>
              <a:ext cx="1045682" cy="309432"/>
              <a:chOff x="5813594" y="2813041"/>
              <a:chExt cx="591605" cy="175073"/>
            </a:xfrm>
          </p:grpSpPr>
          <p:sp>
            <p:nvSpPr>
              <p:cNvPr id="134" name="Google Shape;134;p2"/>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 name="Google Shape;149;p2"/>
            <p:cNvGrpSpPr/>
            <p:nvPr/>
          </p:nvGrpSpPr>
          <p:grpSpPr>
            <a:xfrm rot="-4946701">
              <a:off x="7202988" y="-406085"/>
              <a:ext cx="979619" cy="216229"/>
              <a:chOff x="7968422" y="675563"/>
              <a:chExt cx="462304" cy="102049"/>
            </a:xfrm>
          </p:grpSpPr>
          <p:sp>
            <p:nvSpPr>
              <p:cNvPr id="150" name="Google Shape;150;p2"/>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2"/>
            <p:cNvGrpSpPr/>
            <p:nvPr/>
          </p:nvGrpSpPr>
          <p:grpSpPr>
            <a:xfrm rot="-1872959">
              <a:off x="2277086" y="151506"/>
              <a:ext cx="677116" cy="330879"/>
              <a:chOff x="7053208" y="3451133"/>
              <a:chExt cx="306539" cy="149789"/>
            </a:xfrm>
          </p:grpSpPr>
          <p:sp>
            <p:nvSpPr>
              <p:cNvPr id="164" name="Google Shape;164;p2"/>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 name="Google Shape;173;p2"/>
            <p:cNvGrpSpPr/>
            <p:nvPr/>
          </p:nvGrpSpPr>
          <p:grpSpPr>
            <a:xfrm rot="1974685">
              <a:off x="119287" y="480725"/>
              <a:ext cx="1187875" cy="262190"/>
              <a:chOff x="7968422" y="675563"/>
              <a:chExt cx="462304" cy="102049"/>
            </a:xfrm>
          </p:grpSpPr>
          <p:sp>
            <p:nvSpPr>
              <p:cNvPr id="174" name="Google Shape;174;p2"/>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 name="Google Shape;187;p2"/>
            <p:cNvGrpSpPr/>
            <p:nvPr/>
          </p:nvGrpSpPr>
          <p:grpSpPr>
            <a:xfrm rot="-2124795">
              <a:off x="538436" y="-186596"/>
              <a:ext cx="714312" cy="332767"/>
              <a:chOff x="8025882" y="2821184"/>
              <a:chExt cx="340424" cy="158589"/>
            </a:xfrm>
          </p:grpSpPr>
          <p:sp>
            <p:nvSpPr>
              <p:cNvPr id="188" name="Google Shape;188;p2"/>
              <p:cNvSpPr/>
              <p:nvPr/>
            </p:nvSpPr>
            <p:spPr>
              <a:xfrm>
                <a:off x="8025882" y="2871420"/>
                <a:ext cx="56214" cy="78279"/>
              </a:xfrm>
              <a:custGeom>
                <a:rect b="b" l="l" r="r" t="t"/>
                <a:pathLst>
                  <a:path extrusionOk="0" h="1192" w="856">
                    <a:moveTo>
                      <a:pt x="799" y="0"/>
                    </a:moveTo>
                    <a:cubicBezTo>
                      <a:pt x="790" y="0"/>
                      <a:pt x="781" y="4"/>
                      <a:pt x="774" y="13"/>
                    </a:cubicBezTo>
                    <a:cubicBezTo>
                      <a:pt x="709" y="94"/>
                      <a:pt x="648" y="178"/>
                      <a:pt x="586" y="259"/>
                    </a:cubicBezTo>
                    <a:cubicBezTo>
                      <a:pt x="554" y="304"/>
                      <a:pt x="495" y="366"/>
                      <a:pt x="453" y="431"/>
                    </a:cubicBezTo>
                    <a:cubicBezTo>
                      <a:pt x="408" y="382"/>
                      <a:pt x="359" y="340"/>
                      <a:pt x="317" y="291"/>
                    </a:cubicBezTo>
                    <a:cubicBezTo>
                      <a:pt x="236" y="210"/>
                      <a:pt x="158" y="126"/>
                      <a:pt x="77" y="45"/>
                    </a:cubicBezTo>
                    <a:cubicBezTo>
                      <a:pt x="69" y="37"/>
                      <a:pt x="60" y="33"/>
                      <a:pt x="51" y="33"/>
                    </a:cubicBezTo>
                    <a:cubicBezTo>
                      <a:pt x="23" y="33"/>
                      <a:pt x="1" y="70"/>
                      <a:pt x="26" y="97"/>
                    </a:cubicBezTo>
                    <a:cubicBezTo>
                      <a:pt x="94" y="181"/>
                      <a:pt x="165" y="262"/>
                      <a:pt x="239" y="343"/>
                    </a:cubicBezTo>
                    <a:cubicBezTo>
                      <a:pt x="294" y="408"/>
                      <a:pt x="350" y="483"/>
                      <a:pt x="405" y="544"/>
                    </a:cubicBezTo>
                    <a:cubicBezTo>
                      <a:pt x="401" y="615"/>
                      <a:pt x="437" y="706"/>
                      <a:pt x="450" y="774"/>
                    </a:cubicBezTo>
                    <a:cubicBezTo>
                      <a:pt x="473" y="901"/>
                      <a:pt x="499" y="1024"/>
                      <a:pt x="531" y="1147"/>
                    </a:cubicBezTo>
                    <a:cubicBezTo>
                      <a:pt x="539" y="1178"/>
                      <a:pt x="561" y="1191"/>
                      <a:pt x="584" y="1191"/>
                    </a:cubicBezTo>
                    <a:cubicBezTo>
                      <a:pt x="619" y="1191"/>
                      <a:pt x="655" y="1161"/>
                      <a:pt x="648" y="1114"/>
                    </a:cubicBezTo>
                    <a:cubicBezTo>
                      <a:pt x="625" y="949"/>
                      <a:pt x="534" y="755"/>
                      <a:pt x="537" y="586"/>
                    </a:cubicBezTo>
                    <a:lnTo>
                      <a:pt x="537" y="564"/>
                    </a:lnTo>
                    <a:cubicBezTo>
                      <a:pt x="547" y="564"/>
                      <a:pt x="547" y="560"/>
                      <a:pt x="547" y="551"/>
                    </a:cubicBezTo>
                    <a:cubicBezTo>
                      <a:pt x="576" y="382"/>
                      <a:pt x="755" y="198"/>
                      <a:pt x="839" y="61"/>
                    </a:cubicBezTo>
                    <a:cubicBezTo>
                      <a:pt x="856" y="35"/>
                      <a:pt x="827" y="0"/>
                      <a:pt x="7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
              <p:cNvSpPr/>
              <p:nvPr/>
            </p:nvSpPr>
            <p:spPr>
              <a:xfrm>
                <a:off x="8072703" y="2920867"/>
                <a:ext cx="40190" cy="8997"/>
              </a:xfrm>
              <a:custGeom>
                <a:rect b="b" l="l" r="r" t="t"/>
                <a:pathLst>
                  <a:path extrusionOk="0" h="137" w="612">
                    <a:moveTo>
                      <a:pt x="52" y="0"/>
                    </a:moveTo>
                    <a:cubicBezTo>
                      <a:pt x="13" y="0"/>
                      <a:pt x="0" y="58"/>
                      <a:pt x="45" y="73"/>
                    </a:cubicBezTo>
                    <a:cubicBezTo>
                      <a:pt x="149" y="106"/>
                      <a:pt x="280" y="137"/>
                      <a:pt x="403" y="137"/>
                    </a:cubicBezTo>
                    <a:cubicBezTo>
                      <a:pt x="459" y="137"/>
                      <a:pt x="513" y="130"/>
                      <a:pt x="563" y="115"/>
                    </a:cubicBezTo>
                    <a:cubicBezTo>
                      <a:pt x="612" y="105"/>
                      <a:pt x="602" y="34"/>
                      <a:pt x="550" y="28"/>
                    </a:cubicBezTo>
                    <a:cubicBezTo>
                      <a:pt x="479" y="28"/>
                      <a:pt x="411" y="41"/>
                      <a:pt x="341" y="41"/>
                    </a:cubicBezTo>
                    <a:cubicBezTo>
                      <a:pt x="334" y="41"/>
                      <a:pt x="327" y="41"/>
                      <a:pt x="320" y="41"/>
                    </a:cubicBezTo>
                    <a:cubicBezTo>
                      <a:pt x="236" y="37"/>
                      <a:pt x="148" y="24"/>
                      <a:pt x="64" y="2"/>
                    </a:cubicBezTo>
                    <a:cubicBezTo>
                      <a:pt x="60" y="1"/>
                      <a:pt x="56"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
              <p:cNvSpPr/>
              <p:nvPr/>
            </p:nvSpPr>
            <p:spPr>
              <a:xfrm>
                <a:off x="8069354" y="2907077"/>
                <a:ext cx="45050" cy="8406"/>
              </a:xfrm>
              <a:custGeom>
                <a:rect b="b" l="l" r="r" t="t"/>
                <a:pathLst>
                  <a:path extrusionOk="0" h="128" w="686">
                    <a:moveTo>
                      <a:pt x="32" y="1"/>
                    </a:moveTo>
                    <a:cubicBezTo>
                      <a:pt x="2" y="1"/>
                      <a:pt x="0" y="53"/>
                      <a:pt x="31" y="59"/>
                    </a:cubicBezTo>
                    <a:cubicBezTo>
                      <a:pt x="186" y="100"/>
                      <a:pt x="364" y="127"/>
                      <a:pt x="528" y="127"/>
                    </a:cubicBezTo>
                    <a:cubicBezTo>
                      <a:pt x="559" y="127"/>
                      <a:pt x="590" y="126"/>
                      <a:pt x="621" y="124"/>
                    </a:cubicBezTo>
                    <a:cubicBezTo>
                      <a:pt x="685" y="118"/>
                      <a:pt x="685" y="24"/>
                      <a:pt x="621" y="24"/>
                    </a:cubicBezTo>
                    <a:cubicBezTo>
                      <a:pt x="426" y="17"/>
                      <a:pt x="232" y="17"/>
                      <a:pt x="37" y="1"/>
                    </a:cubicBezTo>
                    <a:cubicBezTo>
                      <a:pt x="36" y="1"/>
                      <a:pt x="34" y="1"/>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
              <p:cNvSpPr/>
              <p:nvPr/>
            </p:nvSpPr>
            <p:spPr>
              <a:xfrm>
                <a:off x="8122545" y="2887968"/>
                <a:ext cx="48793" cy="51617"/>
              </a:xfrm>
              <a:custGeom>
                <a:rect b="b" l="l" r="r" t="t"/>
                <a:pathLst>
                  <a:path extrusionOk="0" h="786" w="743">
                    <a:moveTo>
                      <a:pt x="427" y="0"/>
                    </a:moveTo>
                    <a:cubicBezTo>
                      <a:pt x="173" y="0"/>
                      <a:pt x="0" y="319"/>
                      <a:pt x="99" y="542"/>
                    </a:cubicBezTo>
                    <a:cubicBezTo>
                      <a:pt x="162" y="682"/>
                      <a:pt x="334" y="785"/>
                      <a:pt x="495" y="785"/>
                    </a:cubicBezTo>
                    <a:cubicBezTo>
                      <a:pt x="575" y="785"/>
                      <a:pt x="652" y="760"/>
                      <a:pt x="711" y="700"/>
                    </a:cubicBezTo>
                    <a:cubicBezTo>
                      <a:pt x="743" y="669"/>
                      <a:pt x="715" y="603"/>
                      <a:pt x="670" y="603"/>
                    </a:cubicBezTo>
                    <a:cubicBezTo>
                      <a:pt x="665" y="603"/>
                      <a:pt x="659" y="604"/>
                      <a:pt x="653" y="606"/>
                    </a:cubicBezTo>
                    <a:cubicBezTo>
                      <a:pt x="589" y="630"/>
                      <a:pt x="519" y="648"/>
                      <a:pt x="453" y="648"/>
                    </a:cubicBezTo>
                    <a:cubicBezTo>
                      <a:pt x="359" y="648"/>
                      <a:pt x="271" y="612"/>
                      <a:pt x="216" y="509"/>
                    </a:cubicBezTo>
                    <a:cubicBezTo>
                      <a:pt x="112" y="315"/>
                      <a:pt x="277" y="127"/>
                      <a:pt x="452" y="72"/>
                    </a:cubicBezTo>
                    <a:cubicBezTo>
                      <a:pt x="491" y="59"/>
                      <a:pt x="484" y="4"/>
                      <a:pt x="442" y="1"/>
                    </a:cubicBezTo>
                    <a:cubicBezTo>
                      <a:pt x="437" y="0"/>
                      <a:pt x="432" y="0"/>
                      <a:pt x="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
              <p:cNvSpPr/>
              <p:nvPr/>
            </p:nvSpPr>
            <p:spPr>
              <a:xfrm>
                <a:off x="8170088" y="2914695"/>
                <a:ext cx="29814" cy="39468"/>
              </a:xfrm>
              <a:custGeom>
                <a:rect b="b" l="l" r="r" t="t"/>
                <a:pathLst>
                  <a:path extrusionOk="0" h="601" w="454">
                    <a:moveTo>
                      <a:pt x="309" y="0"/>
                    </a:moveTo>
                    <a:cubicBezTo>
                      <a:pt x="286" y="0"/>
                      <a:pt x="265" y="13"/>
                      <a:pt x="259" y="41"/>
                    </a:cubicBezTo>
                    <a:cubicBezTo>
                      <a:pt x="250" y="70"/>
                      <a:pt x="243" y="105"/>
                      <a:pt x="214" y="122"/>
                    </a:cubicBezTo>
                    <a:cubicBezTo>
                      <a:pt x="201" y="130"/>
                      <a:pt x="182" y="135"/>
                      <a:pt x="162" y="135"/>
                    </a:cubicBezTo>
                    <a:cubicBezTo>
                      <a:pt x="127" y="135"/>
                      <a:pt x="92" y="117"/>
                      <a:pt x="107" y="67"/>
                    </a:cubicBezTo>
                    <a:cubicBezTo>
                      <a:pt x="117" y="38"/>
                      <a:pt x="96" y="20"/>
                      <a:pt x="73" y="20"/>
                    </a:cubicBezTo>
                    <a:cubicBezTo>
                      <a:pt x="58" y="20"/>
                      <a:pt x="42" y="29"/>
                      <a:pt x="36" y="47"/>
                    </a:cubicBezTo>
                    <a:cubicBezTo>
                      <a:pt x="0" y="131"/>
                      <a:pt x="65" y="229"/>
                      <a:pt x="152" y="245"/>
                    </a:cubicBezTo>
                    <a:cubicBezTo>
                      <a:pt x="163" y="247"/>
                      <a:pt x="173" y="248"/>
                      <a:pt x="183" y="248"/>
                    </a:cubicBezTo>
                    <a:cubicBezTo>
                      <a:pt x="228" y="248"/>
                      <a:pt x="266" y="226"/>
                      <a:pt x="298" y="199"/>
                    </a:cubicBezTo>
                    <a:cubicBezTo>
                      <a:pt x="324" y="306"/>
                      <a:pt x="324" y="413"/>
                      <a:pt x="308" y="523"/>
                    </a:cubicBezTo>
                    <a:cubicBezTo>
                      <a:pt x="300" y="570"/>
                      <a:pt x="338" y="600"/>
                      <a:pt x="373" y="600"/>
                    </a:cubicBezTo>
                    <a:cubicBezTo>
                      <a:pt x="396" y="600"/>
                      <a:pt x="418" y="587"/>
                      <a:pt x="425" y="556"/>
                    </a:cubicBezTo>
                    <a:cubicBezTo>
                      <a:pt x="454" y="381"/>
                      <a:pt x="437" y="209"/>
                      <a:pt x="373" y="41"/>
                    </a:cubicBezTo>
                    <a:cubicBezTo>
                      <a:pt x="361" y="15"/>
                      <a:pt x="334" y="0"/>
                      <a:pt x="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
              <p:cNvSpPr/>
              <p:nvPr/>
            </p:nvSpPr>
            <p:spPr>
              <a:xfrm>
                <a:off x="8207519" y="2885604"/>
                <a:ext cx="35987" cy="59103"/>
              </a:xfrm>
              <a:custGeom>
                <a:rect b="b" l="l" r="r" t="t"/>
                <a:pathLst>
                  <a:path extrusionOk="0" h="900" w="548">
                    <a:moveTo>
                      <a:pt x="272" y="153"/>
                    </a:moveTo>
                    <a:cubicBezTo>
                      <a:pt x="290" y="153"/>
                      <a:pt x="309" y="158"/>
                      <a:pt x="331" y="169"/>
                    </a:cubicBezTo>
                    <a:cubicBezTo>
                      <a:pt x="392" y="199"/>
                      <a:pt x="408" y="224"/>
                      <a:pt x="389" y="296"/>
                    </a:cubicBezTo>
                    <a:cubicBezTo>
                      <a:pt x="357" y="399"/>
                      <a:pt x="234" y="445"/>
                      <a:pt x="136" y="467"/>
                    </a:cubicBezTo>
                    <a:cubicBezTo>
                      <a:pt x="133" y="403"/>
                      <a:pt x="133" y="338"/>
                      <a:pt x="153" y="273"/>
                    </a:cubicBezTo>
                    <a:cubicBezTo>
                      <a:pt x="175" y="206"/>
                      <a:pt x="214" y="153"/>
                      <a:pt x="272" y="153"/>
                    </a:cubicBezTo>
                    <a:close/>
                    <a:moveTo>
                      <a:pt x="306" y="0"/>
                    </a:moveTo>
                    <a:cubicBezTo>
                      <a:pt x="215" y="0"/>
                      <a:pt x="127" y="57"/>
                      <a:pt x="72" y="134"/>
                    </a:cubicBezTo>
                    <a:cubicBezTo>
                      <a:pt x="63" y="121"/>
                      <a:pt x="49" y="115"/>
                      <a:pt x="36" y="115"/>
                    </a:cubicBezTo>
                    <a:cubicBezTo>
                      <a:pt x="18" y="115"/>
                      <a:pt x="0" y="127"/>
                      <a:pt x="0" y="153"/>
                    </a:cubicBezTo>
                    <a:cubicBezTo>
                      <a:pt x="0" y="383"/>
                      <a:pt x="7" y="610"/>
                      <a:pt x="13" y="840"/>
                    </a:cubicBezTo>
                    <a:cubicBezTo>
                      <a:pt x="13" y="880"/>
                      <a:pt x="41" y="899"/>
                      <a:pt x="70" y="899"/>
                    </a:cubicBezTo>
                    <a:cubicBezTo>
                      <a:pt x="95" y="899"/>
                      <a:pt x="121" y="885"/>
                      <a:pt x="130" y="856"/>
                    </a:cubicBezTo>
                    <a:cubicBezTo>
                      <a:pt x="162" y="772"/>
                      <a:pt x="159" y="685"/>
                      <a:pt x="149" y="597"/>
                    </a:cubicBezTo>
                    <a:cubicBezTo>
                      <a:pt x="298" y="561"/>
                      <a:pt x="467" y="493"/>
                      <a:pt x="515" y="331"/>
                    </a:cubicBezTo>
                    <a:cubicBezTo>
                      <a:pt x="548" y="218"/>
                      <a:pt x="509" y="79"/>
                      <a:pt x="402" y="24"/>
                    </a:cubicBezTo>
                    <a:cubicBezTo>
                      <a:pt x="371" y="7"/>
                      <a:pt x="338" y="0"/>
                      <a:pt x="3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
              <p:cNvSpPr/>
              <p:nvPr/>
            </p:nvSpPr>
            <p:spPr>
              <a:xfrm>
                <a:off x="8251123" y="2904582"/>
                <a:ext cx="60022" cy="13265"/>
              </a:xfrm>
              <a:custGeom>
                <a:rect b="b" l="l" r="r" t="t"/>
                <a:pathLst>
                  <a:path extrusionOk="0" h="202" w="914">
                    <a:moveTo>
                      <a:pt x="52" y="0"/>
                    </a:moveTo>
                    <a:cubicBezTo>
                      <a:pt x="7" y="0"/>
                      <a:pt x="0" y="72"/>
                      <a:pt x="39" y="78"/>
                    </a:cubicBezTo>
                    <a:cubicBezTo>
                      <a:pt x="295" y="143"/>
                      <a:pt x="574" y="162"/>
                      <a:pt x="833" y="201"/>
                    </a:cubicBezTo>
                    <a:cubicBezTo>
                      <a:pt x="836" y="202"/>
                      <a:pt x="839" y="202"/>
                      <a:pt x="842" y="202"/>
                    </a:cubicBezTo>
                    <a:cubicBezTo>
                      <a:pt x="914" y="202"/>
                      <a:pt x="911" y="87"/>
                      <a:pt x="839" y="78"/>
                    </a:cubicBezTo>
                    <a:cubicBezTo>
                      <a:pt x="577" y="49"/>
                      <a:pt x="311"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
              <p:cNvSpPr/>
              <p:nvPr/>
            </p:nvSpPr>
            <p:spPr>
              <a:xfrm>
                <a:off x="8254472" y="2839702"/>
                <a:ext cx="49909" cy="56542"/>
              </a:xfrm>
              <a:custGeom>
                <a:rect b="b" l="l" r="r" t="t"/>
                <a:pathLst>
                  <a:path extrusionOk="0" h="861" w="760">
                    <a:moveTo>
                      <a:pt x="691" y="0"/>
                    </a:moveTo>
                    <a:cubicBezTo>
                      <a:pt x="674" y="0"/>
                      <a:pt x="657" y="9"/>
                      <a:pt x="646" y="29"/>
                    </a:cubicBezTo>
                    <a:cubicBezTo>
                      <a:pt x="545" y="233"/>
                      <a:pt x="474" y="454"/>
                      <a:pt x="390" y="671"/>
                    </a:cubicBezTo>
                    <a:cubicBezTo>
                      <a:pt x="277" y="483"/>
                      <a:pt x="176" y="289"/>
                      <a:pt x="79" y="94"/>
                    </a:cubicBezTo>
                    <a:cubicBezTo>
                      <a:pt x="72" y="82"/>
                      <a:pt x="60" y="77"/>
                      <a:pt x="48" y="77"/>
                    </a:cubicBezTo>
                    <a:cubicBezTo>
                      <a:pt x="24" y="77"/>
                      <a:pt x="0" y="96"/>
                      <a:pt x="11" y="123"/>
                    </a:cubicBezTo>
                    <a:cubicBezTo>
                      <a:pt x="102" y="370"/>
                      <a:pt x="228" y="600"/>
                      <a:pt x="354" y="833"/>
                    </a:cubicBezTo>
                    <a:cubicBezTo>
                      <a:pt x="364" y="851"/>
                      <a:pt x="386" y="861"/>
                      <a:pt x="408" y="861"/>
                    </a:cubicBezTo>
                    <a:cubicBezTo>
                      <a:pt x="428" y="861"/>
                      <a:pt x="449" y="852"/>
                      <a:pt x="458" y="833"/>
                    </a:cubicBezTo>
                    <a:cubicBezTo>
                      <a:pt x="568" y="596"/>
                      <a:pt x="704" y="331"/>
                      <a:pt x="753" y="75"/>
                    </a:cubicBezTo>
                    <a:cubicBezTo>
                      <a:pt x="759" y="34"/>
                      <a:pt x="724" y="0"/>
                      <a:pt x="6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
              <p:cNvSpPr/>
              <p:nvPr/>
            </p:nvSpPr>
            <p:spPr>
              <a:xfrm>
                <a:off x="8305364" y="2821184"/>
                <a:ext cx="33032" cy="40781"/>
              </a:xfrm>
              <a:custGeom>
                <a:rect b="b" l="l" r="r" t="t"/>
                <a:pathLst>
                  <a:path extrusionOk="0" h="621" w="503">
                    <a:moveTo>
                      <a:pt x="185" y="1"/>
                    </a:moveTo>
                    <a:cubicBezTo>
                      <a:pt x="131" y="1"/>
                      <a:pt x="80" y="27"/>
                      <a:pt x="65" y="88"/>
                    </a:cubicBezTo>
                    <a:cubicBezTo>
                      <a:pt x="57" y="121"/>
                      <a:pt x="88" y="149"/>
                      <a:pt x="116" y="149"/>
                    </a:cubicBezTo>
                    <a:cubicBezTo>
                      <a:pt x="129" y="149"/>
                      <a:pt x="142" y="142"/>
                      <a:pt x="150" y="127"/>
                    </a:cubicBezTo>
                    <a:cubicBezTo>
                      <a:pt x="157" y="109"/>
                      <a:pt x="171" y="101"/>
                      <a:pt x="185" y="101"/>
                    </a:cubicBezTo>
                    <a:cubicBezTo>
                      <a:pt x="207" y="101"/>
                      <a:pt x="230" y="120"/>
                      <a:pt x="234" y="149"/>
                    </a:cubicBezTo>
                    <a:cubicBezTo>
                      <a:pt x="237" y="195"/>
                      <a:pt x="201" y="240"/>
                      <a:pt x="172" y="266"/>
                    </a:cubicBezTo>
                    <a:cubicBezTo>
                      <a:pt x="124" y="315"/>
                      <a:pt x="69" y="357"/>
                      <a:pt x="23" y="409"/>
                    </a:cubicBezTo>
                    <a:cubicBezTo>
                      <a:pt x="0" y="438"/>
                      <a:pt x="0" y="483"/>
                      <a:pt x="36" y="506"/>
                    </a:cubicBezTo>
                    <a:cubicBezTo>
                      <a:pt x="141" y="566"/>
                      <a:pt x="263" y="620"/>
                      <a:pt x="386" y="620"/>
                    </a:cubicBezTo>
                    <a:cubicBezTo>
                      <a:pt x="396" y="620"/>
                      <a:pt x="405" y="620"/>
                      <a:pt x="415" y="619"/>
                    </a:cubicBezTo>
                    <a:cubicBezTo>
                      <a:pt x="483" y="616"/>
                      <a:pt x="503" y="515"/>
                      <a:pt x="435" y="499"/>
                    </a:cubicBezTo>
                    <a:cubicBezTo>
                      <a:pt x="341" y="483"/>
                      <a:pt x="256" y="467"/>
                      <a:pt x="169" y="434"/>
                    </a:cubicBezTo>
                    <a:cubicBezTo>
                      <a:pt x="273" y="337"/>
                      <a:pt x="409" y="217"/>
                      <a:pt x="324" y="72"/>
                    </a:cubicBezTo>
                    <a:cubicBezTo>
                      <a:pt x="296" y="27"/>
                      <a:pt x="239" y="1"/>
                      <a:pt x="1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
              <p:cNvSpPr/>
              <p:nvPr/>
            </p:nvSpPr>
            <p:spPr>
              <a:xfrm>
                <a:off x="8256836" y="2927171"/>
                <a:ext cx="58840" cy="52602"/>
              </a:xfrm>
              <a:custGeom>
                <a:rect b="b" l="l" r="r" t="t"/>
                <a:pathLst>
                  <a:path extrusionOk="0" h="801" w="896">
                    <a:moveTo>
                      <a:pt x="237" y="1"/>
                    </a:moveTo>
                    <a:cubicBezTo>
                      <a:pt x="160" y="1"/>
                      <a:pt x="86" y="45"/>
                      <a:pt x="66" y="139"/>
                    </a:cubicBezTo>
                    <a:cubicBezTo>
                      <a:pt x="62" y="166"/>
                      <a:pt x="84" y="184"/>
                      <a:pt x="105" y="184"/>
                    </a:cubicBezTo>
                    <a:cubicBezTo>
                      <a:pt x="120" y="184"/>
                      <a:pt x="134" y="176"/>
                      <a:pt x="140" y="158"/>
                    </a:cubicBezTo>
                    <a:cubicBezTo>
                      <a:pt x="156" y="105"/>
                      <a:pt x="183" y="85"/>
                      <a:pt x="212" y="85"/>
                    </a:cubicBezTo>
                    <a:cubicBezTo>
                      <a:pt x="276" y="85"/>
                      <a:pt x="350" y="181"/>
                      <a:pt x="348" y="236"/>
                    </a:cubicBezTo>
                    <a:cubicBezTo>
                      <a:pt x="348" y="304"/>
                      <a:pt x="302" y="369"/>
                      <a:pt x="260" y="418"/>
                    </a:cubicBezTo>
                    <a:cubicBezTo>
                      <a:pt x="195" y="495"/>
                      <a:pt x="114" y="557"/>
                      <a:pt x="46" y="625"/>
                    </a:cubicBezTo>
                    <a:cubicBezTo>
                      <a:pt x="1" y="670"/>
                      <a:pt x="40" y="732"/>
                      <a:pt x="92" y="735"/>
                    </a:cubicBezTo>
                    <a:cubicBezTo>
                      <a:pt x="270" y="758"/>
                      <a:pt x="448" y="790"/>
                      <a:pt x="629" y="800"/>
                    </a:cubicBezTo>
                    <a:cubicBezTo>
                      <a:pt x="638" y="800"/>
                      <a:pt x="646" y="800"/>
                      <a:pt x="654" y="800"/>
                    </a:cubicBezTo>
                    <a:cubicBezTo>
                      <a:pt x="743" y="800"/>
                      <a:pt x="828" y="782"/>
                      <a:pt x="869" y="693"/>
                    </a:cubicBezTo>
                    <a:cubicBezTo>
                      <a:pt x="896" y="646"/>
                      <a:pt x="856" y="601"/>
                      <a:pt x="813" y="601"/>
                    </a:cubicBezTo>
                    <a:cubicBezTo>
                      <a:pt x="793" y="601"/>
                      <a:pt x="773" y="611"/>
                      <a:pt x="759" y="635"/>
                    </a:cubicBezTo>
                    <a:cubicBezTo>
                      <a:pt x="740" y="666"/>
                      <a:pt x="697" y="676"/>
                      <a:pt x="647" y="676"/>
                    </a:cubicBezTo>
                    <a:cubicBezTo>
                      <a:pt x="568" y="676"/>
                      <a:pt x="472" y="650"/>
                      <a:pt x="432" y="644"/>
                    </a:cubicBezTo>
                    <a:cubicBezTo>
                      <a:pt x="364" y="638"/>
                      <a:pt x="299" y="628"/>
                      <a:pt x="228" y="622"/>
                    </a:cubicBezTo>
                    <a:cubicBezTo>
                      <a:pt x="370" y="476"/>
                      <a:pt x="542" y="304"/>
                      <a:pt x="419" y="103"/>
                    </a:cubicBezTo>
                    <a:cubicBezTo>
                      <a:pt x="379" y="36"/>
                      <a:pt x="307" y="1"/>
                      <a:pt x="2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
              <p:cNvSpPr/>
              <p:nvPr/>
            </p:nvSpPr>
            <p:spPr>
              <a:xfrm>
                <a:off x="8313048" y="2875951"/>
                <a:ext cx="53258" cy="67968"/>
              </a:xfrm>
              <a:custGeom>
                <a:rect b="b" l="l" r="r" t="t"/>
                <a:pathLst>
                  <a:path extrusionOk="0" h="1035" w="811">
                    <a:moveTo>
                      <a:pt x="481" y="1"/>
                    </a:moveTo>
                    <a:cubicBezTo>
                      <a:pt x="364" y="1"/>
                      <a:pt x="250" y="33"/>
                      <a:pt x="156" y="106"/>
                    </a:cubicBezTo>
                    <a:cubicBezTo>
                      <a:pt x="78" y="161"/>
                      <a:pt x="0" y="252"/>
                      <a:pt x="65" y="349"/>
                    </a:cubicBezTo>
                    <a:cubicBezTo>
                      <a:pt x="149" y="478"/>
                      <a:pt x="369" y="440"/>
                      <a:pt x="496" y="485"/>
                    </a:cubicBezTo>
                    <a:cubicBezTo>
                      <a:pt x="593" y="524"/>
                      <a:pt x="645" y="566"/>
                      <a:pt x="635" y="676"/>
                    </a:cubicBezTo>
                    <a:cubicBezTo>
                      <a:pt x="629" y="776"/>
                      <a:pt x="577" y="838"/>
                      <a:pt x="473" y="864"/>
                    </a:cubicBezTo>
                    <a:cubicBezTo>
                      <a:pt x="376" y="887"/>
                      <a:pt x="305" y="864"/>
                      <a:pt x="214" y="912"/>
                    </a:cubicBezTo>
                    <a:cubicBezTo>
                      <a:pt x="153" y="946"/>
                      <a:pt x="191" y="1035"/>
                      <a:pt x="250" y="1035"/>
                    </a:cubicBezTo>
                    <a:cubicBezTo>
                      <a:pt x="260" y="1035"/>
                      <a:pt x="271" y="1032"/>
                      <a:pt x="282" y="1026"/>
                    </a:cubicBezTo>
                    <a:cubicBezTo>
                      <a:pt x="360" y="981"/>
                      <a:pt x="473" y="1003"/>
                      <a:pt x="557" y="971"/>
                    </a:cubicBezTo>
                    <a:cubicBezTo>
                      <a:pt x="616" y="951"/>
                      <a:pt x="667" y="916"/>
                      <a:pt x="710" y="870"/>
                    </a:cubicBezTo>
                    <a:cubicBezTo>
                      <a:pt x="778" y="789"/>
                      <a:pt x="810" y="679"/>
                      <a:pt x="771" y="576"/>
                    </a:cubicBezTo>
                    <a:cubicBezTo>
                      <a:pt x="726" y="459"/>
                      <a:pt x="612" y="388"/>
                      <a:pt x="499" y="355"/>
                    </a:cubicBezTo>
                    <a:cubicBezTo>
                      <a:pt x="454" y="346"/>
                      <a:pt x="405" y="336"/>
                      <a:pt x="356" y="333"/>
                    </a:cubicBezTo>
                    <a:cubicBezTo>
                      <a:pt x="269" y="320"/>
                      <a:pt x="240" y="349"/>
                      <a:pt x="246" y="239"/>
                    </a:cubicBezTo>
                    <a:cubicBezTo>
                      <a:pt x="253" y="141"/>
                      <a:pt x="295" y="125"/>
                      <a:pt x="389" y="96"/>
                    </a:cubicBezTo>
                    <a:cubicBezTo>
                      <a:pt x="437" y="82"/>
                      <a:pt x="487" y="78"/>
                      <a:pt x="536" y="78"/>
                    </a:cubicBezTo>
                    <a:cubicBezTo>
                      <a:pt x="556" y="78"/>
                      <a:pt x="576" y="79"/>
                      <a:pt x="596" y="80"/>
                    </a:cubicBezTo>
                    <a:cubicBezTo>
                      <a:pt x="597" y="80"/>
                      <a:pt x="598" y="80"/>
                      <a:pt x="599" y="80"/>
                    </a:cubicBezTo>
                    <a:cubicBezTo>
                      <a:pt x="636" y="80"/>
                      <a:pt x="644" y="15"/>
                      <a:pt x="603" y="12"/>
                    </a:cubicBezTo>
                    <a:cubicBezTo>
                      <a:pt x="562" y="4"/>
                      <a:pt x="521"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 name="Google Shape;199;p2"/>
            <p:cNvGrpSpPr/>
            <p:nvPr/>
          </p:nvGrpSpPr>
          <p:grpSpPr>
            <a:xfrm rot="-1304569">
              <a:off x="220179" y="2524907"/>
              <a:ext cx="795426" cy="288904"/>
              <a:chOff x="3720033" y="657636"/>
              <a:chExt cx="380942" cy="138367"/>
            </a:xfrm>
          </p:grpSpPr>
          <p:sp>
            <p:nvSpPr>
              <p:cNvPr id="200" name="Google Shape;200;p2"/>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2"/>
            <p:cNvGrpSpPr/>
            <p:nvPr/>
          </p:nvGrpSpPr>
          <p:grpSpPr>
            <a:xfrm rot="-1237466">
              <a:off x="444662" y="4324379"/>
              <a:ext cx="714306" cy="332764"/>
              <a:chOff x="8025882" y="2821184"/>
              <a:chExt cx="340424" cy="158589"/>
            </a:xfrm>
          </p:grpSpPr>
          <p:sp>
            <p:nvSpPr>
              <p:cNvPr id="207" name="Google Shape;207;p2"/>
              <p:cNvSpPr/>
              <p:nvPr/>
            </p:nvSpPr>
            <p:spPr>
              <a:xfrm>
                <a:off x="8025882" y="2871420"/>
                <a:ext cx="56214" cy="78279"/>
              </a:xfrm>
              <a:custGeom>
                <a:rect b="b" l="l" r="r" t="t"/>
                <a:pathLst>
                  <a:path extrusionOk="0" h="1192" w="856">
                    <a:moveTo>
                      <a:pt x="799" y="0"/>
                    </a:moveTo>
                    <a:cubicBezTo>
                      <a:pt x="790" y="0"/>
                      <a:pt x="781" y="4"/>
                      <a:pt x="774" y="13"/>
                    </a:cubicBezTo>
                    <a:cubicBezTo>
                      <a:pt x="709" y="94"/>
                      <a:pt x="648" y="178"/>
                      <a:pt x="586" y="259"/>
                    </a:cubicBezTo>
                    <a:cubicBezTo>
                      <a:pt x="554" y="304"/>
                      <a:pt x="495" y="366"/>
                      <a:pt x="453" y="431"/>
                    </a:cubicBezTo>
                    <a:cubicBezTo>
                      <a:pt x="408" y="382"/>
                      <a:pt x="359" y="340"/>
                      <a:pt x="317" y="291"/>
                    </a:cubicBezTo>
                    <a:cubicBezTo>
                      <a:pt x="236" y="210"/>
                      <a:pt x="158" y="126"/>
                      <a:pt x="77" y="45"/>
                    </a:cubicBezTo>
                    <a:cubicBezTo>
                      <a:pt x="69" y="37"/>
                      <a:pt x="60" y="33"/>
                      <a:pt x="51" y="33"/>
                    </a:cubicBezTo>
                    <a:cubicBezTo>
                      <a:pt x="23" y="33"/>
                      <a:pt x="1" y="70"/>
                      <a:pt x="26" y="97"/>
                    </a:cubicBezTo>
                    <a:cubicBezTo>
                      <a:pt x="94" y="181"/>
                      <a:pt x="165" y="262"/>
                      <a:pt x="239" y="343"/>
                    </a:cubicBezTo>
                    <a:cubicBezTo>
                      <a:pt x="294" y="408"/>
                      <a:pt x="350" y="483"/>
                      <a:pt x="405" y="544"/>
                    </a:cubicBezTo>
                    <a:cubicBezTo>
                      <a:pt x="401" y="615"/>
                      <a:pt x="437" y="706"/>
                      <a:pt x="450" y="774"/>
                    </a:cubicBezTo>
                    <a:cubicBezTo>
                      <a:pt x="473" y="901"/>
                      <a:pt x="499" y="1024"/>
                      <a:pt x="531" y="1147"/>
                    </a:cubicBezTo>
                    <a:cubicBezTo>
                      <a:pt x="539" y="1178"/>
                      <a:pt x="561" y="1191"/>
                      <a:pt x="584" y="1191"/>
                    </a:cubicBezTo>
                    <a:cubicBezTo>
                      <a:pt x="619" y="1191"/>
                      <a:pt x="655" y="1161"/>
                      <a:pt x="648" y="1114"/>
                    </a:cubicBezTo>
                    <a:cubicBezTo>
                      <a:pt x="625" y="949"/>
                      <a:pt x="534" y="755"/>
                      <a:pt x="537" y="586"/>
                    </a:cubicBezTo>
                    <a:lnTo>
                      <a:pt x="537" y="564"/>
                    </a:lnTo>
                    <a:cubicBezTo>
                      <a:pt x="547" y="564"/>
                      <a:pt x="547" y="560"/>
                      <a:pt x="547" y="551"/>
                    </a:cubicBezTo>
                    <a:cubicBezTo>
                      <a:pt x="576" y="382"/>
                      <a:pt x="755" y="198"/>
                      <a:pt x="839" y="61"/>
                    </a:cubicBezTo>
                    <a:cubicBezTo>
                      <a:pt x="856" y="35"/>
                      <a:pt x="827" y="0"/>
                      <a:pt x="7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
              <p:cNvSpPr/>
              <p:nvPr/>
            </p:nvSpPr>
            <p:spPr>
              <a:xfrm>
                <a:off x="8072703" y="2920867"/>
                <a:ext cx="40190" cy="8997"/>
              </a:xfrm>
              <a:custGeom>
                <a:rect b="b" l="l" r="r" t="t"/>
                <a:pathLst>
                  <a:path extrusionOk="0" h="137" w="612">
                    <a:moveTo>
                      <a:pt x="52" y="0"/>
                    </a:moveTo>
                    <a:cubicBezTo>
                      <a:pt x="13" y="0"/>
                      <a:pt x="0" y="58"/>
                      <a:pt x="45" y="73"/>
                    </a:cubicBezTo>
                    <a:cubicBezTo>
                      <a:pt x="149" y="106"/>
                      <a:pt x="280" y="137"/>
                      <a:pt x="403" y="137"/>
                    </a:cubicBezTo>
                    <a:cubicBezTo>
                      <a:pt x="459" y="137"/>
                      <a:pt x="513" y="130"/>
                      <a:pt x="563" y="115"/>
                    </a:cubicBezTo>
                    <a:cubicBezTo>
                      <a:pt x="612" y="105"/>
                      <a:pt x="602" y="34"/>
                      <a:pt x="550" y="28"/>
                    </a:cubicBezTo>
                    <a:cubicBezTo>
                      <a:pt x="479" y="28"/>
                      <a:pt x="411" y="41"/>
                      <a:pt x="341" y="41"/>
                    </a:cubicBezTo>
                    <a:cubicBezTo>
                      <a:pt x="334" y="41"/>
                      <a:pt x="327" y="41"/>
                      <a:pt x="320" y="41"/>
                    </a:cubicBezTo>
                    <a:cubicBezTo>
                      <a:pt x="236" y="37"/>
                      <a:pt x="148" y="24"/>
                      <a:pt x="64" y="2"/>
                    </a:cubicBezTo>
                    <a:cubicBezTo>
                      <a:pt x="60" y="1"/>
                      <a:pt x="56"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
              <p:cNvSpPr/>
              <p:nvPr/>
            </p:nvSpPr>
            <p:spPr>
              <a:xfrm>
                <a:off x="8069354" y="2907077"/>
                <a:ext cx="45050" cy="8406"/>
              </a:xfrm>
              <a:custGeom>
                <a:rect b="b" l="l" r="r" t="t"/>
                <a:pathLst>
                  <a:path extrusionOk="0" h="128" w="686">
                    <a:moveTo>
                      <a:pt x="32" y="1"/>
                    </a:moveTo>
                    <a:cubicBezTo>
                      <a:pt x="2" y="1"/>
                      <a:pt x="0" y="53"/>
                      <a:pt x="31" y="59"/>
                    </a:cubicBezTo>
                    <a:cubicBezTo>
                      <a:pt x="186" y="100"/>
                      <a:pt x="364" y="127"/>
                      <a:pt x="528" y="127"/>
                    </a:cubicBezTo>
                    <a:cubicBezTo>
                      <a:pt x="559" y="127"/>
                      <a:pt x="590" y="126"/>
                      <a:pt x="621" y="124"/>
                    </a:cubicBezTo>
                    <a:cubicBezTo>
                      <a:pt x="685" y="118"/>
                      <a:pt x="685" y="24"/>
                      <a:pt x="621" y="24"/>
                    </a:cubicBezTo>
                    <a:cubicBezTo>
                      <a:pt x="426" y="17"/>
                      <a:pt x="232" y="17"/>
                      <a:pt x="37" y="1"/>
                    </a:cubicBezTo>
                    <a:cubicBezTo>
                      <a:pt x="36" y="1"/>
                      <a:pt x="34" y="1"/>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
              <p:cNvSpPr/>
              <p:nvPr/>
            </p:nvSpPr>
            <p:spPr>
              <a:xfrm>
                <a:off x="8122545" y="2887968"/>
                <a:ext cx="48793" cy="51617"/>
              </a:xfrm>
              <a:custGeom>
                <a:rect b="b" l="l" r="r" t="t"/>
                <a:pathLst>
                  <a:path extrusionOk="0" h="786" w="743">
                    <a:moveTo>
                      <a:pt x="427" y="0"/>
                    </a:moveTo>
                    <a:cubicBezTo>
                      <a:pt x="173" y="0"/>
                      <a:pt x="0" y="319"/>
                      <a:pt x="99" y="542"/>
                    </a:cubicBezTo>
                    <a:cubicBezTo>
                      <a:pt x="162" y="682"/>
                      <a:pt x="334" y="785"/>
                      <a:pt x="495" y="785"/>
                    </a:cubicBezTo>
                    <a:cubicBezTo>
                      <a:pt x="575" y="785"/>
                      <a:pt x="652" y="760"/>
                      <a:pt x="711" y="700"/>
                    </a:cubicBezTo>
                    <a:cubicBezTo>
                      <a:pt x="743" y="669"/>
                      <a:pt x="715" y="603"/>
                      <a:pt x="670" y="603"/>
                    </a:cubicBezTo>
                    <a:cubicBezTo>
                      <a:pt x="665" y="603"/>
                      <a:pt x="659" y="604"/>
                      <a:pt x="653" y="606"/>
                    </a:cubicBezTo>
                    <a:cubicBezTo>
                      <a:pt x="589" y="630"/>
                      <a:pt x="519" y="648"/>
                      <a:pt x="453" y="648"/>
                    </a:cubicBezTo>
                    <a:cubicBezTo>
                      <a:pt x="359" y="648"/>
                      <a:pt x="271" y="612"/>
                      <a:pt x="216" y="509"/>
                    </a:cubicBezTo>
                    <a:cubicBezTo>
                      <a:pt x="112" y="315"/>
                      <a:pt x="277" y="127"/>
                      <a:pt x="452" y="72"/>
                    </a:cubicBezTo>
                    <a:cubicBezTo>
                      <a:pt x="491" y="59"/>
                      <a:pt x="484" y="4"/>
                      <a:pt x="442" y="1"/>
                    </a:cubicBezTo>
                    <a:cubicBezTo>
                      <a:pt x="437" y="0"/>
                      <a:pt x="432" y="0"/>
                      <a:pt x="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
              <p:cNvSpPr/>
              <p:nvPr/>
            </p:nvSpPr>
            <p:spPr>
              <a:xfrm>
                <a:off x="8170088" y="2914695"/>
                <a:ext cx="29814" cy="39468"/>
              </a:xfrm>
              <a:custGeom>
                <a:rect b="b" l="l" r="r" t="t"/>
                <a:pathLst>
                  <a:path extrusionOk="0" h="601" w="454">
                    <a:moveTo>
                      <a:pt x="309" y="0"/>
                    </a:moveTo>
                    <a:cubicBezTo>
                      <a:pt x="286" y="0"/>
                      <a:pt x="265" y="13"/>
                      <a:pt x="259" y="41"/>
                    </a:cubicBezTo>
                    <a:cubicBezTo>
                      <a:pt x="250" y="70"/>
                      <a:pt x="243" y="105"/>
                      <a:pt x="214" y="122"/>
                    </a:cubicBezTo>
                    <a:cubicBezTo>
                      <a:pt x="201" y="130"/>
                      <a:pt x="182" y="135"/>
                      <a:pt x="162" y="135"/>
                    </a:cubicBezTo>
                    <a:cubicBezTo>
                      <a:pt x="127" y="135"/>
                      <a:pt x="92" y="117"/>
                      <a:pt x="107" y="67"/>
                    </a:cubicBezTo>
                    <a:cubicBezTo>
                      <a:pt x="117" y="38"/>
                      <a:pt x="96" y="20"/>
                      <a:pt x="73" y="20"/>
                    </a:cubicBezTo>
                    <a:cubicBezTo>
                      <a:pt x="58" y="20"/>
                      <a:pt x="42" y="29"/>
                      <a:pt x="36" y="47"/>
                    </a:cubicBezTo>
                    <a:cubicBezTo>
                      <a:pt x="0" y="131"/>
                      <a:pt x="65" y="229"/>
                      <a:pt x="152" y="245"/>
                    </a:cubicBezTo>
                    <a:cubicBezTo>
                      <a:pt x="163" y="247"/>
                      <a:pt x="173" y="248"/>
                      <a:pt x="183" y="248"/>
                    </a:cubicBezTo>
                    <a:cubicBezTo>
                      <a:pt x="228" y="248"/>
                      <a:pt x="266" y="226"/>
                      <a:pt x="298" y="199"/>
                    </a:cubicBezTo>
                    <a:cubicBezTo>
                      <a:pt x="324" y="306"/>
                      <a:pt x="324" y="413"/>
                      <a:pt x="308" y="523"/>
                    </a:cubicBezTo>
                    <a:cubicBezTo>
                      <a:pt x="300" y="570"/>
                      <a:pt x="338" y="600"/>
                      <a:pt x="373" y="600"/>
                    </a:cubicBezTo>
                    <a:cubicBezTo>
                      <a:pt x="396" y="600"/>
                      <a:pt x="418" y="587"/>
                      <a:pt x="425" y="556"/>
                    </a:cubicBezTo>
                    <a:cubicBezTo>
                      <a:pt x="454" y="381"/>
                      <a:pt x="437" y="209"/>
                      <a:pt x="373" y="41"/>
                    </a:cubicBezTo>
                    <a:cubicBezTo>
                      <a:pt x="361" y="15"/>
                      <a:pt x="334" y="0"/>
                      <a:pt x="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
              <p:cNvSpPr/>
              <p:nvPr/>
            </p:nvSpPr>
            <p:spPr>
              <a:xfrm>
                <a:off x="8207519" y="2885604"/>
                <a:ext cx="35987" cy="59103"/>
              </a:xfrm>
              <a:custGeom>
                <a:rect b="b" l="l" r="r" t="t"/>
                <a:pathLst>
                  <a:path extrusionOk="0" h="900" w="548">
                    <a:moveTo>
                      <a:pt x="272" y="153"/>
                    </a:moveTo>
                    <a:cubicBezTo>
                      <a:pt x="290" y="153"/>
                      <a:pt x="309" y="158"/>
                      <a:pt x="331" y="169"/>
                    </a:cubicBezTo>
                    <a:cubicBezTo>
                      <a:pt x="392" y="199"/>
                      <a:pt x="408" y="224"/>
                      <a:pt x="389" y="296"/>
                    </a:cubicBezTo>
                    <a:cubicBezTo>
                      <a:pt x="357" y="399"/>
                      <a:pt x="234" y="445"/>
                      <a:pt x="136" y="467"/>
                    </a:cubicBezTo>
                    <a:cubicBezTo>
                      <a:pt x="133" y="403"/>
                      <a:pt x="133" y="338"/>
                      <a:pt x="153" y="273"/>
                    </a:cubicBezTo>
                    <a:cubicBezTo>
                      <a:pt x="175" y="206"/>
                      <a:pt x="214" y="153"/>
                      <a:pt x="272" y="153"/>
                    </a:cubicBezTo>
                    <a:close/>
                    <a:moveTo>
                      <a:pt x="306" y="0"/>
                    </a:moveTo>
                    <a:cubicBezTo>
                      <a:pt x="215" y="0"/>
                      <a:pt x="127" y="57"/>
                      <a:pt x="72" y="134"/>
                    </a:cubicBezTo>
                    <a:cubicBezTo>
                      <a:pt x="63" y="121"/>
                      <a:pt x="49" y="115"/>
                      <a:pt x="36" y="115"/>
                    </a:cubicBezTo>
                    <a:cubicBezTo>
                      <a:pt x="18" y="115"/>
                      <a:pt x="0" y="127"/>
                      <a:pt x="0" y="153"/>
                    </a:cubicBezTo>
                    <a:cubicBezTo>
                      <a:pt x="0" y="383"/>
                      <a:pt x="7" y="610"/>
                      <a:pt x="13" y="840"/>
                    </a:cubicBezTo>
                    <a:cubicBezTo>
                      <a:pt x="13" y="880"/>
                      <a:pt x="41" y="899"/>
                      <a:pt x="70" y="899"/>
                    </a:cubicBezTo>
                    <a:cubicBezTo>
                      <a:pt x="95" y="899"/>
                      <a:pt x="121" y="885"/>
                      <a:pt x="130" y="856"/>
                    </a:cubicBezTo>
                    <a:cubicBezTo>
                      <a:pt x="162" y="772"/>
                      <a:pt x="159" y="685"/>
                      <a:pt x="149" y="597"/>
                    </a:cubicBezTo>
                    <a:cubicBezTo>
                      <a:pt x="298" y="561"/>
                      <a:pt x="467" y="493"/>
                      <a:pt x="515" y="331"/>
                    </a:cubicBezTo>
                    <a:cubicBezTo>
                      <a:pt x="548" y="218"/>
                      <a:pt x="509" y="79"/>
                      <a:pt x="402" y="24"/>
                    </a:cubicBezTo>
                    <a:cubicBezTo>
                      <a:pt x="371" y="7"/>
                      <a:pt x="338" y="0"/>
                      <a:pt x="3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
              <p:cNvSpPr/>
              <p:nvPr/>
            </p:nvSpPr>
            <p:spPr>
              <a:xfrm>
                <a:off x="8251123" y="2904582"/>
                <a:ext cx="60022" cy="13265"/>
              </a:xfrm>
              <a:custGeom>
                <a:rect b="b" l="l" r="r" t="t"/>
                <a:pathLst>
                  <a:path extrusionOk="0" h="202" w="914">
                    <a:moveTo>
                      <a:pt x="52" y="0"/>
                    </a:moveTo>
                    <a:cubicBezTo>
                      <a:pt x="7" y="0"/>
                      <a:pt x="0" y="72"/>
                      <a:pt x="39" y="78"/>
                    </a:cubicBezTo>
                    <a:cubicBezTo>
                      <a:pt x="295" y="143"/>
                      <a:pt x="574" y="162"/>
                      <a:pt x="833" y="201"/>
                    </a:cubicBezTo>
                    <a:cubicBezTo>
                      <a:pt x="836" y="202"/>
                      <a:pt x="839" y="202"/>
                      <a:pt x="842" y="202"/>
                    </a:cubicBezTo>
                    <a:cubicBezTo>
                      <a:pt x="914" y="202"/>
                      <a:pt x="911" y="87"/>
                      <a:pt x="839" y="78"/>
                    </a:cubicBezTo>
                    <a:cubicBezTo>
                      <a:pt x="577" y="49"/>
                      <a:pt x="311"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
              <p:cNvSpPr/>
              <p:nvPr/>
            </p:nvSpPr>
            <p:spPr>
              <a:xfrm>
                <a:off x="8254472" y="2839702"/>
                <a:ext cx="49909" cy="56542"/>
              </a:xfrm>
              <a:custGeom>
                <a:rect b="b" l="l" r="r" t="t"/>
                <a:pathLst>
                  <a:path extrusionOk="0" h="861" w="760">
                    <a:moveTo>
                      <a:pt x="691" y="0"/>
                    </a:moveTo>
                    <a:cubicBezTo>
                      <a:pt x="674" y="0"/>
                      <a:pt x="657" y="9"/>
                      <a:pt x="646" y="29"/>
                    </a:cubicBezTo>
                    <a:cubicBezTo>
                      <a:pt x="545" y="233"/>
                      <a:pt x="474" y="454"/>
                      <a:pt x="390" y="671"/>
                    </a:cubicBezTo>
                    <a:cubicBezTo>
                      <a:pt x="277" y="483"/>
                      <a:pt x="176" y="289"/>
                      <a:pt x="79" y="94"/>
                    </a:cubicBezTo>
                    <a:cubicBezTo>
                      <a:pt x="72" y="82"/>
                      <a:pt x="60" y="77"/>
                      <a:pt x="48" y="77"/>
                    </a:cubicBezTo>
                    <a:cubicBezTo>
                      <a:pt x="24" y="77"/>
                      <a:pt x="0" y="96"/>
                      <a:pt x="11" y="123"/>
                    </a:cubicBezTo>
                    <a:cubicBezTo>
                      <a:pt x="102" y="370"/>
                      <a:pt x="228" y="600"/>
                      <a:pt x="354" y="833"/>
                    </a:cubicBezTo>
                    <a:cubicBezTo>
                      <a:pt x="364" y="851"/>
                      <a:pt x="386" y="861"/>
                      <a:pt x="408" y="861"/>
                    </a:cubicBezTo>
                    <a:cubicBezTo>
                      <a:pt x="428" y="861"/>
                      <a:pt x="449" y="852"/>
                      <a:pt x="458" y="833"/>
                    </a:cubicBezTo>
                    <a:cubicBezTo>
                      <a:pt x="568" y="596"/>
                      <a:pt x="704" y="331"/>
                      <a:pt x="753" y="75"/>
                    </a:cubicBezTo>
                    <a:cubicBezTo>
                      <a:pt x="759" y="34"/>
                      <a:pt x="724" y="0"/>
                      <a:pt x="6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
              <p:cNvSpPr/>
              <p:nvPr/>
            </p:nvSpPr>
            <p:spPr>
              <a:xfrm>
                <a:off x="8305364" y="2821184"/>
                <a:ext cx="33032" cy="40781"/>
              </a:xfrm>
              <a:custGeom>
                <a:rect b="b" l="l" r="r" t="t"/>
                <a:pathLst>
                  <a:path extrusionOk="0" h="621" w="503">
                    <a:moveTo>
                      <a:pt x="185" y="1"/>
                    </a:moveTo>
                    <a:cubicBezTo>
                      <a:pt x="131" y="1"/>
                      <a:pt x="80" y="27"/>
                      <a:pt x="65" y="88"/>
                    </a:cubicBezTo>
                    <a:cubicBezTo>
                      <a:pt x="57" y="121"/>
                      <a:pt x="88" y="149"/>
                      <a:pt x="116" y="149"/>
                    </a:cubicBezTo>
                    <a:cubicBezTo>
                      <a:pt x="129" y="149"/>
                      <a:pt x="142" y="142"/>
                      <a:pt x="150" y="127"/>
                    </a:cubicBezTo>
                    <a:cubicBezTo>
                      <a:pt x="157" y="109"/>
                      <a:pt x="171" y="101"/>
                      <a:pt x="185" y="101"/>
                    </a:cubicBezTo>
                    <a:cubicBezTo>
                      <a:pt x="207" y="101"/>
                      <a:pt x="230" y="120"/>
                      <a:pt x="234" y="149"/>
                    </a:cubicBezTo>
                    <a:cubicBezTo>
                      <a:pt x="237" y="195"/>
                      <a:pt x="201" y="240"/>
                      <a:pt x="172" y="266"/>
                    </a:cubicBezTo>
                    <a:cubicBezTo>
                      <a:pt x="124" y="315"/>
                      <a:pt x="69" y="357"/>
                      <a:pt x="23" y="409"/>
                    </a:cubicBezTo>
                    <a:cubicBezTo>
                      <a:pt x="0" y="438"/>
                      <a:pt x="0" y="483"/>
                      <a:pt x="36" y="506"/>
                    </a:cubicBezTo>
                    <a:cubicBezTo>
                      <a:pt x="141" y="566"/>
                      <a:pt x="263" y="620"/>
                      <a:pt x="386" y="620"/>
                    </a:cubicBezTo>
                    <a:cubicBezTo>
                      <a:pt x="396" y="620"/>
                      <a:pt x="405" y="620"/>
                      <a:pt x="415" y="619"/>
                    </a:cubicBezTo>
                    <a:cubicBezTo>
                      <a:pt x="483" y="616"/>
                      <a:pt x="503" y="515"/>
                      <a:pt x="435" y="499"/>
                    </a:cubicBezTo>
                    <a:cubicBezTo>
                      <a:pt x="341" y="483"/>
                      <a:pt x="256" y="467"/>
                      <a:pt x="169" y="434"/>
                    </a:cubicBezTo>
                    <a:cubicBezTo>
                      <a:pt x="273" y="337"/>
                      <a:pt x="409" y="217"/>
                      <a:pt x="324" y="72"/>
                    </a:cubicBezTo>
                    <a:cubicBezTo>
                      <a:pt x="296" y="27"/>
                      <a:pt x="239" y="1"/>
                      <a:pt x="1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
              <p:cNvSpPr/>
              <p:nvPr/>
            </p:nvSpPr>
            <p:spPr>
              <a:xfrm>
                <a:off x="8256836" y="2927171"/>
                <a:ext cx="58840" cy="52602"/>
              </a:xfrm>
              <a:custGeom>
                <a:rect b="b" l="l" r="r" t="t"/>
                <a:pathLst>
                  <a:path extrusionOk="0" h="801" w="896">
                    <a:moveTo>
                      <a:pt x="237" y="1"/>
                    </a:moveTo>
                    <a:cubicBezTo>
                      <a:pt x="160" y="1"/>
                      <a:pt x="86" y="45"/>
                      <a:pt x="66" y="139"/>
                    </a:cubicBezTo>
                    <a:cubicBezTo>
                      <a:pt x="62" y="166"/>
                      <a:pt x="84" y="184"/>
                      <a:pt x="105" y="184"/>
                    </a:cubicBezTo>
                    <a:cubicBezTo>
                      <a:pt x="120" y="184"/>
                      <a:pt x="134" y="176"/>
                      <a:pt x="140" y="158"/>
                    </a:cubicBezTo>
                    <a:cubicBezTo>
                      <a:pt x="156" y="105"/>
                      <a:pt x="183" y="85"/>
                      <a:pt x="212" y="85"/>
                    </a:cubicBezTo>
                    <a:cubicBezTo>
                      <a:pt x="276" y="85"/>
                      <a:pt x="350" y="181"/>
                      <a:pt x="348" y="236"/>
                    </a:cubicBezTo>
                    <a:cubicBezTo>
                      <a:pt x="348" y="304"/>
                      <a:pt x="302" y="369"/>
                      <a:pt x="260" y="418"/>
                    </a:cubicBezTo>
                    <a:cubicBezTo>
                      <a:pt x="195" y="495"/>
                      <a:pt x="114" y="557"/>
                      <a:pt x="46" y="625"/>
                    </a:cubicBezTo>
                    <a:cubicBezTo>
                      <a:pt x="1" y="670"/>
                      <a:pt x="40" y="732"/>
                      <a:pt x="92" y="735"/>
                    </a:cubicBezTo>
                    <a:cubicBezTo>
                      <a:pt x="270" y="758"/>
                      <a:pt x="448" y="790"/>
                      <a:pt x="629" y="800"/>
                    </a:cubicBezTo>
                    <a:cubicBezTo>
                      <a:pt x="638" y="800"/>
                      <a:pt x="646" y="800"/>
                      <a:pt x="654" y="800"/>
                    </a:cubicBezTo>
                    <a:cubicBezTo>
                      <a:pt x="743" y="800"/>
                      <a:pt x="828" y="782"/>
                      <a:pt x="869" y="693"/>
                    </a:cubicBezTo>
                    <a:cubicBezTo>
                      <a:pt x="896" y="646"/>
                      <a:pt x="856" y="601"/>
                      <a:pt x="813" y="601"/>
                    </a:cubicBezTo>
                    <a:cubicBezTo>
                      <a:pt x="793" y="601"/>
                      <a:pt x="773" y="611"/>
                      <a:pt x="759" y="635"/>
                    </a:cubicBezTo>
                    <a:cubicBezTo>
                      <a:pt x="740" y="666"/>
                      <a:pt x="697" y="676"/>
                      <a:pt x="647" y="676"/>
                    </a:cubicBezTo>
                    <a:cubicBezTo>
                      <a:pt x="568" y="676"/>
                      <a:pt x="472" y="650"/>
                      <a:pt x="432" y="644"/>
                    </a:cubicBezTo>
                    <a:cubicBezTo>
                      <a:pt x="364" y="638"/>
                      <a:pt x="299" y="628"/>
                      <a:pt x="228" y="622"/>
                    </a:cubicBezTo>
                    <a:cubicBezTo>
                      <a:pt x="370" y="476"/>
                      <a:pt x="542" y="304"/>
                      <a:pt x="419" y="103"/>
                    </a:cubicBezTo>
                    <a:cubicBezTo>
                      <a:pt x="379" y="36"/>
                      <a:pt x="307" y="1"/>
                      <a:pt x="2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
              <p:cNvSpPr/>
              <p:nvPr/>
            </p:nvSpPr>
            <p:spPr>
              <a:xfrm>
                <a:off x="8313048" y="2875951"/>
                <a:ext cx="53258" cy="67968"/>
              </a:xfrm>
              <a:custGeom>
                <a:rect b="b" l="l" r="r" t="t"/>
                <a:pathLst>
                  <a:path extrusionOk="0" h="1035" w="811">
                    <a:moveTo>
                      <a:pt x="481" y="1"/>
                    </a:moveTo>
                    <a:cubicBezTo>
                      <a:pt x="364" y="1"/>
                      <a:pt x="250" y="33"/>
                      <a:pt x="156" y="106"/>
                    </a:cubicBezTo>
                    <a:cubicBezTo>
                      <a:pt x="78" y="161"/>
                      <a:pt x="0" y="252"/>
                      <a:pt x="65" y="349"/>
                    </a:cubicBezTo>
                    <a:cubicBezTo>
                      <a:pt x="149" y="478"/>
                      <a:pt x="369" y="440"/>
                      <a:pt x="496" y="485"/>
                    </a:cubicBezTo>
                    <a:cubicBezTo>
                      <a:pt x="593" y="524"/>
                      <a:pt x="645" y="566"/>
                      <a:pt x="635" y="676"/>
                    </a:cubicBezTo>
                    <a:cubicBezTo>
                      <a:pt x="629" y="776"/>
                      <a:pt x="577" y="838"/>
                      <a:pt x="473" y="864"/>
                    </a:cubicBezTo>
                    <a:cubicBezTo>
                      <a:pt x="376" y="887"/>
                      <a:pt x="305" y="864"/>
                      <a:pt x="214" y="912"/>
                    </a:cubicBezTo>
                    <a:cubicBezTo>
                      <a:pt x="153" y="946"/>
                      <a:pt x="191" y="1035"/>
                      <a:pt x="250" y="1035"/>
                    </a:cubicBezTo>
                    <a:cubicBezTo>
                      <a:pt x="260" y="1035"/>
                      <a:pt x="271" y="1032"/>
                      <a:pt x="282" y="1026"/>
                    </a:cubicBezTo>
                    <a:cubicBezTo>
                      <a:pt x="360" y="981"/>
                      <a:pt x="473" y="1003"/>
                      <a:pt x="557" y="971"/>
                    </a:cubicBezTo>
                    <a:cubicBezTo>
                      <a:pt x="616" y="951"/>
                      <a:pt x="667" y="916"/>
                      <a:pt x="710" y="870"/>
                    </a:cubicBezTo>
                    <a:cubicBezTo>
                      <a:pt x="778" y="789"/>
                      <a:pt x="810" y="679"/>
                      <a:pt x="771" y="576"/>
                    </a:cubicBezTo>
                    <a:cubicBezTo>
                      <a:pt x="726" y="459"/>
                      <a:pt x="612" y="388"/>
                      <a:pt x="499" y="355"/>
                    </a:cubicBezTo>
                    <a:cubicBezTo>
                      <a:pt x="454" y="346"/>
                      <a:pt x="405" y="336"/>
                      <a:pt x="356" y="333"/>
                    </a:cubicBezTo>
                    <a:cubicBezTo>
                      <a:pt x="269" y="320"/>
                      <a:pt x="240" y="349"/>
                      <a:pt x="246" y="239"/>
                    </a:cubicBezTo>
                    <a:cubicBezTo>
                      <a:pt x="253" y="141"/>
                      <a:pt x="295" y="125"/>
                      <a:pt x="389" y="96"/>
                    </a:cubicBezTo>
                    <a:cubicBezTo>
                      <a:pt x="437" y="82"/>
                      <a:pt x="487" y="78"/>
                      <a:pt x="536" y="78"/>
                    </a:cubicBezTo>
                    <a:cubicBezTo>
                      <a:pt x="556" y="78"/>
                      <a:pt x="576" y="79"/>
                      <a:pt x="596" y="80"/>
                    </a:cubicBezTo>
                    <a:cubicBezTo>
                      <a:pt x="597" y="80"/>
                      <a:pt x="598" y="80"/>
                      <a:pt x="599" y="80"/>
                    </a:cubicBezTo>
                    <a:cubicBezTo>
                      <a:pt x="636" y="80"/>
                      <a:pt x="644" y="15"/>
                      <a:pt x="603" y="12"/>
                    </a:cubicBezTo>
                    <a:cubicBezTo>
                      <a:pt x="562" y="4"/>
                      <a:pt x="521"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 name="Google Shape;218;p2"/>
            <p:cNvGrpSpPr/>
            <p:nvPr/>
          </p:nvGrpSpPr>
          <p:grpSpPr>
            <a:xfrm rot="1967023">
              <a:off x="-715268" y="3814614"/>
              <a:ext cx="1107620" cy="218172"/>
              <a:chOff x="4737493" y="4305992"/>
              <a:chExt cx="547410" cy="107830"/>
            </a:xfrm>
          </p:grpSpPr>
          <p:sp>
            <p:nvSpPr>
              <p:cNvPr id="219" name="Google Shape;219;p2"/>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 name="Google Shape;232;p2"/>
            <p:cNvGrpSpPr/>
            <p:nvPr/>
          </p:nvGrpSpPr>
          <p:grpSpPr>
            <a:xfrm rot="-4946701">
              <a:off x="-318237" y="4951265"/>
              <a:ext cx="979619" cy="216229"/>
              <a:chOff x="7968422" y="675563"/>
              <a:chExt cx="462304" cy="102049"/>
            </a:xfrm>
          </p:grpSpPr>
          <p:sp>
            <p:nvSpPr>
              <p:cNvPr id="233" name="Google Shape;233;p2"/>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 name="Google Shape;246;p2"/>
            <p:cNvGrpSpPr/>
            <p:nvPr/>
          </p:nvGrpSpPr>
          <p:grpSpPr>
            <a:xfrm rot="-5138042">
              <a:off x="2079219" y="4713580"/>
              <a:ext cx="461598" cy="269558"/>
              <a:chOff x="5999959" y="663349"/>
              <a:chExt cx="216246" cy="126280"/>
            </a:xfrm>
          </p:grpSpPr>
          <p:sp>
            <p:nvSpPr>
              <p:cNvPr id="247" name="Google Shape;247;p2"/>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4" name="Google Shape;254;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5" name="Shape 255"/>
        <p:cNvGrpSpPr/>
        <p:nvPr/>
      </p:nvGrpSpPr>
      <p:grpSpPr>
        <a:xfrm>
          <a:off x="0" y="0"/>
          <a:ext cx="0" cy="0"/>
          <a:chOff x="0" y="0"/>
          <a:chExt cx="0" cy="0"/>
        </a:xfrm>
      </p:grpSpPr>
      <p:pic>
        <p:nvPicPr>
          <p:cNvPr id="256" name="Google Shape;256;p3"/>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57" name="Google Shape;257;p3"/>
          <p:cNvGrpSpPr/>
          <p:nvPr/>
        </p:nvGrpSpPr>
        <p:grpSpPr>
          <a:xfrm>
            <a:off x="-278132" y="-243845"/>
            <a:ext cx="9727651" cy="5779482"/>
            <a:chOff x="-278132" y="-243845"/>
            <a:chExt cx="9727651" cy="5779482"/>
          </a:xfrm>
        </p:grpSpPr>
        <p:grpSp>
          <p:nvGrpSpPr>
            <p:cNvPr id="258" name="Google Shape;258;p3"/>
            <p:cNvGrpSpPr/>
            <p:nvPr/>
          </p:nvGrpSpPr>
          <p:grpSpPr>
            <a:xfrm rot="-1810199">
              <a:off x="-166182" y="3979047"/>
              <a:ext cx="1251126" cy="782740"/>
              <a:chOff x="6880435" y="4156402"/>
              <a:chExt cx="650771" cy="407141"/>
            </a:xfrm>
          </p:grpSpPr>
          <p:sp>
            <p:nvSpPr>
              <p:cNvPr id="259" name="Google Shape;259;p3"/>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3"/>
            <p:cNvGrpSpPr/>
            <p:nvPr/>
          </p:nvGrpSpPr>
          <p:grpSpPr>
            <a:xfrm rot="-2463724">
              <a:off x="2142293" y="384557"/>
              <a:ext cx="787510" cy="743427"/>
              <a:chOff x="3712416" y="2719728"/>
              <a:chExt cx="383381" cy="361907"/>
            </a:xfrm>
          </p:grpSpPr>
          <p:sp>
            <p:nvSpPr>
              <p:cNvPr id="264" name="Google Shape;264;p3"/>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 name="Google Shape;287;p3"/>
            <p:cNvGrpSpPr/>
            <p:nvPr/>
          </p:nvGrpSpPr>
          <p:grpSpPr>
            <a:xfrm rot="3195961">
              <a:off x="1481363" y="4463753"/>
              <a:ext cx="949013" cy="865520"/>
              <a:chOff x="5882939" y="3323344"/>
              <a:chExt cx="444901" cy="405775"/>
            </a:xfrm>
          </p:grpSpPr>
          <p:sp>
            <p:nvSpPr>
              <p:cNvPr id="288" name="Google Shape;288;p3"/>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 name="Google Shape;292;p3"/>
            <p:cNvGrpSpPr/>
            <p:nvPr/>
          </p:nvGrpSpPr>
          <p:grpSpPr>
            <a:xfrm rot="9185211">
              <a:off x="79544" y="942875"/>
              <a:ext cx="1081988" cy="684887"/>
              <a:chOff x="4808808" y="1957984"/>
              <a:chExt cx="404920" cy="256310"/>
            </a:xfrm>
          </p:grpSpPr>
          <p:sp>
            <p:nvSpPr>
              <p:cNvPr id="293" name="Google Shape;293;p3"/>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 name="Google Shape;295;p3"/>
            <p:cNvGrpSpPr/>
            <p:nvPr/>
          </p:nvGrpSpPr>
          <p:grpSpPr>
            <a:xfrm rot="1830349">
              <a:off x="549304" y="2978000"/>
              <a:ext cx="1071906" cy="771565"/>
              <a:chOff x="5859955" y="1906764"/>
              <a:chExt cx="497056" cy="357770"/>
            </a:xfrm>
          </p:grpSpPr>
          <p:sp>
            <p:nvSpPr>
              <p:cNvPr id="296" name="Google Shape;296;p3"/>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 name="Google Shape;315;p3"/>
            <p:cNvGrpSpPr/>
            <p:nvPr/>
          </p:nvGrpSpPr>
          <p:grpSpPr>
            <a:xfrm rot="-7481750">
              <a:off x="1042444" y="1556554"/>
              <a:ext cx="949017" cy="865523"/>
              <a:chOff x="5882939" y="3323344"/>
              <a:chExt cx="444901" cy="405775"/>
            </a:xfrm>
          </p:grpSpPr>
          <p:sp>
            <p:nvSpPr>
              <p:cNvPr id="316" name="Google Shape;316;p3"/>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 name="Google Shape;320;p3"/>
            <p:cNvGrpSpPr/>
            <p:nvPr/>
          </p:nvGrpSpPr>
          <p:grpSpPr>
            <a:xfrm rot="2304760">
              <a:off x="8271884" y="4483869"/>
              <a:ext cx="1081965" cy="684873"/>
              <a:chOff x="4808808" y="1957984"/>
              <a:chExt cx="404920" cy="256310"/>
            </a:xfrm>
          </p:grpSpPr>
          <p:sp>
            <p:nvSpPr>
              <p:cNvPr id="321" name="Google Shape;321;p3"/>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 name="Google Shape;323;p3"/>
            <p:cNvGrpSpPr/>
            <p:nvPr/>
          </p:nvGrpSpPr>
          <p:grpSpPr>
            <a:xfrm>
              <a:off x="8470437" y="-243845"/>
              <a:ext cx="949019" cy="865518"/>
              <a:chOff x="5882939" y="3323344"/>
              <a:chExt cx="444901" cy="405775"/>
            </a:xfrm>
          </p:grpSpPr>
          <p:sp>
            <p:nvSpPr>
              <p:cNvPr id="324" name="Google Shape;324;p3"/>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8" name="Google Shape;328;p3"/>
          <p:cNvGrpSpPr/>
          <p:nvPr/>
        </p:nvGrpSpPr>
        <p:grpSpPr>
          <a:xfrm>
            <a:off x="-213326" y="-279380"/>
            <a:ext cx="9638381" cy="5960200"/>
            <a:chOff x="-213326" y="-279380"/>
            <a:chExt cx="9638381" cy="5960200"/>
          </a:xfrm>
        </p:grpSpPr>
        <p:grpSp>
          <p:nvGrpSpPr>
            <p:cNvPr id="329" name="Google Shape;329;p3"/>
            <p:cNvGrpSpPr/>
            <p:nvPr/>
          </p:nvGrpSpPr>
          <p:grpSpPr>
            <a:xfrm rot="1967023">
              <a:off x="-242468" y="3837852"/>
              <a:ext cx="1107620" cy="218172"/>
              <a:chOff x="4737493" y="4305992"/>
              <a:chExt cx="547410" cy="107830"/>
            </a:xfrm>
          </p:grpSpPr>
          <p:sp>
            <p:nvSpPr>
              <p:cNvPr id="330" name="Google Shape;330;p3"/>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 name="Google Shape;343;p3"/>
            <p:cNvGrpSpPr/>
            <p:nvPr/>
          </p:nvGrpSpPr>
          <p:grpSpPr>
            <a:xfrm rot="1857328">
              <a:off x="1689500" y="316868"/>
              <a:ext cx="461608" cy="269559"/>
              <a:chOff x="5999959" y="663349"/>
              <a:chExt cx="216246" cy="126280"/>
            </a:xfrm>
          </p:grpSpPr>
          <p:sp>
            <p:nvSpPr>
              <p:cNvPr id="344" name="Google Shape;344;p3"/>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 name="Google Shape;351;p3"/>
            <p:cNvGrpSpPr/>
            <p:nvPr/>
          </p:nvGrpSpPr>
          <p:grpSpPr>
            <a:xfrm rot="-1936651">
              <a:off x="97704" y="472639"/>
              <a:ext cx="1045682" cy="309432"/>
              <a:chOff x="5813594" y="2813041"/>
              <a:chExt cx="591605" cy="175073"/>
            </a:xfrm>
          </p:grpSpPr>
          <p:sp>
            <p:nvSpPr>
              <p:cNvPr id="352" name="Google Shape;352;p3"/>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7" name="Google Shape;367;p3"/>
            <p:cNvGrpSpPr/>
            <p:nvPr/>
          </p:nvGrpSpPr>
          <p:grpSpPr>
            <a:xfrm rot="-2699656">
              <a:off x="-152299" y="2706264"/>
              <a:ext cx="979615" cy="216234"/>
              <a:chOff x="7968422" y="675563"/>
              <a:chExt cx="462304" cy="102049"/>
            </a:xfrm>
          </p:grpSpPr>
          <p:sp>
            <p:nvSpPr>
              <p:cNvPr id="368" name="Google Shape;368;p3"/>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 name="Google Shape;381;p3"/>
            <p:cNvGrpSpPr/>
            <p:nvPr/>
          </p:nvGrpSpPr>
          <p:grpSpPr>
            <a:xfrm rot="-1872959">
              <a:off x="120836" y="5005094"/>
              <a:ext cx="677116" cy="330879"/>
              <a:chOff x="7053208" y="3451133"/>
              <a:chExt cx="306539" cy="149789"/>
            </a:xfrm>
          </p:grpSpPr>
          <p:sp>
            <p:nvSpPr>
              <p:cNvPr id="382" name="Google Shape;382;p3"/>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 name="Google Shape;391;p3"/>
            <p:cNvGrpSpPr/>
            <p:nvPr/>
          </p:nvGrpSpPr>
          <p:grpSpPr>
            <a:xfrm rot="-2390308">
              <a:off x="2213166" y="5175902"/>
              <a:ext cx="979632" cy="216236"/>
              <a:chOff x="7968422" y="675563"/>
              <a:chExt cx="462304" cy="102049"/>
            </a:xfrm>
          </p:grpSpPr>
          <p:sp>
            <p:nvSpPr>
              <p:cNvPr id="392" name="Google Shape;392;p3"/>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 name="Google Shape;405;p3"/>
            <p:cNvGrpSpPr/>
            <p:nvPr/>
          </p:nvGrpSpPr>
          <p:grpSpPr>
            <a:xfrm rot="-1304552">
              <a:off x="8793039" y="727252"/>
              <a:ext cx="612594" cy="222495"/>
              <a:chOff x="3720033" y="657636"/>
              <a:chExt cx="380942" cy="138367"/>
            </a:xfrm>
          </p:grpSpPr>
          <p:sp>
            <p:nvSpPr>
              <p:cNvPr id="406" name="Google Shape;406;p3"/>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 name="Google Shape;412;p3"/>
            <p:cNvGrpSpPr/>
            <p:nvPr/>
          </p:nvGrpSpPr>
          <p:grpSpPr>
            <a:xfrm rot="-1237466">
              <a:off x="8587787" y="4163404"/>
              <a:ext cx="714306" cy="332764"/>
              <a:chOff x="8025882" y="2821184"/>
              <a:chExt cx="340424" cy="158589"/>
            </a:xfrm>
          </p:grpSpPr>
          <p:sp>
            <p:nvSpPr>
              <p:cNvPr id="413" name="Google Shape;413;p3"/>
              <p:cNvSpPr/>
              <p:nvPr/>
            </p:nvSpPr>
            <p:spPr>
              <a:xfrm>
                <a:off x="8025882" y="2871420"/>
                <a:ext cx="56214" cy="78279"/>
              </a:xfrm>
              <a:custGeom>
                <a:rect b="b" l="l" r="r" t="t"/>
                <a:pathLst>
                  <a:path extrusionOk="0" h="1192" w="856">
                    <a:moveTo>
                      <a:pt x="799" y="0"/>
                    </a:moveTo>
                    <a:cubicBezTo>
                      <a:pt x="790" y="0"/>
                      <a:pt x="781" y="4"/>
                      <a:pt x="774" y="13"/>
                    </a:cubicBezTo>
                    <a:cubicBezTo>
                      <a:pt x="709" y="94"/>
                      <a:pt x="648" y="178"/>
                      <a:pt x="586" y="259"/>
                    </a:cubicBezTo>
                    <a:cubicBezTo>
                      <a:pt x="554" y="304"/>
                      <a:pt x="495" y="366"/>
                      <a:pt x="453" y="431"/>
                    </a:cubicBezTo>
                    <a:cubicBezTo>
                      <a:pt x="408" y="382"/>
                      <a:pt x="359" y="340"/>
                      <a:pt x="317" y="291"/>
                    </a:cubicBezTo>
                    <a:cubicBezTo>
                      <a:pt x="236" y="210"/>
                      <a:pt x="158" y="126"/>
                      <a:pt x="77" y="45"/>
                    </a:cubicBezTo>
                    <a:cubicBezTo>
                      <a:pt x="69" y="37"/>
                      <a:pt x="60" y="33"/>
                      <a:pt x="51" y="33"/>
                    </a:cubicBezTo>
                    <a:cubicBezTo>
                      <a:pt x="23" y="33"/>
                      <a:pt x="1" y="70"/>
                      <a:pt x="26" y="97"/>
                    </a:cubicBezTo>
                    <a:cubicBezTo>
                      <a:pt x="94" y="181"/>
                      <a:pt x="165" y="262"/>
                      <a:pt x="239" y="343"/>
                    </a:cubicBezTo>
                    <a:cubicBezTo>
                      <a:pt x="294" y="408"/>
                      <a:pt x="350" y="483"/>
                      <a:pt x="405" y="544"/>
                    </a:cubicBezTo>
                    <a:cubicBezTo>
                      <a:pt x="401" y="615"/>
                      <a:pt x="437" y="706"/>
                      <a:pt x="450" y="774"/>
                    </a:cubicBezTo>
                    <a:cubicBezTo>
                      <a:pt x="473" y="901"/>
                      <a:pt x="499" y="1024"/>
                      <a:pt x="531" y="1147"/>
                    </a:cubicBezTo>
                    <a:cubicBezTo>
                      <a:pt x="539" y="1178"/>
                      <a:pt x="561" y="1191"/>
                      <a:pt x="584" y="1191"/>
                    </a:cubicBezTo>
                    <a:cubicBezTo>
                      <a:pt x="619" y="1191"/>
                      <a:pt x="655" y="1161"/>
                      <a:pt x="648" y="1114"/>
                    </a:cubicBezTo>
                    <a:cubicBezTo>
                      <a:pt x="625" y="949"/>
                      <a:pt x="534" y="755"/>
                      <a:pt x="537" y="586"/>
                    </a:cubicBezTo>
                    <a:lnTo>
                      <a:pt x="537" y="564"/>
                    </a:lnTo>
                    <a:cubicBezTo>
                      <a:pt x="547" y="564"/>
                      <a:pt x="547" y="560"/>
                      <a:pt x="547" y="551"/>
                    </a:cubicBezTo>
                    <a:cubicBezTo>
                      <a:pt x="576" y="382"/>
                      <a:pt x="755" y="198"/>
                      <a:pt x="839" y="61"/>
                    </a:cubicBezTo>
                    <a:cubicBezTo>
                      <a:pt x="856" y="35"/>
                      <a:pt x="827" y="0"/>
                      <a:pt x="7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
              <p:cNvSpPr/>
              <p:nvPr/>
            </p:nvSpPr>
            <p:spPr>
              <a:xfrm>
                <a:off x="8072703" y="2920867"/>
                <a:ext cx="40190" cy="8997"/>
              </a:xfrm>
              <a:custGeom>
                <a:rect b="b" l="l" r="r" t="t"/>
                <a:pathLst>
                  <a:path extrusionOk="0" h="137" w="612">
                    <a:moveTo>
                      <a:pt x="52" y="0"/>
                    </a:moveTo>
                    <a:cubicBezTo>
                      <a:pt x="13" y="0"/>
                      <a:pt x="0" y="58"/>
                      <a:pt x="45" y="73"/>
                    </a:cubicBezTo>
                    <a:cubicBezTo>
                      <a:pt x="149" y="106"/>
                      <a:pt x="280" y="137"/>
                      <a:pt x="403" y="137"/>
                    </a:cubicBezTo>
                    <a:cubicBezTo>
                      <a:pt x="459" y="137"/>
                      <a:pt x="513" y="130"/>
                      <a:pt x="563" y="115"/>
                    </a:cubicBezTo>
                    <a:cubicBezTo>
                      <a:pt x="612" y="105"/>
                      <a:pt x="602" y="34"/>
                      <a:pt x="550" y="28"/>
                    </a:cubicBezTo>
                    <a:cubicBezTo>
                      <a:pt x="479" y="28"/>
                      <a:pt x="411" y="41"/>
                      <a:pt x="341" y="41"/>
                    </a:cubicBezTo>
                    <a:cubicBezTo>
                      <a:pt x="334" y="41"/>
                      <a:pt x="327" y="41"/>
                      <a:pt x="320" y="41"/>
                    </a:cubicBezTo>
                    <a:cubicBezTo>
                      <a:pt x="236" y="37"/>
                      <a:pt x="148" y="24"/>
                      <a:pt x="64" y="2"/>
                    </a:cubicBezTo>
                    <a:cubicBezTo>
                      <a:pt x="60" y="1"/>
                      <a:pt x="56"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
              <p:cNvSpPr/>
              <p:nvPr/>
            </p:nvSpPr>
            <p:spPr>
              <a:xfrm>
                <a:off x="8069354" y="2907077"/>
                <a:ext cx="45050" cy="8406"/>
              </a:xfrm>
              <a:custGeom>
                <a:rect b="b" l="l" r="r" t="t"/>
                <a:pathLst>
                  <a:path extrusionOk="0" h="128" w="686">
                    <a:moveTo>
                      <a:pt x="32" y="1"/>
                    </a:moveTo>
                    <a:cubicBezTo>
                      <a:pt x="2" y="1"/>
                      <a:pt x="0" y="53"/>
                      <a:pt x="31" y="59"/>
                    </a:cubicBezTo>
                    <a:cubicBezTo>
                      <a:pt x="186" y="100"/>
                      <a:pt x="364" y="127"/>
                      <a:pt x="528" y="127"/>
                    </a:cubicBezTo>
                    <a:cubicBezTo>
                      <a:pt x="559" y="127"/>
                      <a:pt x="590" y="126"/>
                      <a:pt x="621" y="124"/>
                    </a:cubicBezTo>
                    <a:cubicBezTo>
                      <a:pt x="685" y="118"/>
                      <a:pt x="685" y="24"/>
                      <a:pt x="621" y="24"/>
                    </a:cubicBezTo>
                    <a:cubicBezTo>
                      <a:pt x="426" y="17"/>
                      <a:pt x="232" y="17"/>
                      <a:pt x="37" y="1"/>
                    </a:cubicBezTo>
                    <a:cubicBezTo>
                      <a:pt x="36" y="1"/>
                      <a:pt x="34" y="1"/>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
              <p:cNvSpPr/>
              <p:nvPr/>
            </p:nvSpPr>
            <p:spPr>
              <a:xfrm>
                <a:off x="8122545" y="2887968"/>
                <a:ext cx="48793" cy="51617"/>
              </a:xfrm>
              <a:custGeom>
                <a:rect b="b" l="l" r="r" t="t"/>
                <a:pathLst>
                  <a:path extrusionOk="0" h="786" w="743">
                    <a:moveTo>
                      <a:pt x="427" y="0"/>
                    </a:moveTo>
                    <a:cubicBezTo>
                      <a:pt x="173" y="0"/>
                      <a:pt x="0" y="319"/>
                      <a:pt x="99" y="542"/>
                    </a:cubicBezTo>
                    <a:cubicBezTo>
                      <a:pt x="162" y="682"/>
                      <a:pt x="334" y="785"/>
                      <a:pt x="495" y="785"/>
                    </a:cubicBezTo>
                    <a:cubicBezTo>
                      <a:pt x="575" y="785"/>
                      <a:pt x="652" y="760"/>
                      <a:pt x="711" y="700"/>
                    </a:cubicBezTo>
                    <a:cubicBezTo>
                      <a:pt x="743" y="669"/>
                      <a:pt x="715" y="603"/>
                      <a:pt x="670" y="603"/>
                    </a:cubicBezTo>
                    <a:cubicBezTo>
                      <a:pt x="665" y="603"/>
                      <a:pt x="659" y="604"/>
                      <a:pt x="653" y="606"/>
                    </a:cubicBezTo>
                    <a:cubicBezTo>
                      <a:pt x="589" y="630"/>
                      <a:pt x="519" y="648"/>
                      <a:pt x="453" y="648"/>
                    </a:cubicBezTo>
                    <a:cubicBezTo>
                      <a:pt x="359" y="648"/>
                      <a:pt x="271" y="612"/>
                      <a:pt x="216" y="509"/>
                    </a:cubicBezTo>
                    <a:cubicBezTo>
                      <a:pt x="112" y="315"/>
                      <a:pt x="277" y="127"/>
                      <a:pt x="452" y="72"/>
                    </a:cubicBezTo>
                    <a:cubicBezTo>
                      <a:pt x="491" y="59"/>
                      <a:pt x="484" y="4"/>
                      <a:pt x="442" y="1"/>
                    </a:cubicBezTo>
                    <a:cubicBezTo>
                      <a:pt x="437" y="0"/>
                      <a:pt x="432" y="0"/>
                      <a:pt x="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
              <p:cNvSpPr/>
              <p:nvPr/>
            </p:nvSpPr>
            <p:spPr>
              <a:xfrm>
                <a:off x="8170088" y="2914695"/>
                <a:ext cx="29814" cy="39468"/>
              </a:xfrm>
              <a:custGeom>
                <a:rect b="b" l="l" r="r" t="t"/>
                <a:pathLst>
                  <a:path extrusionOk="0" h="601" w="454">
                    <a:moveTo>
                      <a:pt x="309" y="0"/>
                    </a:moveTo>
                    <a:cubicBezTo>
                      <a:pt x="286" y="0"/>
                      <a:pt x="265" y="13"/>
                      <a:pt x="259" y="41"/>
                    </a:cubicBezTo>
                    <a:cubicBezTo>
                      <a:pt x="250" y="70"/>
                      <a:pt x="243" y="105"/>
                      <a:pt x="214" y="122"/>
                    </a:cubicBezTo>
                    <a:cubicBezTo>
                      <a:pt x="201" y="130"/>
                      <a:pt x="182" y="135"/>
                      <a:pt x="162" y="135"/>
                    </a:cubicBezTo>
                    <a:cubicBezTo>
                      <a:pt x="127" y="135"/>
                      <a:pt x="92" y="117"/>
                      <a:pt x="107" y="67"/>
                    </a:cubicBezTo>
                    <a:cubicBezTo>
                      <a:pt x="117" y="38"/>
                      <a:pt x="96" y="20"/>
                      <a:pt x="73" y="20"/>
                    </a:cubicBezTo>
                    <a:cubicBezTo>
                      <a:pt x="58" y="20"/>
                      <a:pt x="42" y="29"/>
                      <a:pt x="36" y="47"/>
                    </a:cubicBezTo>
                    <a:cubicBezTo>
                      <a:pt x="0" y="131"/>
                      <a:pt x="65" y="229"/>
                      <a:pt x="152" y="245"/>
                    </a:cubicBezTo>
                    <a:cubicBezTo>
                      <a:pt x="163" y="247"/>
                      <a:pt x="173" y="248"/>
                      <a:pt x="183" y="248"/>
                    </a:cubicBezTo>
                    <a:cubicBezTo>
                      <a:pt x="228" y="248"/>
                      <a:pt x="266" y="226"/>
                      <a:pt x="298" y="199"/>
                    </a:cubicBezTo>
                    <a:cubicBezTo>
                      <a:pt x="324" y="306"/>
                      <a:pt x="324" y="413"/>
                      <a:pt x="308" y="523"/>
                    </a:cubicBezTo>
                    <a:cubicBezTo>
                      <a:pt x="300" y="570"/>
                      <a:pt x="338" y="600"/>
                      <a:pt x="373" y="600"/>
                    </a:cubicBezTo>
                    <a:cubicBezTo>
                      <a:pt x="396" y="600"/>
                      <a:pt x="418" y="587"/>
                      <a:pt x="425" y="556"/>
                    </a:cubicBezTo>
                    <a:cubicBezTo>
                      <a:pt x="454" y="381"/>
                      <a:pt x="437" y="209"/>
                      <a:pt x="373" y="41"/>
                    </a:cubicBezTo>
                    <a:cubicBezTo>
                      <a:pt x="361" y="15"/>
                      <a:pt x="334" y="0"/>
                      <a:pt x="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
              <p:cNvSpPr/>
              <p:nvPr/>
            </p:nvSpPr>
            <p:spPr>
              <a:xfrm>
                <a:off x="8207519" y="2885604"/>
                <a:ext cx="35987" cy="59103"/>
              </a:xfrm>
              <a:custGeom>
                <a:rect b="b" l="l" r="r" t="t"/>
                <a:pathLst>
                  <a:path extrusionOk="0" h="900" w="548">
                    <a:moveTo>
                      <a:pt x="272" y="153"/>
                    </a:moveTo>
                    <a:cubicBezTo>
                      <a:pt x="290" y="153"/>
                      <a:pt x="309" y="158"/>
                      <a:pt x="331" y="169"/>
                    </a:cubicBezTo>
                    <a:cubicBezTo>
                      <a:pt x="392" y="199"/>
                      <a:pt x="408" y="224"/>
                      <a:pt x="389" y="296"/>
                    </a:cubicBezTo>
                    <a:cubicBezTo>
                      <a:pt x="357" y="399"/>
                      <a:pt x="234" y="445"/>
                      <a:pt x="136" y="467"/>
                    </a:cubicBezTo>
                    <a:cubicBezTo>
                      <a:pt x="133" y="403"/>
                      <a:pt x="133" y="338"/>
                      <a:pt x="153" y="273"/>
                    </a:cubicBezTo>
                    <a:cubicBezTo>
                      <a:pt x="175" y="206"/>
                      <a:pt x="214" y="153"/>
                      <a:pt x="272" y="153"/>
                    </a:cubicBezTo>
                    <a:close/>
                    <a:moveTo>
                      <a:pt x="306" y="0"/>
                    </a:moveTo>
                    <a:cubicBezTo>
                      <a:pt x="215" y="0"/>
                      <a:pt x="127" y="57"/>
                      <a:pt x="72" y="134"/>
                    </a:cubicBezTo>
                    <a:cubicBezTo>
                      <a:pt x="63" y="121"/>
                      <a:pt x="49" y="115"/>
                      <a:pt x="36" y="115"/>
                    </a:cubicBezTo>
                    <a:cubicBezTo>
                      <a:pt x="18" y="115"/>
                      <a:pt x="0" y="127"/>
                      <a:pt x="0" y="153"/>
                    </a:cubicBezTo>
                    <a:cubicBezTo>
                      <a:pt x="0" y="383"/>
                      <a:pt x="7" y="610"/>
                      <a:pt x="13" y="840"/>
                    </a:cubicBezTo>
                    <a:cubicBezTo>
                      <a:pt x="13" y="880"/>
                      <a:pt x="41" y="899"/>
                      <a:pt x="70" y="899"/>
                    </a:cubicBezTo>
                    <a:cubicBezTo>
                      <a:pt x="95" y="899"/>
                      <a:pt x="121" y="885"/>
                      <a:pt x="130" y="856"/>
                    </a:cubicBezTo>
                    <a:cubicBezTo>
                      <a:pt x="162" y="772"/>
                      <a:pt x="159" y="685"/>
                      <a:pt x="149" y="597"/>
                    </a:cubicBezTo>
                    <a:cubicBezTo>
                      <a:pt x="298" y="561"/>
                      <a:pt x="467" y="493"/>
                      <a:pt x="515" y="331"/>
                    </a:cubicBezTo>
                    <a:cubicBezTo>
                      <a:pt x="548" y="218"/>
                      <a:pt x="509" y="79"/>
                      <a:pt x="402" y="24"/>
                    </a:cubicBezTo>
                    <a:cubicBezTo>
                      <a:pt x="371" y="7"/>
                      <a:pt x="338" y="0"/>
                      <a:pt x="3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
              <p:cNvSpPr/>
              <p:nvPr/>
            </p:nvSpPr>
            <p:spPr>
              <a:xfrm>
                <a:off x="8251123" y="2904582"/>
                <a:ext cx="60022" cy="13265"/>
              </a:xfrm>
              <a:custGeom>
                <a:rect b="b" l="l" r="r" t="t"/>
                <a:pathLst>
                  <a:path extrusionOk="0" h="202" w="914">
                    <a:moveTo>
                      <a:pt x="52" y="0"/>
                    </a:moveTo>
                    <a:cubicBezTo>
                      <a:pt x="7" y="0"/>
                      <a:pt x="0" y="72"/>
                      <a:pt x="39" y="78"/>
                    </a:cubicBezTo>
                    <a:cubicBezTo>
                      <a:pt x="295" y="143"/>
                      <a:pt x="574" y="162"/>
                      <a:pt x="833" y="201"/>
                    </a:cubicBezTo>
                    <a:cubicBezTo>
                      <a:pt x="836" y="202"/>
                      <a:pt x="839" y="202"/>
                      <a:pt x="842" y="202"/>
                    </a:cubicBezTo>
                    <a:cubicBezTo>
                      <a:pt x="914" y="202"/>
                      <a:pt x="911" y="87"/>
                      <a:pt x="839" y="78"/>
                    </a:cubicBezTo>
                    <a:cubicBezTo>
                      <a:pt x="577" y="49"/>
                      <a:pt x="311"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
              <p:cNvSpPr/>
              <p:nvPr/>
            </p:nvSpPr>
            <p:spPr>
              <a:xfrm>
                <a:off x="8254472" y="2839702"/>
                <a:ext cx="49909" cy="56542"/>
              </a:xfrm>
              <a:custGeom>
                <a:rect b="b" l="l" r="r" t="t"/>
                <a:pathLst>
                  <a:path extrusionOk="0" h="861" w="760">
                    <a:moveTo>
                      <a:pt x="691" y="0"/>
                    </a:moveTo>
                    <a:cubicBezTo>
                      <a:pt x="674" y="0"/>
                      <a:pt x="657" y="9"/>
                      <a:pt x="646" y="29"/>
                    </a:cubicBezTo>
                    <a:cubicBezTo>
                      <a:pt x="545" y="233"/>
                      <a:pt x="474" y="454"/>
                      <a:pt x="390" y="671"/>
                    </a:cubicBezTo>
                    <a:cubicBezTo>
                      <a:pt x="277" y="483"/>
                      <a:pt x="176" y="289"/>
                      <a:pt x="79" y="94"/>
                    </a:cubicBezTo>
                    <a:cubicBezTo>
                      <a:pt x="72" y="82"/>
                      <a:pt x="60" y="77"/>
                      <a:pt x="48" y="77"/>
                    </a:cubicBezTo>
                    <a:cubicBezTo>
                      <a:pt x="24" y="77"/>
                      <a:pt x="0" y="96"/>
                      <a:pt x="11" y="123"/>
                    </a:cubicBezTo>
                    <a:cubicBezTo>
                      <a:pt x="102" y="370"/>
                      <a:pt x="228" y="600"/>
                      <a:pt x="354" y="833"/>
                    </a:cubicBezTo>
                    <a:cubicBezTo>
                      <a:pt x="364" y="851"/>
                      <a:pt x="386" y="861"/>
                      <a:pt x="408" y="861"/>
                    </a:cubicBezTo>
                    <a:cubicBezTo>
                      <a:pt x="428" y="861"/>
                      <a:pt x="449" y="852"/>
                      <a:pt x="458" y="833"/>
                    </a:cubicBezTo>
                    <a:cubicBezTo>
                      <a:pt x="568" y="596"/>
                      <a:pt x="704" y="331"/>
                      <a:pt x="753" y="75"/>
                    </a:cubicBezTo>
                    <a:cubicBezTo>
                      <a:pt x="759" y="34"/>
                      <a:pt x="724" y="0"/>
                      <a:pt x="6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
              <p:cNvSpPr/>
              <p:nvPr/>
            </p:nvSpPr>
            <p:spPr>
              <a:xfrm>
                <a:off x="8305364" y="2821184"/>
                <a:ext cx="33032" cy="40781"/>
              </a:xfrm>
              <a:custGeom>
                <a:rect b="b" l="l" r="r" t="t"/>
                <a:pathLst>
                  <a:path extrusionOk="0" h="621" w="503">
                    <a:moveTo>
                      <a:pt x="185" y="1"/>
                    </a:moveTo>
                    <a:cubicBezTo>
                      <a:pt x="131" y="1"/>
                      <a:pt x="80" y="27"/>
                      <a:pt x="65" y="88"/>
                    </a:cubicBezTo>
                    <a:cubicBezTo>
                      <a:pt x="57" y="121"/>
                      <a:pt x="88" y="149"/>
                      <a:pt x="116" y="149"/>
                    </a:cubicBezTo>
                    <a:cubicBezTo>
                      <a:pt x="129" y="149"/>
                      <a:pt x="142" y="142"/>
                      <a:pt x="150" y="127"/>
                    </a:cubicBezTo>
                    <a:cubicBezTo>
                      <a:pt x="157" y="109"/>
                      <a:pt x="171" y="101"/>
                      <a:pt x="185" y="101"/>
                    </a:cubicBezTo>
                    <a:cubicBezTo>
                      <a:pt x="207" y="101"/>
                      <a:pt x="230" y="120"/>
                      <a:pt x="234" y="149"/>
                    </a:cubicBezTo>
                    <a:cubicBezTo>
                      <a:pt x="237" y="195"/>
                      <a:pt x="201" y="240"/>
                      <a:pt x="172" y="266"/>
                    </a:cubicBezTo>
                    <a:cubicBezTo>
                      <a:pt x="124" y="315"/>
                      <a:pt x="69" y="357"/>
                      <a:pt x="23" y="409"/>
                    </a:cubicBezTo>
                    <a:cubicBezTo>
                      <a:pt x="0" y="438"/>
                      <a:pt x="0" y="483"/>
                      <a:pt x="36" y="506"/>
                    </a:cubicBezTo>
                    <a:cubicBezTo>
                      <a:pt x="141" y="566"/>
                      <a:pt x="263" y="620"/>
                      <a:pt x="386" y="620"/>
                    </a:cubicBezTo>
                    <a:cubicBezTo>
                      <a:pt x="396" y="620"/>
                      <a:pt x="405" y="620"/>
                      <a:pt x="415" y="619"/>
                    </a:cubicBezTo>
                    <a:cubicBezTo>
                      <a:pt x="483" y="616"/>
                      <a:pt x="503" y="515"/>
                      <a:pt x="435" y="499"/>
                    </a:cubicBezTo>
                    <a:cubicBezTo>
                      <a:pt x="341" y="483"/>
                      <a:pt x="256" y="467"/>
                      <a:pt x="169" y="434"/>
                    </a:cubicBezTo>
                    <a:cubicBezTo>
                      <a:pt x="273" y="337"/>
                      <a:pt x="409" y="217"/>
                      <a:pt x="324" y="72"/>
                    </a:cubicBezTo>
                    <a:cubicBezTo>
                      <a:pt x="296" y="27"/>
                      <a:pt x="239" y="1"/>
                      <a:pt x="1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
              <p:cNvSpPr/>
              <p:nvPr/>
            </p:nvSpPr>
            <p:spPr>
              <a:xfrm>
                <a:off x="8256836" y="2927171"/>
                <a:ext cx="58840" cy="52602"/>
              </a:xfrm>
              <a:custGeom>
                <a:rect b="b" l="l" r="r" t="t"/>
                <a:pathLst>
                  <a:path extrusionOk="0" h="801" w="896">
                    <a:moveTo>
                      <a:pt x="237" y="1"/>
                    </a:moveTo>
                    <a:cubicBezTo>
                      <a:pt x="160" y="1"/>
                      <a:pt x="86" y="45"/>
                      <a:pt x="66" y="139"/>
                    </a:cubicBezTo>
                    <a:cubicBezTo>
                      <a:pt x="62" y="166"/>
                      <a:pt x="84" y="184"/>
                      <a:pt x="105" y="184"/>
                    </a:cubicBezTo>
                    <a:cubicBezTo>
                      <a:pt x="120" y="184"/>
                      <a:pt x="134" y="176"/>
                      <a:pt x="140" y="158"/>
                    </a:cubicBezTo>
                    <a:cubicBezTo>
                      <a:pt x="156" y="105"/>
                      <a:pt x="183" y="85"/>
                      <a:pt x="212" y="85"/>
                    </a:cubicBezTo>
                    <a:cubicBezTo>
                      <a:pt x="276" y="85"/>
                      <a:pt x="350" y="181"/>
                      <a:pt x="348" y="236"/>
                    </a:cubicBezTo>
                    <a:cubicBezTo>
                      <a:pt x="348" y="304"/>
                      <a:pt x="302" y="369"/>
                      <a:pt x="260" y="418"/>
                    </a:cubicBezTo>
                    <a:cubicBezTo>
                      <a:pt x="195" y="495"/>
                      <a:pt x="114" y="557"/>
                      <a:pt x="46" y="625"/>
                    </a:cubicBezTo>
                    <a:cubicBezTo>
                      <a:pt x="1" y="670"/>
                      <a:pt x="40" y="732"/>
                      <a:pt x="92" y="735"/>
                    </a:cubicBezTo>
                    <a:cubicBezTo>
                      <a:pt x="270" y="758"/>
                      <a:pt x="448" y="790"/>
                      <a:pt x="629" y="800"/>
                    </a:cubicBezTo>
                    <a:cubicBezTo>
                      <a:pt x="638" y="800"/>
                      <a:pt x="646" y="800"/>
                      <a:pt x="654" y="800"/>
                    </a:cubicBezTo>
                    <a:cubicBezTo>
                      <a:pt x="743" y="800"/>
                      <a:pt x="828" y="782"/>
                      <a:pt x="869" y="693"/>
                    </a:cubicBezTo>
                    <a:cubicBezTo>
                      <a:pt x="896" y="646"/>
                      <a:pt x="856" y="601"/>
                      <a:pt x="813" y="601"/>
                    </a:cubicBezTo>
                    <a:cubicBezTo>
                      <a:pt x="793" y="601"/>
                      <a:pt x="773" y="611"/>
                      <a:pt x="759" y="635"/>
                    </a:cubicBezTo>
                    <a:cubicBezTo>
                      <a:pt x="740" y="666"/>
                      <a:pt x="697" y="676"/>
                      <a:pt x="647" y="676"/>
                    </a:cubicBezTo>
                    <a:cubicBezTo>
                      <a:pt x="568" y="676"/>
                      <a:pt x="472" y="650"/>
                      <a:pt x="432" y="644"/>
                    </a:cubicBezTo>
                    <a:cubicBezTo>
                      <a:pt x="364" y="638"/>
                      <a:pt x="299" y="628"/>
                      <a:pt x="228" y="622"/>
                    </a:cubicBezTo>
                    <a:cubicBezTo>
                      <a:pt x="370" y="476"/>
                      <a:pt x="542" y="304"/>
                      <a:pt x="419" y="103"/>
                    </a:cubicBezTo>
                    <a:cubicBezTo>
                      <a:pt x="379" y="36"/>
                      <a:pt x="307" y="1"/>
                      <a:pt x="2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
              <p:cNvSpPr/>
              <p:nvPr/>
            </p:nvSpPr>
            <p:spPr>
              <a:xfrm>
                <a:off x="8313048" y="2875951"/>
                <a:ext cx="53258" cy="67968"/>
              </a:xfrm>
              <a:custGeom>
                <a:rect b="b" l="l" r="r" t="t"/>
                <a:pathLst>
                  <a:path extrusionOk="0" h="1035" w="811">
                    <a:moveTo>
                      <a:pt x="481" y="1"/>
                    </a:moveTo>
                    <a:cubicBezTo>
                      <a:pt x="364" y="1"/>
                      <a:pt x="250" y="33"/>
                      <a:pt x="156" y="106"/>
                    </a:cubicBezTo>
                    <a:cubicBezTo>
                      <a:pt x="78" y="161"/>
                      <a:pt x="0" y="252"/>
                      <a:pt x="65" y="349"/>
                    </a:cubicBezTo>
                    <a:cubicBezTo>
                      <a:pt x="149" y="478"/>
                      <a:pt x="369" y="440"/>
                      <a:pt x="496" y="485"/>
                    </a:cubicBezTo>
                    <a:cubicBezTo>
                      <a:pt x="593" y="524"/>
                      <a:pt x="645" y="566"/>
                      <a:pt x="635" y="676"/>
                    </a:cubicBezTo>
                    <a:cubicBezTo>
                      <a:pt x="629" y="776"/>
                      <a:pt x="577" y="838"/>
                      <a:pt x="473" y="864"/>
                    </a:cubicBezTo>
                    <a:cubicBezTo>
                      <a:pt x="376" y="887"/>
                      <a:pt x="305" y="864"/>
                      <a:pt x="214" y="912"/>
                    </a:cubicBezTo>
                    <a:cubicBezTo>
                      <a:pt x="153" y="946"/>
                      <a:pt x="191" y="1035"/>
                      <a:pt x="250" y="1035"/>
                    </a:cubicBezTo>
                    <a:cubicBezTo>
                      <a:pt x="260" y="1035"/>
                      <a:pt x="271" y="1032"/>
                      <a:pt x="282" y="1026"/>
                    </a:cubicBezTo>
                    <a:cubicBezTo>
                      <a:pt x="360" y="981"/>
                      <a:pt x="473" y="1003"/>
                      <a:pt x="557" y="971"/>
                    </a:cubicBezTo>
                    <a:cubicBezTo>
                      <a:pt x="616" y="951"/>
                      <a:pt x="667" y="916"/>
                      <a:pt x="710" y="870"/>
                    </a:cubicBezTo>
                    <a:cubicBezTo>
                      <a:pt x="778" y="789"/>
                      <a:pt x="810" y="679"/>
                      <a:pt x="771" y="576"/>
                    </a:cubicBezTo>
                    <a:cubicBezTo>
                      <a:pt x="726" y="459"/>
                      <a:pt x="612" y="388"/>
                      <a:pt x="499" y="355"/>
                    </a:cubicBezTo>
                    <a:cubicBezTo>
                      <a:pt x="454" y="346"/>
                      <a:pt x="405" y="336"/>
                      <a:pt x="356" y="333"/>
                    </a:cubicBezTo>
                    <a:cubicBezTo>
                      <a:pt x="269" y="320"/>
                      <a:pt x="240" y="349"/>
                      <a:pt x="246" y="239"/>
                    </a:cubicBezTo>
                    <a:cubicBezTo>
                      <a:pt x="253" y="141"/>
                      <a:pt x="295" y="125"/>
                      <a:pt x="389" y="96"/>
                    </a:cubicBezTo>
                    <a:cubicBezTo>
                      <a:pt x="437" y="82"/>
                      <a:pt x="487" y="78"/>
                      <a:pt x="536" y="78"/>
                    </a:cubicBezTo>
                    <a:cubicBezTo>
                      <a:pt x="556" y="78"/>
                      <a:pt x="576" y="79"/>
                      <a:pt x="596" y="80"/>
                    </a:cubicBezTo>
                    <a:cubicBezTo>
                      <a:pt x="597" y="80"/>
                      <a:pt x="598" y="80"/>
                      <a:pt x="599" y="80"/>
                    </a:cubicBezTo>
                    <a:cubicBezTo>
                      <a:pt x="636" y="80"/>
                      <a:pt x="644" y="15"/>
                      <a:pt x="603" y="12"/>
                    </a:cubicBezTo>
                    <a:cubicBezTo>
                      <a:pt x="562" y="4"/>
                      <a:pt x="521"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 name="Google Shape;424;p3"/>
            <p:cNvGrpSpPr/>
            <p:nvPr/>
          </p:nvGrpSpPr>
          <p:grpSpPr>
            <a:xfrm rot="1967023">
              <a:off x="7308907" y="3114"/>
              <a:ext cx="1107620" cy="218172"/>
              <a:chOff x="4737493" y="4305992"/>
              <a:chExt cx="547410" cy="107830"/>
            </a:xfrm>
          </p:grpSpPr>
          <p:sp>
            <p:nvSpPr>
              <p:cNvPr id="425" name="Google Shape;425;p3"/>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 name="Google Shape;438;p3"/>
            <p:cNvGrpSpPr/>
            <p:nvPr/>
          </p:nvGrpSpPr>
          <p:grpSpPr>
            <a:xfrm rot="594971">
              <a:off x="7280270" y="4788387"/>
              <a:ext cx="979601" cy="216235"/>
              <a:chOff x="7968422" y="675563"/>
              <a:chExt cx="462304" cy="102049"/>
            </a:xfrm>
          </p:grpSpPr>
          <p:sp>
            <p:nvSpPr>
              <p:cNvPr id="439" name="Google Shape;439;p3"/>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2" name="Google Shape;452;p3"/>
          <p:cNvSpPr txBox="1"/>
          <p:nvPr>
            <p:ph type="title"/>
          </p:nvPr>
        </p:nvSpPr>
        <p:spPr>
          <a:xfrm>
            <a:off x="3148350" y="2161875"/>
            <a:ext cx="5067600" cy="1511400"/>
          </a:xfrm>
          <a:prstGeom prst="rect">
            <a:avLst/>
          </a:prstGeom>
        </p:spPr>
        <p:txBody>
          <a:bodyPr anchorCtr="0" anchor="b" bIns="91425" lIns="91425" spcFirstLastPara="1" rIns="91425" wrap="square" tIns="91425">
            <a:noAutofit/>
          </a:bodyPr>
          <a:lstStyle>
            <a:lvl1pPr lvl="0" algn="r">
              <a:spcBef>
                <a:spcPts val="0"/>
              </a:spcBef>
              <a:spcAft>
                <a:spcPts val="0"/>
              </a:spcAft>
              <a:buSzPts val="3600"/>
              <a:buNone/>
              <a:defRPr sz="5000"/>
            </a:lvl1pPr>
            <a:lvl2pPr lvl="1" algn="ctr">
              <a:spcBef>
                <a:spcPts val="0"/>
              </a:spcBef>
              <a:spcAft>
                <a:spcPts val="0"/>
              </a:spcAft>
              <a:buSzPts val="3600"/>
              <a:buFont typeface="Vazirmatn"/>
              <a:buNone/>
              <a:defRPr sz="3600">
                <a:latin typeface="Vazirmatn"/>
                <a:ea typeface="Vazirmatn"/>
                <a:cs typeface="Vazirmatn"/>
                <a:sym typeface="Vazirmatn"/>
              </a:defRPr>
            </a:lvl2pPr>
            <a:lvl3pPr lvl="2" algn="ctr">
              <a:spcBef>
                <a:spcPts val="0"/>
              </a:spcBef>
              <a:spcAft>
                <a:spcPts val="0"/>
              </a:spcAft>
              <a:buSzPts val="3600"/>
              <a:buFont typeface="Vazirmatn"/>
              <a:buNone/>
              <a:defRPr sz="3600">
                <a:latin typeface="Vazirmatn"/>
                <a:ea typeface="Vazirmatn"/>
                <a:cs typeface="Vazirmatn"/>
                <a:sym typeface="Vazirmatn"/>
              </a:defRPr>
            </a:lvl3pPr>
            <a:lvl4pPr lvl="3" algn="ctr">
              <a:spcBef>
                <a:spcPts val="0"/>
              </a:spcBef>
              <a:spcAft>
                <a:spcPts val="0"/>
              </a:spcAft>
              <a:buSzPts val="3600"/>
              <a:buFont typeface="Vazirmatn"/>
              <a:buNone/>
              <a:defRPr sz="3600">
                <a:latin typeface="Vazirmatn"/>
                <a:ea typeface="Vazirmatn"/>
                <a:cs typeface="Vazirmatn"/>
                <a:sym typeface="Vazirmatn"/>
              </a:defRPr>
            </a:lvl4pPr>
            <a:lvl5pPr lvl="4" algn="ctr">
              <a:spcBef>
                <a:spcPts val="0"/>
              </a:spcBef>
              <a:spcAft>
                <a:spcPts val="0"/>
              </a:spcAft>
              <a:buSzPts val="3600"/>
              <a:buFont typeface="Vazirmatn"/>
              <a:buNone/>
              <a:defRPr sz="3600">
                <a:latin typeface="Vazirmatn"/>
                <a:ea typeface="Vazirmatn"/>
                <a:cs typeface="Vazirmatn"/>
                <a:sym typeface="Vazirmatn"/>
              </a:defRPr>
            </a:lvl5pPr>
            <a:lvl6pPr lvl="5" algn="ctr">
              <a:spcBef>
                <a:spcPts val="0"/>
              </a:spcBef>
              <a:spcAft>
                <a:spcPts val="0"/>
              </a:spcAft>
              <a:buSzPts val="3600"/>
              <a:buFont typeface="Vazirmatn"/>
              <a:buNone/>
              <a:defRPr sz="3600">
                <a:latin typeface="Vazirmatn"/>
                <a:ea typeface="Vazirmatn"/>
                <a:cs typeface="Vazirmatn"/>
                <a:sym typeface="Vazirmatn"/>
              </a:defRPr>
            </a:lvl6pPr>
            <a:lvl7pPr lvl="6" algn="ctr">
              <a:spcBef>
                <a:spcPts val="0"/>
              </a:spcBef>
              <a:spcAft>
                <a:spcPts val="0"/>
              </a:spcAft>
              <a:buSzPts val="3600"/>
              <a:buFont typeface="Vazirmatn"/>
              <a:buNone/>
              <a:defRPr sz="3600">
                <a:latin typeface="Vazirmatn"/>
                <a:ea typeface="Vazirmatn"/>
                <a:cs typeface="Vazirmatn"/>
                <a:sym typeface="Vazirmatn"/>
              </a:defRPr>
            </a:lvl7pPr>
            <a:lvl8pPr lvl="7" algn="ctr">
              <a:spcBef>
                <a:spcPts val="0"/>
              </a:spcBef>
              <a:spcAft>
                <a:spcPts val="0"/>
              </a:spcAft>
              <a:buSzPts val="3600"/>
              <a:buFont typeface="Vazirmatn"/>
              <a:buNone/>
              <a:defRPr sz="3600">
                <a:latin typeface="Vazirmatn"/>
                <a:ea typeface="Vazirmatn"/>
                <a:cs typeface="Vazirmatn"/>
                <a:sym typeface="Vazirmatn"/>
              </a:defRPr>
            </a:lvl8pPr>
            <a:lvl9pPr lvl="8" algn="ctr">
              <a:spcBef>
                <a:spcPts val="0"/>
              </a:spcBef>
              <a:spcAft>
                <a:spcPts val="0"/>
              </a:spcAft>
              <a:buSzPts val="3600"/>
              <a:buFont typeface="Vazirmatn"/>
              <a:buNone/>
              <a:defRPr sz="3600">
                <a:latin typeface="Vazirmatn"/>
                <a:ea typeface="Vazirmatn"/>
                <a:cs typeface="Vazirmatn"/>
                <a:sym typeface="Vazirmatn"/>
              </a:defRPr>
            </a:lvl9pPr>
          </a:lstStyle>
          <a:p/>
        </p:txBody>
      </p:sp>
      <p:sp>
        <p:nvSpPr>
          <p:cNvPr id="453" name="Google Shape;453;p3"/>
          <p:cNvSpPr txBox="1"/>
          <p:nvPr>
            <p:ph hasCustomPrompt="1" idx="2" type="title"/>
          </p:nvPr>
        </p:nvSpPr>
        <p:spPr>
          <a:xfrm>
            <a:off x="6563850" y="1095225"/>
            <a:ext cx="1652100" cy="915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i="1" sz="8000">
                <a:solidFill>
                  <a:schemeClr val="dk2"/>
                </a:solidFill>
              </a:defRPr>
            </a:lvl1pPr>
            <a:lvl2pPr lvl="1"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2pPr>
            <a:lvl3pPr lvl="2"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3pPr>
            <a:lvl4pPr lvl="3"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4pPr>
            <a:lvl5pPr lvl="4"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5pPr>
            <a:lvl6pPr lvl="5"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6pPr>
            <a:lvl7pPr lvl="6"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7pPr>
            <a:lvl8pPr lvl="7"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8pPr>
            <a:lvl9pPr lvl="8"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9pPr>
          </a:lstStyle>
          <a:p>
            <a:r>
              <a:t>xx%</a:t>
            </a:r>
          </a:p>
        </p:txBody>
      </p:sp>
      <p:sp>
        <p:nvSpPr>
          <p:cNvPr id="454" name="Google Shape;454;p3"/>
          <p:cNvSpPr txBox="1"/>
          <p:nvPr>
            <p:ph idx="1" type="subTitle"/>
          </p:nvPr>
        </p:nvSpPr>
        <p:spPr>
          <a:xfrm>
            <a:off x="3148350" y="3673275"/>
            <a:ext cx="5067600" cy="375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5" name="Google Shape;455;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6" name="Shape 456"/>
        <p:cNvGrpSpPr/>
        <p:nvPr/>
      </p:nvGrpSpPr>
      <p:grpSpPr>
        <a:xfrm>
          <a:off x="0" y="0"/>
          <a:ext cx="0" cy="0"/>
          <a:chOff x="0" y="0"/>
          <a:chExt cx="0" cy="0"/>
        </a:xfrm>
      </p:grpSpPr>
      <p:pic>
        <p:nvPicPr>
          <p:cNvPr id="457" name="Google Shape;457;p4"/>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458" name="Google Shape;458;p4"/>
          <p:cNvGrpSpPr/>
          <p:nvPr/>
        </p:nvGrpSpPr>
        <p:grpSpPr>
          <a:xfrm>
            <a:off x="-192991" y="895922"/>
            <a:ext cx="9270920" cy="4549501"/>
            <a:chOff x="-192991" y="895922"/>
            <a:chExt cx="9270920" cy="4549501"/>
          </a:xfrm>
        </p:grpSpPr>
        <p:grpSp>
          <p:nvGrpSpPr>
            <p:cNvPr id="459" name="Google Shape;459;p4"/>
            <p:cNvGrpSpPr/>
            <p:nvPr/>
          </p:nvGrpSpPr>
          <p:grpSpPr>
            <a:xfrm rot="-1673359">
              <a:off x="-154890" y="2630014"/>
              <a:ext cx="485411" cy="283469"/>
              <a:chOff x="5999959" y="663349"/>
              <a:chExt cx="216246" cy="126280"/>
            </a:xfrm>
          </p:grpSpPr>
          <p:sp>
            <p:nvSpPr>
              <p:cNvPr id="460" name="Google Shape;460;p4"/>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4"/>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 name="Google Shape;467;p4"/>
            <p:cNvGrpSpPr/>
            <p:nvPr/>
          </p:nvGrpSpPr>
          <p:grpSpPr>
            <a:xfrm rot="3805024">
              <a:off x="8423853" y="1203029"/>
              <a:ext cx="795279" cy="175551"/>
              <a:chOff x="7968422" y="675563"/>
              <a:chExt cx="462304" cy="102049"/>
            </a:xfrm>
          </p:grpSpPr>
          <p:sp>
            <p:nvSpPr>
              <p:cNvPr id="468" name="Google Shape;468;p4"/>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4"/>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4"/>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4"/>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4"/>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4"/>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4"/>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4"/>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1" name="Google Shape;481;p4"/>
            <p:cNvGrpSpPr/>
            <p:nvPr/>
          </p:nvGrpSpPr>
          <p:grpSpPr>
            <a:xfrm rot="-2418407">
              <a:off x="7846020" y="4875901"/>
              <a:ext cx="668803" cy="400774"/>
              <a:chOff x="5983345" y="4283994"/>
              <a:chExt cx="253151" cy="151694"/>
            </a:xfrm>
          </p:grpSpPr>
          <p:sp>
            <p:nvSpPr>
              <p:cNvPr id="482" name="Google Shape;482;p4"/>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4"/>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1" name="Google Shape;491;p4"/>
          <p:cNvGrpSpPr/>
          <p:nvPr/>
        </p:nvGrpSpPr>
        <p:grpSpPr>
          <a:xfrm>
            <a:off x="-279470" y="60112"/>
            <a:ext cx="10132415" cy="5047810"/>
            <a:chOff x="-279470" y="60112"/>
            <a:chExt cx="10132415" cy="5047810"/>
          </a:xfrm>
        </p:grpSpPr>
        <p:grpSp>
          <p:nvGrpSpPr>
            <p:cNvPr id="492" name="Google Shape;492;p4"/>
            <p:cNvGrpSpPr/>
            <p:nvPr/>
          </p:nvGrpSpPr>
          <p:grpSpPr>
            <a:xfrm rot="-1557759">
              <a:off x="8472385" y="4060797"/>
              <a:ext cx="1265942" cy="811397"/>
              <a:chOff x="6925286" y="2716904"/>
              <a:chExt cx="562593" cy="366373"/>
            </a:xfrm>
          </p:grpSpPr>
          <p:sp>
            <p:nvSpPr>
              <p:cNvPr id="493" name="Google Shape;493;p4"/>
              <p:cNvSpPr/>
              <p:nvPr/>
            </p:nvSpPr>
            <p:spPr>
              <a:xfrm>
                <a:off x="6974472" y="2716904"/>
                <a:ext cx="513408" cy="366373"/>
              </a:xfrm>
              <a:custGeom>
                <a:rect b="b" l="l" r="r" t="t"/>
                <a:pathLst>
                  <a:path extrusionOk="0" h="5579" w="7818">
                    <a:moveTo>
                      <a:pt x="3859" y="1235"/>
                    </a:moveTo>
                    <a:cubicBezTo>
                      <a:pt x="4180" y="1618"/>
                      <a:pt x="4478" y="2010"/>
                      <a:pt x="4769" y="2411"/>
                    </a:cubicBezTo>
                    <a:cubicBezTo>
                      <a:pt x="4656" y="2512"/>
                      <a:pt x="4539" y="2609"/>
                      <a:pt x="4426" y="2709"/>
                    </a:cubicBezTo>
                    <a:lnTo>
                      <a:pt x="4108" y="2453"/>
                    </a:lnTo>
                    <a:cubicBezTo>
                      <a:pt x="3888" y="2282"/>
                      <a:pt x="3652" y="2120"/>
                      <a:pt x="3422" y="1951"/>
                    </a:cubicBezTo>
                    <a:cubicBezTo>
                      <a:pt x="3564" y="1718"/>
                      <a:pt x="3710" y="1475"/>
                      <a:pt x="3859" y="1235"/>
                    </a:cubicBezTo>
                    <a:close/>
                    <a:moveTo>
                      <a:pt x="4847" y="2515"/>
                    </a:moveTo>
                    <a:cubicBezTo>
                      <a:pt x="5106" y="2871"/>
                      <a:pt x="5356" y="3231"/>
                      <a:pt x="5612" y="3587"/>
                    </a:cubicBezTo>
                    <a:lnTo>
                      <a:pt x="5378" y="3587"/>
                    </a:lnTo>
                    <a:cubicBezTo>
                      <a:pt x="5106" y="3309"/>
                      <a:pt x="4818" y="3046"/>
                      <a:pt x="4523" y="2790"/>
                    </a:cubicBezTo>
                    <a:cubicBezTo>
                      <a:pt x="4633" y="2696"/>
                      <a:pt x="4737" y="2606"/>
                      <a:pt x="4847" y="2515"/>
                    </a:cubicBezTo>
                    <a:close/>
                    <a:moveTo>
                      <a:pt x="7604" y="182"/>
                    </a:moveTo>
                    <a:lnTo>
                      <a:pt x="7604" y="182"/>
                    </a:lnTo>
                    <a:cubicBezTo>
                      <a:pt x="7585" y="762"/>
                      <a:pt x="7572" y="1345"/>
                      <a:pt x="7581" y="1925"/>
                    </a:cubicBezTo>
                    <a:cubicBezTo>
                      <a:pt x="7588" y="2470"/>
                      <a:pt x="7555" y="3062"/>
                      <a:pt x="7666" y="3600"/>
                    </a:cubicBezTo>
                    <a:cubicBezTo>
                      <a:pt x="7037" y="3600"/>
                      <a:pt x="6405" y="3594"/>
                      <a:pt x="5774" y="3594"/>
                    </a:cubicBezTo>
                    <a:cubicBezTo>
                      <a:pt x="5498" y="3208"/>
                      <a:pt x="5226" y="2819"/>
                      <a:pt x="4948" y="2434"/>
                    </a:cubicBezTo>
                    <a:cubicBezTo>
                      <a:pt x="5832" y="1682"/>
                      <a:pt x="6713" y="924"/>
                      <a:pt x="7604" y="182"/>
                    </a:cubicBezTo>
                    <a:close/>
                    <a:moveTo>
                      <a:pt x="4423" y="2884"/>
                    </a:moveTo>
                    <a:cubicBezTo>
                      <a:pt x="4688" y="3108"/>
                      <a:pt x="4944" y="3344"/>
                      <a:pt x="5191" y="3594"/>
                    </a:cubicBezTo>
                    <a:cubicBezTo>
                      <a:pt x="4633" y="3597"/>
                      <a:pt x="4073" y="3613"/>
                      <a:pt x="3519" y="3652"/>
                    </a:cubicBezTo>
                    <a:cubicBezTo>
                      <a:pt x="3823" y="3399"/>
                      <a:pt x="4121" y="3143"/>
                      <a:pt x="4423" y="2884"/>
                    </a:cubicBezTo>
                    <a:close/>
                    <a:moveTo>
                      <a:pt x="2262" y="1183"/>
                    </a:moveTo>
                    <a:cubicBezTo>
                      <a:pt x="2560" y="1491"/>
                      <a:pt x="2900" y="1747"/>
                      <a:pt x="3244" y="1993"/>
                    </a:cubicBezTo>
                    <a:cubicBezTo>
                      <a:pt x="2822" y="2703"/>
                      <a:pt x="2414" y="3415"/>
                      <a:pt x="2025" y="4138"/>
                    </a:cubicBezTo>
                    <a:cubicBezTo>
                      <a:pt x="1847" y="4137"/>
                      <a:pt x="1669" y="4136"/>
                      <a:pt x="1490" y="4136"/>
                    </a:cubicBezTo>
                    <a:cubicBezTo>
                      <a:pt x="1053" y="4136"/>
                      <a:pt x="616" y="4140"/>
                      <a:pt x="179" y="4154"/>
                    </a:cubicBezTo>
                    <a:cubicBezTo>
                      <a:pt x="940" y="3221"/>
                      <a:pt x="1582" y="2175"/>
                      <a:pt x="2262" y="1183"/>
                    </a:cubicBezTo>
                    <a:close/>
                    <a:moveTo>
                      <a:pt x="3354" y="2071"/>
                    </a:moveTo>
                    <a:cubicBezTo>
                      <a:pt x="3548" y="2207"/>
                      <a:pt x="3746" y="2346"/>
                      <a:pt x="3937" y="2492"/>
                    </a:cubicBezTo>
                    <a:cubicBezTo>
                      <a:pt x="4070" y="2593"/>
                      <a:pt x="4199" y="2696"/>
                      <a:pt x="4329" y="2803"/>
                    </a:cubicBezTo>
                    <a:cubicBezTo>
                      <a:pt x="4008" y="3085"/>
                      <a:pt x="3687" y="3373"/>
                      <a:pt x="3373" y="3665"/>
                    </a:cubicBezTo>
                    <a:cubicBezTo>
                      <a:pt x="3344" y="3675"/>
                      <a:pt x="3341" y="3710"/>
                      <a:pt x="3363" y="3726"/>
                    </a:cubicBezTo>
                    <a:cubicBezTo>
                      <a:pt x="3371" y="3736"/>
                      <a:pt x="3385" y="3742"/>
                      <a:pt x="3398" y="3742"/>
                    </a:cubicBezTo>
                    <a:cubicBezTo>
                      <a:pt x="3408" y="3742"/>
                      <a:pt x="3417" y="3740"/>
                      <a:pt x="3425" y="3733"/>
                    </a:cubicBezTo>
                    <a:cubicBezTo>
                      <a:pt x="3957" y="3768"/>
                      <a:pt x="4492" y="3776"/>
                      <a:pt x="5029" y="3776"/>
                    </a:cubicBezTo>
                    <a:cubicBezTo>
                      <a:pt x="5142" y="3776"/>
                      <a:pt x="5255" y="3776"/>
                      <a:pt x="5369" y="3775"/>
                    </a:cubicBezTo>
                    <a:cubicBezTo>
                      <a:pt x="5492" y="3901"/>
                      <a:pt x="5612" y="4031"/>
                      <a:pt x="5725" y="4164"/>
                    </a:cubicBezTo>
                    <a:cubicBezTo>
                      <a:pt x="5285" y="4152"/>
                      <a:pt x="4844" y="4149"/>
                      <a:pt x="4404" y="4149"/>
                    </a:cubicBezTo>
                    <a:cubicBezTo>
                      <a:pt x="3995" y="4149"/>
                      <a:pt x="3587" y="4151"/>
                      <a:pt x="3179" y="4151"/>
                    </a:cubicBezTo>
                    <a:cubicBezTo>
                      <a:pt x="3086" y="4151"/>
                      <a:pt x="2993" y="4151"/>
                      <a:pt x="2900" y="4151"/>
                    </a:cubicBezTo>
                    <a:cubicBezTo>
                      <a:pt x="2651" y="4151"/>
                      <a:pt x="2408" y="4148"/>
                      <a:pt x="2162" y="4148"/>
                    </a:cubicBezTo>
                    <a:cubicBezTo>
                      <a:pt x="2547" y="3448"/>
                      <a:pt x="2942" y="2755"/>
                      <a:pt x="3354" y="2071"/>
                    </a:cubicBezTo>
                    <a:close/>
                    <a:moveTo>
                      <a:pt x="5738" y="3762"/>
                    </a:moveTo>
                    <a:cubicBezTo>
                      <a:pt x="6127" y="4310"/>
                      <a:pt x="6519" y="4844"/>
                      <a:pt x="6950" y="5359"/>
                    </a:cubicBezTo>
                    <a:cubicBezTo>
                      <a:pt x="5997" y="5401"/>
                      <a:pt x="5041" y="5430"/>
                      <a:pt x="4089" y="5443"/>
                    </a:cubicBezTo>
                    <a:cubicBezTo>
                      <a:pt x="3623" y="5450"/>
                      <a:pt x="3159" y="5450"/>
                      <a:pt x="2693" y="5450"/>
                    </a:cubicBezTo>
                    <a:cubicBezTo>
                      <a:pt x="2453" y="5450"/>
                      <a:pt x="2207" y="5438"/>
                      <a:pt x="1963" y="5438"/>
                    </a:cubicBezTo>
                    <a:cubicBezTo>
                      <a:pt x="1785" y="5438"/>
                      <a:pt x="1607" y="5444"/>
                      <a:pt x="1433" y="5466"/>
                    </a:cubicBezTo>
                    <a:cubicBezTo>
                      <a:pt x="1646" y="5071"/>
                      <a:pt x="1867" y="4672"/>
                      <a:pt x="2084" y="4277"/>
                    </a:cubicBezTo>
                    <a:lnTo>
                      <a:pt x="2900" y="4277"/>
                    </a:lnTo>
                    <a:cubicBezTo>
                      <a:pt x="3574" y="4280"/>
                      <a:pt x="4250" y="4290"/>
                      <a:pt x="4924" y="4290"/>
                    </a:cubicBezTo>
                    <a:cubicBezTo>
                      <a:pt x="5196" y="4290"/>
                      <a:pt x="5467" y="4288"/>
                      <a:pt x="5738" y="4284"/>
                    </a:cubicBezTo>
                    <a:cubicBezTo>
                      <a:pt x="5787" y="4284"/>
                      <a:pt x="5806" y="4235"/>
                      <a:pt x="5793" y="4199"/>
                    </a:cubicBezTo>
                    <a:cubicBezTo>
                      <a:pt x="5842" y="4196"/>
                      <a:pt x="5881" y="4131"/>
                      <a:pt x="5838" y="4086"/>
                    </a:cubicBezTo>
                    <a:cubicBezTo>
                      <a:pt x="5741" y="3976"/>
                      <a:pt x="5644" y="3872"/>
                      <a:pt x="5547" y="3765"/>
                    </a:cubicBezTo>
                    <a:cubicBezTo>
                      <a:pt x="5612" y="3765"/>
                      <a:pt x="5673" y="3765"/>
                      <a:pt x="5738" y="3762"/>
                    </a:cubicBezTo>
                    <a:close/>
                    <a:moveTo>
                      <a:pt x="7678" y="0"/>
                    </a:moveTo>
                    <a:cubicBezTo>
                      <a:pt x="7667" y="0"/>
                      <a:pt x="7656" y="3"/>
                      <a:pt x="7646" y="7"/>
                    </a:cubicBezTo>
                    <a:cubicBezTo>
                      <a:pt x="7639" y="5"/>
                      <a:pt x="7632" y="4"/>
                      <a:pt x="7625" y="4"/>
                    </a:cubicBezTo>
                    <a:cubicBezTo>
                      <a:pt x="7609" y="4"/>
                      <a:pt x="7595" y="9"/>
                      <a:pt x="7581" y="20"/>
                    </a:cubicBezTo>
                    <a:cubicBezTo>
                      <a:pt x="6668" y="778"/>
                      <a:pt x="5761" y="1540"/>
                      <a:pt x="4867" y="2317"/>
                    </a:cubicBezTo>
                    <a:cubicBezTo>
                      <a:pt x="4556" y="1893"/>
                      <a:pt x="4235" y="1472"/>
                      <a:pt x="3895" y="1070"/>
                    </a:cubicBezTo>
                    <a:cubicBezTo>
                      <a:pt x="3883" y="1057"/>
                      <a:pt x="3867" y="1051"/>
                      <a:pt x="3851" y="1051"/>
                    </a:cubicBezTo>
                    <a:cubicBezTo>
                      <a:pt x="3827" y="1051"/>
                      <a:pt x="3803" y="1064"/>
                      <a:pt x="3791" y="1083"/>
                    </a:cubicBezTo>
                    <a:cubicBezTo>
                      <a:pt x="3629" y="1345"/>
                      <a:pt x="3470" y="1608"/>
                      <a:pt x="3312" y="1870"/>
                    </a:cubicBezTo>
                    <a:cubicBezTo>
                      <a:pt x="2955" y="1618"/>
                      <a:pt x="2602" y="1349"/>
                      <a:pt x="2301" y="1025"/>
                    </a:cubicBezTo>
                    <a:cubicBezTo>
                      <a:pt x="2288" y="1012"/>
                      <a:pt x="2272" y="1006"/>
                      <a:pt x="2256" y="1006"/>
                    </a:cubicBezTo>
                    <a:cubicBezTo>
                      <a:pt x="2233" y="1006"/>
                      <a:pt x="2209" y="1018"/>
                      <a:pt x="2194" y="1038"/>
                    </a:cubicBezTo>
                    <a:cubicBezTo>
                      <a:pt x="1484" y="2074"/>
                      <a:pt x="798" y="3134"/>
                      <a:pt x="59" y="4151"/>
                    </a:cubicBezTo>
                    <a:lnTo>
                      <a:pt x="53" y="4151"/>
                    </a:lnTo>
                    <a:cubicBezTo>
                      <a:pt x="1" y="4154"/>
                      <a:pt x="1" y="4229"/>
                      <a:pt x="53" y="4232"/>
                    </a:cubicBezTo>
                    <a:lnTo>
                      <a:pt x="88" y="4232"/>
                    </a:lnTo>
                    <a:cubicBezTo>
                      <a:pt x="707" y="4261"/>
                      <a:pt x="1329" y="4264"/>
                      <a:pt x="1944" y="4264"/>
                    </a:cubicBezTo>
                    <a:cubicBezTo>
                      <a:pt x="1724" y="4672"/>
                      <a:pt x="1510" y="5087"/>
                      <a:pt x="1303" y="5508"/>
                    </a:cubicBezTo>
                    <a:cubicBezTo>
                      <a:pt x="1287" y="5539"/>
                      <a:pt x="1315" y="5567"/>
                      <a:pt x="1340" y="5567"/>
                    </a:cubicBezTo>
                    <a:cubicBezTo>
                      <a:pt x="1352" y="5567"/>
                      <a:pt x="1364" y="5561"/>
                      <a:pt x="1371" y="5547"/>
                    </a:cubicBezTo>
                    <a:cubicBezTo>
                      <a:pt x="1378" y="5541"/>
                      <a:pt x="1381" y="5531"/>
                      <a:pt x="1384" y="5528"/>
                    </a:cubicBezTo>
                    <a:cubicBezTo>
                      <a:pt x="1620" y="5569"/>
                      <a:pt x="1866" y="5579"/>
                      <a:pt x="2111" y="5579"/>
                    </a:cubicBezTo>
                    <a:cubicBezTo>
                      <a:pt x="2303" y="5579"/>
                      <a:pt x="2495" y="5573"/>
                      <a:pt x="2683" y="5573"/>
                    </a:cubicBezTo>
                    <a:cubicBezTo>
                      <a:pt x="2800" y="5574"/>
                      <a:pt x="2916" y="5574"/>
                      <a:pt x="3033" y="5574"/>
                    </a:cubicBezTo>
                    <a:cubicBezTo>
                      <a:pt x="3383" y="5574"/>
                      <a:pt x="3733" y="5571"/>
                      <a:pt x="4083" y="5563"/>
                    </a:cubicBezTo>
                    <a:cubicBezTo>
                      <a:pt x="5035" y="5554"/>
                      <a:pt x="5987" y="5524"/>
                      <a:pt x="6940" y="5479"/>
                    </a:cubicBezTo>
                    <a:cubicBezTo>
                      <a:pt x="6979" y="5479"/>
                      <a:pt x="7001" y="5447"/>
                      <a:pt x="7005" y="5414"/>
                    </a:cubicBezTo>
                    <a:cubicBezTo>
                      <a:pt x="7012" y="5418"/>
                      <a:pt x="7019" y="5419"/>
                      <a:pt x="7026" y="5419"/>
                    </a:cubicBezTo>
                    <a:cubicBezTo>
                      <a:pt x="7072" y="5419"/>
                      <a:pt x="7115" y="5352"/>
                      <a:pt x="7076" y="5301"/>
                    </a:cubicBezTo>
                    <a:cubicBezTo>
                      <a:pt x="6655" y="4802"/>
                      <a:pt x="6273" y="4277"/>
                      <a:pt x="5890" y="3746"/>
                    </a:cubicBezTo>
                    <a:cubicBezTo>
                      <a:pt x="6506" y="3733"/>
                      <a:pt x="7118" y="3717"/>
                      <a:pt x="7724" y="3714"/>
                    </a:cubicBezTo>
                    <a:cubicBezTo>
                      <a:pt x="7729" y="3714"/>
                      <a:pt x="7735" y="3715"/>
                      <a:pt x="7739" y="3715"/>
                    </a:cubicBezTo>
                    <a:cubicBezTo>
                      <a:pt x="7818" y="3715"/>
                      <a:pt x="7813" y="3600"/>
                      <a:pt x="7734" y="3597"/>
                    </a:cubicBezTo>
                    <a:cubicBezTo>
                      <a:pt x="7792" y="3027"/>
                      <a:pt x="7714" y="2424"/>
                      <a:pt x="7711" y="1851"/>
                    </a:cubicBezTo>
                    <a:cubicBezTo>
                      <a:pt x="7704" y="1255"/>
                      <a:pt x="7717" y="662"/>
                      <a:pt x="7743" y="66"/>
                    </a:cubicBezTo>
                    <a:cubicBezTo>
                      <a:pt x="7746" y="22"/>
                      <a:pt x="7712" y="0"/>
                      <a:pt x="76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4"/>
              <p:cNvSpPr/>
              <p:nvPr/>
            </p:nvSpPr>
            <p:spPr>
              <a:xfrm>
                <a:off x="6925286" y="2954095"/>
                <a:ext cx="32375" cy="47020"/>
              </a:xfrm>
              <a:custGeom>
                <a:rect b="b" l="l" r="r" t="t"/>
                <a:pathLst>
                  <a:path extrusionOk="0" h="716" w="493">
                    <a:moveTo>
                      <a:pt x="209" y="215"/>
                    </a:moveTo>
                    <a:lnTo>
                      <a:pt x="270" y="348"/>
                    </a:lnTo>
                    <a:cubicBezTo>
                      <a:pt x="273" y="361"/>
                      <a:pt x="283" y="380"/>
                      <a:pt x="296" y="406"/>
                    </a:cubicBezTo>
                    <a:cubicBezTo>
                      <a:pt x="248" y="406"/>
                      <a:pt x="199" y="409"/>
                      <a:pt x="150" y="419"/>
                    </a:cubicBezTo>
                    <a:cubicBezTo>
                      <a:pt x="167" y="348"/>
                      <a:pt x="186" y="280"/>
                      <a:pt x="209" y="215"/>
                    </a:cubicBezTo>
                    <a:close/>
                    <a:moveTo>
                      <a:pt x="204" y="1"/>
                    </a:moveTo>
                    <a:cubicBezTo>
                      <a:pt x="177" y="1"/>
                      <a:pt x="150" y="18"/>
                      <a:pt x="141" y="46"/>
                    </a:cubicBezTo>
                    <a:cubicBezTo>
                      <a:pt x="95" y="176"/>
                      <a:pt x="56" y="309"/>
                      <a:pt x="31" y="442"/>
                    </a:cubicBezTo>
                    <a:cubicBezTo>
                      <a:pt x="14" y="458"/>
                      <a:pt x="14" y="484"/>
                      <a:pt x="24" y="500"/>
                    </a:cubicBezTo>
                    <a:cubicBezTo>
                      <a:pt x="14" y="555"/>
                      <a:pt x="8" y="617"/>
                      <a:pt x="5" y="672"/>
                    </a:cubicBezTo>
                    <a:cubicBezTo>
                      <a:pt x="1" y="699"/>
                      <a:pt x="25" y="715"/>
                      <a:pt x="49" y="715"/>
                    </a:cubicBezTo>
                    <a:cubicBezTo>
                      <a:pt x="68" y="715"/>
                      <a:pt x="86" y="706"/>
                      <a:pt x="92" y="685"/>
                    </a:cubicBezTo>
                    <a:cubicBezTo>
                      <a:pt x="105" y="630"/>
                      <a:pt x="112" y="575"/>
                      <a:pt x="124" y="519"/>
                    </a:cubicBezTo>
                    <a:cubicBezTo>
                      <a:pt x="193" y="516"/>
                      <a:pt x="267" y="510"/>
                      <a:pt x="335" y="506"/>
                    </a:cubicBezTo>
                    <a:cubicBezTo>
                      <a:pt x="338" y="523"/>
                      <a:pt x="345" y="539"/>
                      <a:pt x="348" y="552"/>
                    </a:cubicBezTo>
                    <a:cubicBezTo>
                      <a:pt x="335" y="565"/>
                      <a:pt x="329" y="575"/>
                      <a:pt x="329" y="591"/>
                    </a:cubicBezTo>
                    <a:lnTo>
                      <a:pt x="329" y="604"/>
                    </a:lnTo>
                    <a:cubicBezTo>
                      <a:pt x="329" y="623"/>
                      <a:pt x="338" y="646"/>
                      <a:pt x="354" y="655"/>
                    </a:cubicBezTo>
                    <a:lnTo>
                      <a:pt x="364" y="662"/>
                    </a:lnTo>
                    <a:cubicBezTo>
                      <a:pt x="374" y="667"/>
                      <a:pt x="384" y="669"/>
                      <a:pt x="393" y="669"/>
                    </a:cubicBezTo>
                    <a:cubicBezTo>
                      <a:pt x="414" y="669"/>
                      <a:pt x="433" y="657"/>
                      <a:pt x="448" y="639"/>
                    </a:cubicBezTo>
                    <a:cubicBezTo>
                      <a:pt x="481" y="600"/>
                      <a:pt x="471" y="542"/>
                      <a:pt x="452" y="487"/>
                    </a:cubicBezTo>
                    <a:cubicBezTo>
                      <a:pt x="493" y="462"/>
                      <a:pt x="484" y="393"/>
                      <a:pt x="430" y="393"/>
                    </a:cubicBezTo>
                    <a:cubicBezTo>
                      <a:pt x="428" y="393"/>
                      <a:pt x="427" y="393"/>
                      <a:pt x="426" y="393"/>
                    </a:cubicBezTo>
                    <a:lnTo>
                      <a:pt x="419" y="393"/>
                    </a:lnTo>
                    <a:cubicBezTo>
                      <a:pt x="416" y="387"/>
                      <a:pt x="416" y="380"/>
                      <a:pt x="413" y="374"/>
                    </a:cubicBezTo>
                    <a:cubicBezTo>
                      <a:pt x="371" y="257"/>
                      <a:pt x="316" y="137"/>
                      <a:pt x="254" y="30"/>
                    </a:cubicBezTo>
                    <a:cubicBezTo>
                      <a:pt x="242" y="10"/>
                      <a:pt x="223" y="1"/>
                      <a:pt x="2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
              <p:cNvSpPr/>
              <p:nvPr/>
            </p:nvSpPr>
            <p:spPr>
              <a:xfrm>
                <a:off x="7221712" y="3023243"/>
                <a:ext cx="34083" cy="42357"/>
              </a:xfrm>
              <a:custGeom>
                <a:rect b="b" l="l" r="r" t="t"/>
                <a:pathLst>
                  <a:path extrusionOk="0" h="645" w="519">
                    <a:moveTo>
                      <a:pt x="185" y="75"/>
                    </a:moveTo>
                    <a:cubicBezTo>
                      <a:pt x="207" y="75"/>
                      <a:pt x="229" y="83"/>
                      <a:pt x="246" y="101"/>
                    </a:cubicBezTo>
                    <a:cubicBezTo>
                      <a:pt x="292" y="150"/>
                      <a:pt x="269" y="231"/>
                      <a:pt x="204" y="250"/>
                    </a:cubicBezTo>
                    <a:cubicBezTo>
                      <a:pt x="150" y="266"/>
                      <a:pt x="155" y="357"/>
                      <a:pt x="211" y="357"/>
                    </a:cubicBezTo>
                    <a:cubicBezTo>
                      <a:pt x="212" y="357"/>
                      <a:pt x="213" y="357"/>
                      <a:pt x="214" y="357"/>
                    </a:cubicBezTo>
                    <a:cubicBezTo>
                      <a:pt x="217" y="357"/>
                      <a:pt x="224" y="357"/>
                      <a:pt x="227" y="354"/>
                    </a:cubicBezTo>
                    <a:cubicBezTo>
                      <a:pt x="250" y="349"/>
                      <a:pt x="273" y="345"/>
                      <a:pt x="296" y="345"/>
                    </a:cubicBezTo>
                    <a:cubicBezTo>
                      <a:pt x="305" y="345"/>
                      <a:pt x="315" y="346"/>
                      <a:pt x="324" y="348"/>
                    </a:cubicBezTo>
                    <a:cubicBezTo>
                      <a:pt x="356" y="357"/>
                      <a:pt x="402" y="374"/>
                      <a:pt x="392" y="412"/>
                    </a:cubicBezTo>
                    <a:cubicBezTo>
                      <a:pt x="386" y="442"/>
                      <a:pt x="327" y="461"/>
                      <a:pt x="308" y="467"/>
                    </a:cubicBezTo>
                    <a:cubicBezTo>
                      <a:pt x="256" y="484"/>
                      <a:pt x="204" y="484"/>
                      <a:pt x="156" y="493"/>
                    </a:cubicBezTo>
                    <a:cubicBezTo>
                      <a:pt x="149" y="487"/>
                      <a:pt x="146" y="484"/>
                      <a:pt x="139" y="477"/>
                    </a:cubicBezTo>
                    <a:cubicBezTo>
                      <a:pt x="139" y="364"/>
                      <a:pt x="117" y="247"/>
                      <a:pt x="78" y="143"/>
                    </a:cubicBezTo>
                    <a:lnTo>
                      <a:pt x="81" y="137"/>
                    </a:lnTo>
                    <a:cubicBezTo>
                      <a:pt x="100" y="101"/>
                      <a:pt x="143" y="75"/>
                      <a:pt x="185" y="75"/>
                    </a:cubicBezTo>
                    <a:close/>
                    <a:moveTo>
                      <a:pt x="206" y="0"/>
                    </a:moveTo>
                    <a:cubicBezTo>
                      <a:pt x="138" y="0"/>
                      <a:pt x="69" y="39"/>
                      <a:pt x="36" y="101"/>
                    </a:cubicBezTo>
                    <a:cubicBezTo>
                      <a:pt x="16" y="105"/>
                      <a:pt x="0" y="118"/>
                      <a:pt x="0" y="137"/>
                    </a:cubicBezTo>
                    <a:cubicBezTo>
                      <a:pt x="16" y="267"/>
                      <a:pt x="29" y="390"/>
                      <a:pt x="26" y="519"/>
                    </a:cubicBezTo>
                    <a:cubicBezTo>
                      <a:pt x="26" y="526"/>
                      <a:pt x="26" y="535"/>
                      <a:pt x="29" y="542"/>
                    </a:cubicBezTo>
                    <a:cubicBezTo>
                      <a:pt x="26" y="552"/>
                      <a:pt x="26" y="555"/>
                      <a:pt x="20" y="565"/>
                    </a:cubicBezTo>
                    <a:cubicBezTo>
                      <a:pt x="7" y="606"/>
                      <a:pt x="45" y="645"/>
                      <a:pt x="84" y="645"/>
                    </a:cubicBezTo>
                    <a:cubicBezTo>
                      <a:pt x="94" y="645"/>
                      <a:pt x="104" y="642"/>
                      <a:pt x="113" y="636"/>
                    </a:cubicBezTo>
                    <a:cubicBezTo>
                      <a:pt x="230" y="558"/>
                      <a:pt x="505" y="613"/>
                      <a:pt x="509" y="396"/>
                    </a:cubicBezTo>
                    <a:cubicBezTo>
                      <a:pt x="518" y="296"/>
                      <a:pt x="437" y="250"/>
                      <a:pt x="353" y="244"/>
                    </a:cubicBezTo>
                    <a:cubicBezTo>
                      <a:pt x="382" y="182"/>
                      <a:pt x="376" y="114"/>
                      <a:pt x="327" y="56"/>
                    </a:cubicBezTo>
                    <a:cubicBezTo>
                      <a:pt x="295" y="17"/>
                      <a:pt x="251" y="0"/>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
              <p:cNvSpPr/>
              <p:nvPr/>
            </p:nvSpPr>
            <p:spPr>
              <a:xfrm>
                <a:off x="7422721" y="2861438"/>
                <a:ext cx="45115" cy="39402"/>
              </a:xfrm>
              <a:custGeom>
                <a:rect b="b" l="l" r="r" t="t"/>
                <a:pathLst>
                  <a:path extrusionOk="0" h="600" w="687">
                    <a:moveTo>
                      <a:pt x="485" y="1"/>
                    </a:moveTo>
                    <a:cubicBezTo>
                      <a:pt x="376" y="1"/>
                      <a:pt x="266" y="50"/>
                      <a:pt x="182" y="120"/>
                    </a:cubicBezTo>
                    <a:cubicBezTo>
                      <a:pt x="98" y="188"/>
                      <a:pt x="1" y="311"/>
                      <a:pt x="59" y="427"/>
                    </a:cubicBezTo>
                    <a:cubicBezTo>
                      <a:pt x="115" y="537"/>
                      <a:pt x="257" y="599"/>
                      <a:pt x="394" y="599"/>
                    </a:cubicBezTo>
                    <a:cubicBezTo>
                      <a:pt x="502" y="599"/>
                      <a:pt x="607" y="560"/>
                      <a:pt x="661" y="476"/>
                    </a:cubicBezTo>
                    <a:cubicBezTo>
                      <a:pt x="687" y="442"/>
                      <a:pt x="655" y="388"/>
                      <a:pt x="615" y="388"/>
                    </a:cubicBezTo>
                    <a:cubicBezTo>
                      <a:pt x="609" y="388"/>
                      <a:pt x="603" y="389"/>
                      <a:pt x="597" y="392"/>
                    </a:cubicBezTo>
                    <a:cubicBezTo>
                      <a:pt x="532" y="414"/>
                      <a:pt x="483" y="460"/>
                      <a:pt x="409" y="463"/>
                    </a:cubicBezTo>
                    <a:cubicBezTo>
                      <a:pt x="398" y="464"/>
                      <a:pt x="386" y="465"/>
                      <a:pt x="373" y="465"/>
                    </a:cubicBezTo>
                    <a:cubicBezTo>
                      <a:pt x="307" y="465"/>
                      <a:pt x="224" y="443"/>
                      <a:pt x="188" y="392"/>
                    </a:cubicBezTo>
                    <a:cubicBezTo>
                      <a:pt x="127" y="307"/>
                      <a:pt x="253" y="210"/>
                      <a:pt x="311" y="168"/>
                    </a:cubicBezTo>
                    <a:cubicBezTo>
                      <a:pt x="383" y="123"/>
                      <a:pt x="454" y="107"/>
                      <a:pt x="535" y="97"/>
                    </a:cubicBezTo>
                    <a:cubicBezTo>
                      <a:pt x="593" y="87"/>
                      <a:pt x="571" y="6"/>
                      <a:pt x="522" y="3"/>
                    </a:cubicBezTo>
                    <a:cubicBezTo>
                      <a:pt x="510" y="2"/>
                      <a:pt x="497" y="1"/>
                      <a:pt x="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 name="Google Shape;497;p4"/>
            <p:cNvGrpSpPr/>
            <p:nvPr/>
          </p:nvGrpSpPr>
          <p:grpSpPr>
            <a:xfrm rot="-1781495">
              <a:off x="8744587" y="178666"/>
              <a:ext cx="721537" cy="916184"/>
              <a:chOff x="7996659" y="1819688"/>
              <a:chExt cx="419434" cy="532584"/>
            </a:xfrm>
          </p:grpSpPr>
          <p:sp>
            <p:nvSpPr>
              <p:cNvPr id="498" name="Google Shape;498;p4"/>
              <p:cNvSpPr/>
              <p:nvPr/>
            </p:nvSpPr>
            <p:spPr>
              <a:xfrm>
                <a:off x="7996659" y="1819688"/>
                <a:ext cx="419434" cy="532584"/>
              </a:xfrm>
              <a:custGeom>
                <a:rect b="b" l="l" r="r" t="t"/>
                <a:pathLst>
                  <a:path extrusionOk="0" h="8110" w="6387">
                    <a:moveTo>
                      <a:pt x="3158" y="136"/>
                    </a:moveTo>
                    <a:cubicBezTo>
                      <a:pt x="3547" y="136"/>
                      <a:pt x="3936" y="167"/>
                      <a:pt x="4316" y="246"/>
                    </a:cubicBezTo>
                    <a:cubicBezTo>
                      <a:pt x="4750" y="336"/>
                      <a:pt x="5366" y="485"/>
                      <a:pt x="5647" y="855"/>
                    </a:cubicBezTo>
                    <a:cubicBezTo>
                      <a:pt x="6386" y="1817"/>
                      <a:pt x="3548" y="1992"/>
                      <a:pt x="3078" y="1995"/>
                    </a:cubicBezTo>
                    <a:cubicBezTo>
                      <a:pt x="3044" y="1996"/>
                      <a:pt x="3009" y="1996"/>
                      <a:pt x="2974" y="1996"/>
                    </a:cubicBezTo>
                    <a:cubicBezTo>
                      <a:pt x="2484" y="1996"/>
                      <a:pt x="1994" y="1953"/>
                      <a:pt x="1511" y="1866"/>
                    </a:cubicBezTo>
                    <a:cubicBezTo>
                      <a:pt x="1313" y="1830"/>
                      <a:pt x="769" y="1713"/>
                      <a:pt x="458" y="1493"/>
                    </a:cubicBezTo>
                    <a:cubicBezTo>
                      <a:pt x="399" y="1418"/>
                      <a:pt x="335" y="1344"/>
                      <a:pt x="263" y="1276"/>
                    </a:cubicBezTo>
                    <a:cubicBezTo>
                      <a:pt x="231" y="1208"/>
                      <a:pt x="221" y="1133"/>
                      <a:pt x="247" y="1059"/>
                    </a:cubicBezTo>
                    <a:cubicBezTo>
                      <a:pt x="250" y="1052"/>
                      <a:pt x="254" y="1049"/>
                      <a:pt x="260" y="1039"/>
                    </a:cubicBezTo>
                    <a:cubicBezTo>
                      <a:pt x="684" y="174"/>
                      <a:pt x="2013" y="174"/>
                      <a:pt x="2845" y="142"/>
                    </a:cubicBezTo>
                    <a:cubicBezTo>
                      <a:pt x="2950" y="138"/>
                      <a:pt x="3054" y="136"/>
                      <a:pt x="3158" y="136"/>
                    </a:cubicBezTo>
                    <a:close/>
                    <a:moveTo>
                      <a:pt x="5453" y="1739"/>
                    </a:moveTo>
                    <a:lnTo>
                      <a:pt x="5453" y="1739"/>
                    </a:lnTo>
                    <a:cubicBezTo>
                      <a:pt x="4896" y="2445"/>
                      <a:pt x="4698" y="3349"/>
                      <a:pt x="4701" y="4266"/>
                    </a:cubicBezTo>
                    <a:cubicBezTo>
                      <a:pt x="4685" y="4266"/>
                      <a:pt x="4666" y="4273"/>
                      <a:pt x="4653" y="4289"/>
                    </a:cubicBezTo>
                    <a:cubicBezTo>
                      <a:pt x="4372" y="4750"/>
                      <a:pt x="3818" y="4855"/>
                      <a:pt x="3305" y="4855"/>
                    </a:cubicBezTo>
                    <a:cubicBezTo>
                      <a:pt x="3256" y="4855"/>
                      <a:pt x="3207" y="4854"/>
                      <a:pt x="3159" y="4852"/>
                    </a:cubicBezTo>
                    <a:cubicBezTo>
                      <a:pt x="2631" y="4833"/>
                      <a:pt x="2009" y="4703"/>
                      <a:pt x="1643" y="4292"/>
                    </a:cubicBezTo>
                    <a:cubicBezTo>
                      <a:pt x="1702" y="3813"/>
                      <a:pt x="1559" y="3365"/>
                      <a:pt x="1329" y="2922"/>
                    </a:cubicBezTo>
                    <a:cubicBezTo>
                      <a:pt x="1125" y="2523"/>
                      <a:pt x="918" y="2112"/>
                      <a:pt x="655" y="1742"/>
                    </a:cubicBezTo>
                    <a:lnTo>
                      <a:pt x="655" y="1742"/>
                    </a:lnTo>
                    <a:cubicBezTo>
                      <a:pt x="931" y="1885"/>
                      <a:pt x="1251" y="1950"/>
                      <a:pt x="1543" y="2002"/>
                    </a:cubicBezTo>
                    <a:cubicBezTo>
                      <a:pt x="2039" y="2087"/>
                      <a:pt x="2549" y="2133"/>
                      <a:pt x="3060" y="2133"/>
                    </a:cubicBezTo>
                    <a:cubicBezTo>
                      <a:pt x="3658" y="2133"/>
                      <a:pt x="4256" y="2070"/>
                      <a:pt x="4831" y="1934"/>
                    </a:cubicBezTo>
                    <a:cubicBezTo>
                      <a:pt x="5022" y="1888"/>
                      <a:pt x="5252" y="1830"/>
                      <a:pt x="5453" y="1739"/>
                    </a:cubicBezTo>
                    <a:close/>
                    <a:moveTo>
                      <a:pt x="1627" y="4431"/>
                    </a:moveTo>
                    <a:cubicBezTo>
                      <a:pt x="1983" y="4882"/>
                      <a:pt x="2758" y="4985"/>
                      <a:pt x="3279" y="4985"/>
                    </a:cubicBezTo>
                    <a:cubicBezTo>
                      <a:pt x="3736" y="4985"/>
                      <a:pt x="4462" y="4907"/>
                      <a:pt x="4705" y="4451"/>
                    </a:cubicBezTo>
                    <a:cubicBezTo>
                      <a:pt x="4724" y="4982"/>
                      <a:pt x="4967" y="5432"/>
                      <a:pt x="5252" y="5870"/>
                    </a:cubicBezTo>
                    <a:cubicBezTo>
                      <a:pt x="5408" y="6113"/>
                      <a:pt x="5586" y="6349"/>
                      <a:pt x="5712" y="6615"/>
                    </a:cubicBezTo>
                    <a:cubicBezTo>
                      <a:pt x="5997" y="7191"/>
                      <a:pt x="5615" y="7499"/>
                      <a:pt x="5106" y="7677"/>
                    </a:cubicBezTo>
                    <a:cubicBezTo>
                      <a:pt x="4455" y="7904"/>
                      <a:pt x="3762" y="7975"/>
                      <a:pt x="3072" y="7979"/>
                    </a:cubicBezTo>
                    <a:cubicBezTo>
                      <a:pt x="2992" y="7979"/>
                      <a:pt x="2912" y="7979"/>
                      <a:pt x="2831" y="7979"/>
                    </a:cubicBezTo>
                    <a:cubicBezTo>
                      <a:pt x="2247" y="7979"/>
                      <a:pt x="1634" y="7961"/>
                      <a:pt x="1073" y="7813"/>
                    </a:cubicBezTo>
                    <a:cubicBezTo>
                      <a:pt x="707" y="7716"/>
                      <a:pt x="150" y="7525"/>
                      <a:pt x="241" y="7046"/>
                    </a:cubicBezTo>
                    <a:cubicBezTo>
                      <a:pt x="305" y="6728"/>
                      <a:pt x="548" y="6407"/>
                      <a:pt x="733" y="6145"/>
                    </a:cubicBezTo>
                    <a:cubicBezTo>
                      <a:pt x="1060" y="5662"/>
                      <a:pt x="1417" y="5193"/>
                      <a:pt x="1582" y="4626"/>
                    </a:cubicBezTo>
                    <a:cubicBezTo>
                      <a:pt x="1601" y="4561"/>
                      <a:pt x="1614" y="4496"/>
                      <a:pt x="1627" y="4431"/>
                    </a:cubicBezTo>
                    <a:close/>
                    <a:moveTo>
                      <a:pt x="3211" y="1"/>
                    </a:moveTo>
                    <a:cubicBezTo>
                      <a:pt x="3107" y="1"/>
                      <a:pt x="3005" y="3"/>
                      <a:pt x="2907" y="6"/>
                    </a:cubicBezTo>
                    <a:cubicBezTo>
                      <a:pt x="2356" y="22"/>
                      <a:pt x="1776" y="74"/>
                      <a:pt x="1238" y="200"/>
                    </a:cubicBezTo>
                    <a:cubicBezTo>
                      <a:pt x="782" y="307"/>
                      <a:pt x="357" y="531"/>
                      <a:pt x="156" y="978"/>
                    </a:cubicBezTo>
                    <a:cubicBezTo>
                      <a:pt x="150" y="997"/>
                      <a:pt x="153" y="1017"/>
                      <a:pt x="160" y="1033"/>
                    </a:cubicBezTo>
                    <a:cubicBezTo>
                      <a:pt x="143" y="1085"/>
                      <a:pt x="143" y="1143"/>
                      <a:pt x="156" y="1195"/>
                    </a:cubicBezTo>
                    <a:cubicBezTo>
                      <a:pt x="134" y="1205"/>
                      <a:pt x="114" y="1237"/>
                      <a:pt x="137" y="1263"/>
                    </a:cubicBezTo>
                    <a:lnTo>
                      <a:pt x="234" y="1386"/>
                    </a:lnTo>
                    <a:cubicBezTo>
                      <a:pt x="263" y="1431"/>
                      <a:pt x="296" y="1470"/>
                      <a:pt x="331" y="1506"/>
                    </a:cubicBezTo>
                    <a:cubicBezTo>
                      <a:pt x="704" y="1998"/>
                      <a:pt x="999" y="2536"/>
                      <a:pt x="1271" y="3090"/>
                    </a:cubicBezTo>
                    <a:cubicBezTo>
                      <a:pt x="1653" y="3868"/>
                      <a:pt x="1566" y="4577"/>
                      <a:pt x="1135" y="5309"/>
                    </a:cubicBezTo>
                    <a:cubicBezTo>
                      <a:pt x="820" y="5837"/>
                      <a:pt x="341" y="6326"/>
                      <a:pt x="150" y="6913"/>
                    </a:cubicBezTo>
                    <a:cubicBezTo>
                      <a:pt x="1" y="7376"/>
                      <a:pt x="260" y="7629"/>
                      <a:pt x="665" y="7807"/>
                    </a:cubicBezTo>
                    <a:cubicBezTo>
                      <a:pt x="1242" y="8060"/>
                      <a:pt x="1903" y="8076"/>
                      <a:pt x="2521" y="8098"/>
                    </a:cubicBezTo>
                    <a:cubicBezTo>
                      <a:pt x="2696" y="8105"/>
                      <a:pt x="2871" y="8109"/>
                      <a:pt x="3046" y="8109"/>
                    </a:cubicBezTo>
                    <a:cubicBezTo>
                      <a:pt x="3554" y="8109"/>
                      <a:pt x="4063" y="8075"/>
                      <a:pt x="4559" y="7969"/>
                    </a:cubicBezTo>
                    <a:cubicBezTo>
                      <a:pt x="5000" y="7878"/>
                      <a:pt x="5758" y="7726"/>
                      <a:pt x="5936" y="7230"/>
                    </a:cubicBezTo>
                    <a:cubicBezTo>
                      <a:pt x="6098" y="6761"/>
                      <a:pt x="5664" y="6252"/>
                      <a:pt x="5430" y="5892"/>
                    </a:cubicBezTo>
                    <a:cubicBezTo>
                      <a:pt x="5226" y="5581"/>
                      <a:pt x="5016" y="5261"/>
                      <a:pt x="4912" y="4901"/>
                    </a:cubicBezTo>
                    <a:cubicBezTo>
                      <a:pt x="4802" y="4525"/>
                      <a:pt x="4844" y="4127"/>
                      <a:pt x="4870" y="3738"/>
                    </a:cubicBezTo>
                    <a:cubicBezTo>
                      <a:pt x="4941" y="2873"/>
                      <a:pt x="5200" y="2115"/>
                      <a:pt x="5842" y="1506"/>
                    </a:cubicBezTo>
                    <a:cubicBezTo>
                      <a:pt x="5874" y="1480"/>
                      <a:pt x="5868" y="1438"/>
                      <a:pt x="5842" y="1415"/>
                    </a:cubicBezTo>
                    <a:cubicBezTo>
                      <a:pt x="6014" y="1127"/>
                      <a:pt x="5852" y="819"/>
                      <a:pt x="5612" y="625"/>
                    </a:cubicBezTo>
                    <a:cubicBezTo>
                      <a:pt x="4988" y="119"/>
                      <a:pt x="4026" y="1"/>
                      <a:pt x="32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
              <p:cNvSpPr/>
              <p:nvPr/>
            </p:nvSpPr>
            <p:spPr>
              <a:xfrm>
                <a:off x="8107507" y="2077631"/>
                <a:ext cx="23510" cy="12346"/>
              </a:xfrm>
              <a:custGeom>
                <a:rect b="b" l="l" r="r" t="t"/>
                <a:pathLst>
                  <a:path extrusionOk="0" h="188" w="358">
                    <a:moveTo>
                      <a:pt x="290" y="1"/>
                    </a:moveTo>
                    <a:cubicBezTo>
                      <a:pt x="285" y="1"/>
                      <a:pt x="279" y="2"/>
                      <a:pt x="273" y="4"/>
                    </a:cubicBezTo>
                    <a:cubicBezTo>
                      <a:pt x="192" y="40"/>
                      <a:pt x="104" y="82"/>
                      <a:pt x="30" y="121"/>
                    </a:cubicBezTo>
                    <a:cubicBezTo>
                      <a:pt x="1" y="141"/>
                      <a:pt x="13" y="188"/>
                      <a:pt x="44" y="188"/>
                    </a:cubicBezTo>
                    <a:cubicBezTo>
                      <a:pt x="48" y="188"/>
                      <a:pt x="52" y="187"/>
                      <a:pt x="56" y="186"/>
                    </a:cubicBezTo>
                    <a:cubicBezTo>
                      <a:pt x="146" y="153"/>
                      <a:pt x="231" y="118"/>
                      <a:pt x="315" y="79"/>
                    </a:cubicBezTo>
                    <a:cubicBezTo>
                      <a:pt x="358" y="56"/>
                      <a:pt x="330" y="1"/>
                      <a:pt x="2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
              <p:cNvSpPr/>
              <p:nvPr/>
            </p:nvSpPr>
            <p:spPr>
              <a:xfrm>
                <a:off x="8140472" y="2069947"/>
                <a:ext cx="31981" cy="10113"/>
              </a:xfrm>
              <a:custGeom>
                <a:rect b="b" l="l" r="r" t="t"/>
                <a:pathLst>
                  <a:path extrusionOk="0" h="154" w="487">
                    <a:moveTo>
                      <a:pt x="419" y="1"/>
                    </a:moveTo>
                    <a:cubicBezTo>
                      <a:pt x="415" y="1"/>
                      <a:pt x="412" y="1"/>
                      <a:pt x="409" y="2"/>
                    </a:cubicBezTo>
                    <a:cubicBezTo>
                      <a:pt x="283" y="18"/>
                      <a:pt x="153" y="50"/>
                      <a:pt x="33" y="89"/>
                    </a:cubicBezTo>
                    <a:cubicBezTo>
                      <a:pt x="2" y="102"/>
                      <a:pt x="1" y="154"/>
                      <a:pt x="36" y="154"/>
                    </a:cubicBezTo>
                    <a:cubicBezTo>
                      <a:pt x="38" y="154"/>
                      <a:pt x="39" y="154"/>
                      <a:pt x="40" y="154"/>
                    </a:cubicBezTo>
                    <a:cubicBezTo>
                      <a:pt x="169" y="144"/>
                      <a:pt x="309" y="121"/>
                      <a:pt x="435" y="86"/>
                    </a:cubicBezTo>
                    <a:cubicBezTo>
                      <a:pt x="487" y="74"/>
                      <a:pt x="470" y="1"/>
                      <a:pt x="4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
              <p:cNvSpPr/>
              <p:nvPr/>
            </p:nvSpPr>
            <p:spPr>
              <a:xfrm>
                <a:off x="8189854" y="2068306"/>
                <a:ext cx="32638" cy="6304"/>
              </a:xfrm>
              <a:custGeom>
                <a:rect b="b" l="l" r="r" t="t"/>
                <a:pathLst>
                  <a:path extrusionOk="0" h="96" w="497">
                    <a:moveTo>
                      <a:pt x="431" y="1"/>
                    </a:moveTo>
                    <a:cubicBezTo>
                      <a:pt x="305" y="1"/>
                      <a:pt x="175" y="4"/>
                      <a:pt x="49" y="10"/>
                    </a:cubicBezTo>
                    <a:cubicBezTo>
                      <a:pt x="0" y="10"/>
                      <a:pt x="0" y="85"/>
                      <a:pt x="49" y="85"/>
                    </a:cubicBezTo>
                    <a:cubicBezTo>
                      <a:pt x="152" y="90"/>
                      <a:pt x="257" y="95"/>
                      <a:pt x="361" y="95"/>
                    </a:cubicBezTo>
                    <a:cubicBezTo>
                      <a:pt x="385" y="95"/>
                      <a:pt x="408" y="95"/>
                      <a:pt x="431" y="95"/>
                    </a:cubicBezTo>
                    <a:cubicBezTo>
                      <a:pt x="432" y="95"/>
                      <a:pt x="433" y="95"/>
                      <a:pt x="435" y="95"/>
                    </a:cubicBezTo>
                    <a:cubicBezTo>
                      <a:pt x="496" y="95"/>
                      <a:pt x="495" y="4"/>
                      <a:pt x="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
              <p:cNvSpPr/>
              <p:nvPr/>
            </p:nvSpPr>
            <p:spPr>
              <a:xfrm>
                <a:off x="8236544" y="2072114"/>
                <a:ext cx="29092" cy="11624"/>
              </a:xfrm>
              <a:custGeom>
                <a:rect b="b" l="l" r="r" t="t"/>
                <a:pathLst>
                  <a:path extrusionOk="0" h="177" w="443">
                    <a:moveTo>
                      <a:pt x="52" y="1"/>
                    </a:moveTo>
                    <a:cubicBezTo>
                      <a:pt x="11" y="1"/>
                      <a:pt x="1" y="73"/>
                      <a:pt x="44" y="82"/>
                    </a:cubicBezTo>
                    <a:cubicBezTo>
                      <a:pt x="154" y="101"/>
                      <a:pt x="255" y="134"/>
                      <a:pt x="355" y="173"/>
                    </a:cubicBezTo>
                    <a:cubicBezTo>
                      <a:pt x="363" y="176"/>
                      <a:pt x="370" y="177"/>
                      <a:pt x="377" y="177"/>
                    </a:cubicBezTo>
                    <a:cubicBezTo>
                      <a:pt x="428" y="177"/>
                      <a:pt x="442" y="95"/>
                      <a:pt x="388" y="72"/>
                    </a:cubicBezTo>
                    <a:cubicBezTo>
                      <a:pt x="284" y="27"/>
                      <a:pt x="171" y="7"/>
                      <a:pt x="57" y="1"/>
                    </a:cubicBezTo>
                    <a:cubicBezTo>
                      <a:pt x="55" y="1"/>
                      <a:pt x="54"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
              <p:cNvSpPr/>
              <p:nvPr/>
            </p:nvSpPr>
            <p:spPr>
              <a:xfrm>
                <a:off x="8273450" y="2083869"/>
                <a:ext cx="26662" cy="19110"/>
              </a:xfrm>
              <a:custGeom>
                <a:rect b="b" l="l" r="r" t="t"/>
                <a:pathLst>
                  <a:path extrusionOk="0" h="291" w="406">
                    <a:moveTo>
                      <a:pt x="56" y="0"/>
                    </a:moveTo>
                    <a:cubicBezTo>
                      <a:pt x="1" y="0"/>
                      <a:pt x="1" y="84"/>
                      <a:pt x="56" y="88"/>
                    </a:cubicBezTo>
                    <a:cubicBezTo>
                      <a:pt x="169" y="101"/>
                      <a:pt x="234" y="172"/>
                      <a:pt x="292" y="266"/>
                    </a:cubicBezTo>
                    <a:cubicBezTo>
                      <a:pt x="302" y="283"/>
                      <a:pt x="319" y="291"/>
                      <a:pt x="336" y="291"/>
                    </a:cubicBezTo>
                    <a:cubicBezTo>
                      <a:pt x="370" y="291"/>
                      <a:pt x="405" y="261"/>
                      <a:pt x="393" y="220"/>
                    </a:cubicBezTo>
                    <a:cubicBezTo>
                      <a:pt x="347" y="84"/>
                      <a:pt x="195"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
              <p:cNvSpPr/>
              <p:nvPr/>
            </p:nvSpPr>
            <p:spPr>
              <a:xfrm>
                <a:off x="8016425" y="2252832"/>
                <a:ext cx="29157" cy="21474"/>
              </a:xfrm>
              <a:custGeom>
                <a:rect b="b" l="l" r="r" t="t"/>
                <a:pathLst>
                  <a:path extrusionOk="0" h="327" w="444">
                    <a:moveTo>
                      <a:pt x="376" y="0"/>
                    </a:moveTo>
                    <a:cubicBezTo>
                      <a:pt x="369" y="0"/>
                      <a:pt x="362" y="2"/>
                      <a:pt x="354" y="6"/>
                    </a:cubicBezTo>
                    <a:cubicBezTo>
                      <a:pt x="225" y="67"/>
                      <a:pt x="111" y="165"/>
                      <a:pt x="17" y="271"/>
                    </a:cubicBezTo>
                    <a:cubicBezTo>
                      <a:pt x="0" y="296"/>
                      <a:pt x="17" y="327"/>
                      <a:pt x="40" y="327"/>
                    </a:cubicBezTo>
                    <a:cubicBezTo>
                      <a:pt x="47" y="327"/>
                      <a:pt x="55" y="324"/>
                      <a:pt x="63" y="317"/>
                    </a:cubicBezTo>
                    <a:cubicBezTo>
                      <a:pt x="170" y="223"/>
                      <a:pt x="277" y="152"/>
                      <a:pt x="400" y="84"/>
                    </a:cubicBezTo>
                    <a:cubicBezTo>
                      <a:pt x="444" y="59"/>
                      <a:pt x="417" y="0"/>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
              <p:cNvSpPr/>
              <p:nvPr/>
            </p:nvSpPr>
            <p:spPr>
              <a:xfrm>
                <a:off x="8061342" y="2237597"/>
                <a:ext cx="38811" cy="13594"/>
              </a:xfrm>
              <a:custGeom>
                <a:rect b="b" l="l" r="r" t="t"/>
                <a:pathLst>
                  <a:path extrusionOk="0" h="207" w="591">
                    <a:moveTo>
                      <a:pt x="522" y="0"/>
                    </a:moveTo>
                    <a:cubicBezTo>
                      <a:pt x="519" y="0"/>
                      <a:pt x="516" y="1"/>
                      <a:pt x="513" y="1"/>
                    </a:cubicBezTo>
                    <a:cubicBezTo>
                      <a:pt x="354" y="40"/>
                      <a:pt x="202" y="86"/>
                      <a:pt x="46" y="131"/>
                    </a:cubicBezTo>
                    <a:cubicBezTo>
                      <a:pt x="1" y="143"/>
                      <a:pt x="18" y="206"/>
                      <a:pt x="60" y="206"/>
                    </a:cubicBezTo>
                    <a:cubicBezTo>
                      <a:pt x="63" y="206"/>
                      <a:pt x="66" y="206"/>
                      <a:pt x="69" y="205"/>
                    </a:cubicBezTo>
                    <a:cubicBezTo>
                      <a:pt x="224" y="166"/>
                      <a:pt x="383" y="134"/>
                      <a:pt x="538" y="92"/>
                    </a:cubicBezTo>
                    <a:cubicBezTo>
                      <a:pt x="591" y="77"/>
                      <a:pt x="573" y="0"/>
                      <a:pt x="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
              <p:cNvSpPr/>
              <p:nvPr/>
            </p:nvSpPr>
            <p:spPr>
              <a:xfrm>
                <a:off x="8124974" y="2231884"/>
                <a:ext cx="36907" cy="7552"/>
              </a:xfrm>
              <a:custGeom>
                <a:rect b="b" l="l" r="r" t="t"/>
                <a:pathLst>
                  <a:path extrusionOk="0" h="115" w="562">
                    <a:moveTo>
                      <a:pt x="507" y="0"/>
                    </a:moveTo>
                    <a:cubicBezTo>
                      <a:pt x="504" y="0"/>
                      <a:pt x="502" y="0"/>
                      <a:pt x="499" y="1"/>
                    </a:cubicBezTo>
                    <a:cubicBezTo>
                      <a:pt x="350" y="17"/>
                      <a:pt x="204" y="36"/>
                      <a:pt x="49" y="36"/>
                    </a:cubicBezTo>
                    <a:cubicBezTo>
                      <a:pt x="0" y="36"/>
                      <a:pt x="0" y="104"/>
                      <a:pt x="49" y="111"/>
                    </a:cubicBezTo>
                    <a:cubicBezTo>
                      <a:pt x="103" y="113"/>
                      <a:pt x="157" y="115"/>
                      <a:pt x="211" y="115"/>
                    </a:cubicBezTo>
                    <a:cubicBezTo>
                      <a:pt x="311" y="115"/>
                      <a:pt x="411" y="110"/>
                      <a:pt x="512" y="95"/>
                    </a:cubicBezTo>
                    <a:cubicBezTo>
                      <a:pt x="561" y="86"/>
                      <a:pt x="552" y="0"/>
                      <a:pt x="5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
              <p:cNvSpPr/>
              <p:nvPr/>
            </p:nvSpPr>
            <p:spPr>
              <a:xfrm>
                <a:off x="8183485" y="2230439"/>
                <a:ext cx="40321" cy="7946"/>
              </a:xfrm>
              <a:custGeom>
                <a:rect b="b" l="l" r="r" t="t"/>
                <a:pathLst>
                  <a:path extrusionOk="0" h="121" w="614">
                    <a:moveTo>
                      <a:pt x="238" y="1"/>
                    </a:moveTo>
                    <a:cubicBezTo>
                      <a:pt x="178" y="1"/>
                      <a:pt x="118" y="3"/>
                      <a:pt x="59" y="7"/>
                    </a:cubicBezTo>
                    <a:cubicBezTo>
                      <a:pt x="1" y="10"/>
                      <a:pt x="0" y="91"/>
                      <a:pt x="55" y="91"/>
                    </a:cubicBezTo>
                    <a:cubicBezTo>
                      <a:pt x="56" y="91"/>
                      <a:pt x="57" y="91"/>
                      <a:pt x="59" y="91"/>
                    </a:cubicBezTo>
                    <a:cubicBezTo>
                      <a:pt x="71" y="91"/>
                      <a:pt x="83" y="90"/>
                      <a:pt x="96" y="90"/>
                    </a:cubicBezTo>
                    <a:cubicBezTo>
                      <a:pt x="248" y="90"/>
                      <a:pt x="398" y="108"/>
                      <a:pt x="551" y="120"/>
                    </a:cubicBezTo>
                    <a:cubicBezTo>
                      <a:pt x="553" y="120"/>
                      <a:pt x="555" y="120"/>
                      <a:pt x="557" y="120"/>
                    </a:cubicBezTo>
                    <a:cubicBezTo>
                      <a:pt x="607" y="120"/>
                      <a:pt x="614" y="42"/>
                      <a:pt x="564" y="29"/>
                    </a:cubicBezTo>
                    <a:cubicBezTo>
                      <a:pt x="457" y="8"/>
                      <a:pt x="348" y="1"/>
                      <a:pt x="2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
              <p:cNvSpPr/>
              <p:nvPr/>
            </p:nvSpPr>
            <p:spPr>
              <a:xfrm>
                <a:off x="8245738" y="2233591"/>
                <a:ext cx="37629" cy="12215"/>
              </a:xfrm>
              <a:custGeom>
                <a:rect b="b" l="l" r="r" t="t"/>
                <a:pathLst>
                  <a:path extrusionOk="0" h="186" w="573">
                    <a:moveTo>
                      <a:pt x="60" y="0"/>
                    </a:moveTo>
                    <a:cubicBezTo>
                      <a:pt x="16" y="0"/>
                      <a:pt x="0" y="63"/>
                      <a:pt x="47" y="78"/>
                    </a:cubicBezTo>
                    <a:cubicBezTo>
                      <a:pt x="193" y="117"/>
                      <a:pt x="342" y="159"/>
                      <a:pt x="491" y="185"/>
                    </a:cubicBezTo>
                    <a:cubicBezTo>
                      <a:pt x="493" y="186"/>
                      <a:pt x="495" y="186"/>
                      <a:pt x="497" y="186"/>
                    </a:cubicBezTo>
                    <a:cubicBezTo>
                      <a:pt x="551" y="186"/>
                      <a:pt x="573" y="107"/>
                      <a:pt x="517" y="91"/>
                    </a:cubicBezTo>
                    <a:cubicBezTo>
                      <a:pt x="371" y="53"/>
                      <a:pt x="215" y="30"/>
                      <a:pt x="66" y="1"/>
                    </a:cubicBezTo>
                    <a:cubicBezTo>
                      <a:pt x="64"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
              <p:cNvSpPr/>
              <p:nvPr/>
            </p:nvSpPr>
            <p:spPr>
              <a:xfrm>
                <a:off x="8302409" y="2246593"/>
                <a:ext cx="29814" cy="13331"/>
              </a:xfrm>
              <a:custGeom>
                <a:rect b="b" l="l" r="r" t="t"/>
                <a:pathLst>
                  <a:path extrusionOk="0" h="203" w="454">
                    <a:moveTo>
                      <a:pt x="56" y="0"/>
                    </a:moveTo>
                    <a:cubicBezTo>
                      <a:pt x="0" y="0"/>
                      <a:pt x="2" y="88"/>
                      <a:pt x="62" y="98"/>
                    </a:cubicBezTo>
                    <a:cubicBezTo>
                      <a:pt x="165" y="104"/>
                      <a:pt x="256" y="140"/>
                      <a:pt x="344" y="195"/>
                    </a:cubicBezTo>
                    <a:cubicBezTo>
                      <a:pt x="354" y="200"/>
                      <a:pt x="363" y="203"/>
                      <a:pt x="373" y="203"/>
                    </a:cubicBezTo>
                    <a:cubicBezTo>
                      <a:pt x="423" y="203"/>
                      <a:pt x="454" y="131"/>
                      <a:pt x="402" y="101"/>
                    </a:cubicBezTo>
                    <a:cubicBezTo>
                      <a:pt x="301" y="36"/>
                      <a:pt x="182" y="7"/>
                      <a:pt x="62" y="0"/>
                    </a:cubicBezTo>
                    <a:cubicBezTo>
                      <a:pt x="60" y="0"/>
                      <a:pt x="58"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
              <p:cNvSpPr/>
              <p:nvPr/>
            </p:nvSpPr>
            <p:spPr>
              <a:xfrm>
                <a:off x="8339774" y="2264455"/>
                <a:ext cx="32966" cy="21540"/>
              </a:xfrm>
              <a:custGeom>
                <a:rect b="b" l="l" r="r" t="t"/>
                <a:pathLst>
                  <a:path extrusionOk="0" h="328" w="502">
                    <a:moveTo>
                      <a:pt x="55" y="0"/>
                    </a:moveTo>
                    <a:cubicBezTo>
                      <a:pt x="11" y="0"/>
                      <a:pt x="1" y="74"/>
                      <a:pt x="47" y="91"/>
                    </a:cubicBezTo>
                    <a:cubicBezTo>
                      <a:pt x="179" y="143"/>
                      <a:pt x="273" y="221"/>
                      <a:pt x="380" y="311"/>
                    </a:cubicBezTo>
                    <a:cubicBezTo>
                      <a:pt x="392" y="323"/>
                      <a:pt x="405" y="327"/>
                      <a:pt x="418" y="327"/>
                    </a:cubicBezTo>
                    <a:cubicBezTo>
                      <a:pt x="462" y="327"/>
                      <a:pt x="501" y="273"/>
                      <a:pt x="461" y="230"/>
                    </a:cubicBezTo>
                    <a:cubicBezTo>
                      <a:pt x="358" y="124"/>
                      <a:pt x="209" y="49"/>
                      <a:pt x="73" y="4"/>
                    </a:cubicBezTo>
                    <a:cubicBezTo>
                      <a:pt x="66" y="1"/>
                      <a:pt x="60"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 name="Google Shape;511;p4"/>
            <p:cNvGrpSpPr/>
            <p:nvPr/>
          </p:nvGrpSpPr>
          <p:grpSpPr>
            <a:xfrm rot="1256611">
              <a:off x="-181208" y="3234243"/>
              <a:ext cx="572778" cy="655670"/>
              <a:chOff x="4838621" y="3330436"/>
              <a:chExt cx="342600" cy="392181"/>
            </a:xfrm>
          </p:grpSpPr>
          <p:sp>
            <p:nvSpPr>
              <p:cNvPr id="512" name="Google Shape;512;p4"/>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4"/>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7" name="Google Shape;537;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38" name="Google Shape;538;p4"/>
          <p:cNvSpPr txBox="1"/>
          <p:nvPr>
            <p:ph idx="1" type="body"/>
          </p:nvPr>
        </p:nvSpPr>
        <p:spPr>
          <a:xfrm>
            <a:off x="720000" y="1165501"/>
            <a:ext cx="7704000" cy="329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539" name="Google Shape;539;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40" name="Shape 540"/>
        <p:cNvGrpSpPr/>
        <p:nvPr/>
      </p:nvGrpSpPr>
      <p:grpSpPr>
        <a:xfrm>
          <a:off x="0" y="0"/>
          <a:ext cx="0" cy="0"/>
          <a:chOff x="0" y="0"/>
          <a:chExt cx="0" cy="0"/>
        </a:xfrm>
      </p:grpSpPr>
      <p:pic>
        <p:nvPicPr>
          <p:cNvPr id="541" name="Google Shape;541;p5"/>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542" name="Google Shape;542;p5"/>
          <p:cNvGrpSpPr/>
          <p:nvPr/>
        </p:nvGrpSpPr>
        <p:grpSpPr>
          <a:xfrm>
            <a:off x="113777" y="-154240"/>
            <a:ext cx="9162909" cy="5135629"/>
            <a:chOff x="113777" y="-154240"/>
            <a:chExt cx="9162909" cy="5135629"/>
          </a:xfrm>
        </p:grpSpPr>
        <p:grpSp>
          <p:nvGrpSpPr>
            <p:cNvPr id="543" name="Google Shape;543;p5"/>
            <p:cNvGrpSpPr/>
            <p:nvPr/>
          </p:nvGrpSpPr>
          <p:grpSpPr>
            <a:xfrm rot="2567276">
              <a:off x="6884460" y="59427"/>
              <a:ext cx="733465" cy="266411"/>
              <a:chOff x="3720033" y="657636"/>
              <a:chExt cx="380942" cy="138367"/>
            </a:xfrm>
          </p:grpSpPr>
          <p:sp>
            <p:nvSpPr>
              <p:cNvPr id="544" name="Google Shape;544;p5"/>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5"/>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5"/>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5"/>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5"/>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0" name="Google Shape;550;p5"/>
            <p:cNvGrpSpPr/>
            <p:nvPr/>
          </p:nvGrpSpPr>
          <p:grpSpPr>
            <a:xfrm rot="-3708110">
              <a:off x="8409187" y="2526355"/>
              <a:ext cx="1053989" cy="207617"/>
              <a:chOff x="4737493" y="4305992"/>
              <a:chExt cx="547410" cy="107830"/>
            </a:xfrm>
          </p:grpSpPr>
          <p:sp>
            <p:nvSpPr>
              <p:cNvPr id="551" name="Google Shape;551;p5"/>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5"/>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5"/>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5"/>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5"/>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5"/>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5"/>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5"/>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5"/>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5"/>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5"/>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5"/>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5"/>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 name="Google Shape;564;p5"/>
            <p:cNvGrpSpPr/>
            <p:nvPr/>
          </p:nvGrpSpPr>
          <p:grpSpPr>
            <a:xfrm rot="-2367188">
              <a:off x="8516016" y="849566"/>
              <a:ext cx="493112" cy="177777"/>
              <a:chOff x="3781827" y="2039675"/>
              <a:chExt cx="256107" cy="92332"/>
            </a:xfrm>
          </p:grpSpPr>
          <p:sp>
            <p:nvSpPr>
              <p:cNvPr id="565" name="Google Shape;565;p5"/>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5"/>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5"/>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5"/>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 name="Google Shape;570;p5"/>
            <p:cNvGrpSpPr/>
            <p:nvPr/>
          </p:nvGrpSpPr>
          <p:grpSpPr>
            <a:xfrm rot="-1825424">
              <a:off x="174826" y="4383076"/>
              <a:ext cx="738169" cy="441832"/>
              <a:chOff x="4884983" y="2824599"/>
              <a:chExt cx="253545" cy="151760"/>
            </a:xfrm>
          </p:grpSpPr>
          <p:sp>
            <p:nvSpPr>
              <p:cNvPr id="571" name="Google Shape;571;p5"/>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5"/>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5"/>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5"/>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5"/>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5"/>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5"/>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5"/>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5"/>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80" name="Google Shape;580;p5"/>
          <p:cNvGrpSpPr/>
          <p:nvPr/>
        </p:nvGrpSpPr>
        <p:grpSpPr>
          <a:xfrm>
            <a:off x="-727422" y="-743609"/>
            <a:ext cx="10711917" cy="6542679"/>
            <a:chOff x="-727422" y="-743609"/>
            <a:chExt cx="10711917" cy="6542679"/>
          </a:xfrm>
        </p:grpSpPr>
        <p:grpSp>
          <p:nvGrpSpPr>
            <p:cNvPr id="581" name="Google Shape;581;p5"/>
            <p:cNvGrpSpPr/>
            <p:nvPr/>
          </p:nvGrpSpPr>
          <p:grpSpPr>
            <a:xfrm rot="-1244566">
              <a:off x="8461514" y="1059244"/>
              <a:ext cx="1410581" cy="892908"/>
              <a:chOff x="4808808" y="1957984"/>
              <a:chExt cx="404920" cy="256310"/>
            </a:xfrm>
          </p:grpSpPr>
          <p:sp>
            <p:nvSpPr>
              <p:cNvPr id="582" name="Google Shape;582;p5"/>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5"/>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 name="Google Shape;584;p5"/>
            <p:cNvGrpSpPr/>
            <p:nvPr/>
          </p:nvGrpSpPr>
          <p:grpSpPr>
            <a:xfrm rot="1825564">
              <a:off x="7465915" y="-419357"/>
              <a:ext cx="1513122" cy="855162"/>
              <a:chOff x="4710963" y="556836"/>
              <a:chExt cx="599550" cy="338855"/>
            </a:xfrm>
          </p:grpSpPr>
          <p:sp>
            <p:nvSpPr>
              <p:cNvPr id="585" name="Google Shape;585;p5"/>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5"/>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5"/>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5"/>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 name="Google Shape;589;p5"/>
            <p:cNvGrpSpPr/>
            <p:nvPr/>
          </p:nvGrpSpPr>
          <p:grpSpPr>
            <a:xfrm rot="2179146">
              <a:off x="690578" y="4749928"/>
              <a:ext cx="789052" cy="903211"/>
              <a:chOff x="4838621" y="3330436"/>
              <a:chExt cx="342600" cy="392181"/>
            </a:xfrm>
          </p:grpSpPr>
          <p:sp>
            <p:nvSpPr>
              <p:cNvPr id="590" name="Google Shape;590;p5"/>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5"/>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5"/>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5"/>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5"/>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5"/>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5"/>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5"/>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5"/>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5"/>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5"/>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5"/>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5"/>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5"/>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5"/>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5"/>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5"/>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5"/>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5"/>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5"/>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5"/>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5"/>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 name="Google Shape;615;p5"/>
            <p:cNvGrpSpPr/>
            <p:nvPr/>
          </p:nvGrpSpPr>
          <p:grpSpPr>
            <a:xfrm rot="-1218727">
              <a:off x="-598694" y="3536904"/>
              <a:ext cx="969680" cy="915366"/>
              <a:chOff x="3712416" y="2719728"/>
              <a:chExt cx="383381" cy="361907"/>
            </a:xfrm>
          </p:grpSpPr>
          <p:sp>
            <p:nvSpPr>
              <p:cNvPr id="616" name="Google Shape;616;p5"/>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5"/>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5"/>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5"/>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5"/>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5"/>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5"/>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5"/>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5"/>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5"/>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5"/>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5"/>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5"/>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5"/>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5"/>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5"/>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5"/>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5"/>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5"/>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5"/>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5"/>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5"/>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39" name="Google Shape;639;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640" name="Google Shape;640;p5"/>
          <p:cNvSpPr txBox="1"/>
          <p:nvPr>
            <p:ph idx="1" type="subTitle"/>
          </p:nvPr>
        </p:nvSpPr>
        <p:spPr>
          <a:xfrm>
            <a:off x="5055284" y="3871749"/>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41" name="Google Shape;641;p5"/>
          <p:cNvSpPr txBox="1"/>
          <p:nvPr>
            <p:ph idx="2" type="subTitle"/>
          </p:nvPr>
        </p:nvSpPr>
        <p:spPr>
          <a:xfrm>
            <a:off x="1583300" y="3871749"/>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42" name="Google Shape;642;p5"/>
          <p:cNvSpPr txBox="1"/>
          <p:nvPr>
            <p:ph idx="3" type="subTitle"/>
          </p:nvPr>
        </p:nvSpPr>
        <p:spPr>
          <a:xfrm>
            <a:off x="5055275" y="343517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643" name="Google Shape;643;p5"/>
          <p:cNvSpPr txBox="1"/>
          <p:nvPr>
            <p:ph idx="4" type="subTitle"/>
          </p:nvPr>
        </p:nvSpPr>
        <p:spPr>
          <a:xfrm>
            <a:off x="1583075" y="343517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644" name="Google Shape;644;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5" name="Shape 645"/>
        <p:cNvGrpSpPr/>
        <p:nvPr/>
      </p:nvGrpSpPr>
      <p:grpSpPr>
        <a:xfrm>
          <a:off x="0" y="0"/>
          <a:ext cx="0" cy="0"/>
          <a:chOff x="0" y="0"/>
          <a:chExt cx="0" cy="0"/>
        </a:xfrm>
      </p:grpSpPr>
      <p:pic>
        <p:nvPicPr>
          <p:cNvPr id="646" name="Google Shape;646;p6"/>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647" name="Google Shape;647;p6"/>
          <p:cNvGrpSpPr/>
          <p:nvPr/>
        </p:nvGrpSpPr>
        <p:grpSpPr>
          <a:xfrm>
            <a:off x="-73282" y="101128"/>
            <a:ext cx="9357122" cy="4992523"/>
            <a:chOff x="-73282" y="101128"/>
            <a:chExt cx="9357122" cy="4992523"/>
          </a:xfrm>
        </p:grpSpPr>
        <p:grpSp>
          <p:nvGrpSpPr>
            <p:cNvPr id="648" name="Google Shape;648;p6"/>
            <p:cNvGrpSpPr/>
            <p:nvPr/>
          </p:nvGrpSpPr>
          <p:grpSpPr>
            <a:xfrm rot="2700000">
              <a:off x="8651660" y="3600312"/>
              <a:ext cx="643786" cy="233838"/>
              <a:chOff x="3720033" y="657636"/>
              <a:chExt cx="380942" cy="138367"/>
            </a:xfrm>
          </p:grpSpPr>
          <p:sp>
            <p:nvSpPr>
              <p:cNvPr id="649" name="Google Shape;649;p6"/>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6"/>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6"/>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6"/>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6"/>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6"/>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 name="Google Shape;655;p6"/>
            <p:cNvGrpSpPr/>
            <p:nvPr/>
          </p:nvGrpSpPr>
          <p:grpSpPr>
            <a:xfrm rot="1726098">
              <a:off x="-34406" y="4704863"/>
              <a:ext cx="493044" cy="287916"/>
              <a:chOff x="5999959" y="663349"/>
              <a:chExt cx="216246" cy="126280"/>
            </a:xfrm>
          </p:grpSpPr>
          <p:sp>
            <p:nvSpPr>
              <p:cNvPr id="656" name="Google Shape;656;p6"/>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6"/>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6"/>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6"/>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6"/>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6"/>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 name="Google Shape;663;p6"/>
            <p:cNvGrpSpPr/>
            <p:nvPr/>
          </p:nvGrpSpPr>
          <p:grpSpPr>
            <a:xfrm rot="-3361840">
              <a:off x="-149578" y="356769"/>
              <a:ext cx="723374" cy="200879"/>
              <a:chOff x="4799352" y="1342220"/>
              <a:chExt cx="428026" cy="118862"/>
            </a:xfrm>
          </p:grpSpPr>
          <p:sp>
            <p:nvSpPr>
              <p:cNvPr id="664" name="Google Shape;664;p6"/>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6"/>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6"/>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6"/>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6"/>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6"/>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6"/>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6"/>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72" name="Google Shape;672;p6"/>
          <p:cNvGrpSpPr/>
          <p:nvPr/>
        </p:nvGrpSpPr>
        <p:grpSpPr>
          <a:xfrm>
            <a:off x="-327407" y="728477"/>
            <a:ext cx="9793294" cy="2773042"/>
            <a:chOff x="-327407" y="728477"/>
            <a:chExt cx="9793294" cy="2773042"/>
          </a:xfrm>
        </p:grpSpPr>
        <p:grpSp>
          <p:nvGrpSpPr>
            <p:cNvPr id="673" name="Google Shape;673;p6"/>
            <p:cNvGrpSpPr/>
            <p:nvPr/>
          </p:nvGrpSpPr>
          <p:grpSpPr>
            <a:xfrm rot="-808921">
              <a:off x="8787737" y="2618858"/>
              <a:ext cx="590081" cy="825247"/>
              <a:chOff x="3735990" y="4115688"/>
              <a:chExt cx="349166" cy="488320"/>
            </a:xfrm>
          </p:grpSpPr>
          <p:sp>
            <p:nvSpPr>
              <p:cNvPr id="674" name="Google Shape;674;p6"/>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6"/>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6"/>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6"/>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6"/>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6"/>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6"/>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6"/>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6"/>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6"/>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6"/>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6"/>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6"/>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6"/>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6"/>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6"/>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6"/>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6"/>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6"/>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6"/>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5" name="Google Shape;695;p6"/>
            <p:cNvGrpSpPr/>
            <p:nvPr/>
          </p:nvGrpSpPr>
          <p:grpSpPr>
            <a:xfrm rot="1268648">
              <a:off x="-238908" y="824744"/>
              <a:ext cx="647905" cy="611615"/>
              <a:chOff x="3712416" y="2719728"/>
              <a:chExt cx="383381" cy="361907"/>
            </a:xfrm>
          </p:grpSpPr>
          <p:sp>
            <p:nvSpPr>
              <p:cNvPr id="696" name="Google Shape;696;p6"/>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6"/>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6"/>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6"/>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6"/>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6"/>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6"/>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6"/>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6"/>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6"/>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6"/>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6"/>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6"/>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6"/>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6"/>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6"/>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6"/>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6"/>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6"/>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6"/>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6"/>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6"/>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6"/>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19" name="Google Shape;719;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20" name="Google Shape;720;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21" name="Shape 721"/>
        <p:cNvGrpSpPr/>
        <p:nvPr/>
      </p:nvGrpSpPr>
      <p:grpSpPr>
        <a:xfrm>
          <a:off x="0" y="0"/>
          <a:ext cx="0" cy="0"/>
          <a:chOff x="0" y="0"/>
          <a:chExt cx="0" cy="0"/>
        </a:xfrm>
      </p:grpSpPr>
      <p:pic>
        <p:nvPicPr>
          <p:cNvPr id="722" name="Google Shape;722;p7"/>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723" name="Google Shape;723;p7"/>
          <p:cNvGrpSpPr/>
          <p:nvPr/>
        </p:nvGrpSpPr>
        <p:grpSpPr>
          <a:xfrm>
            <a:off x="6750552" y="-154240"/>
            <a:ext cx="1927030" cy="5081629"/>
            <a:chOff x="6750552" y="-154240"/>
            <a:chExt cx="1927030" cy="5081629"/>
          </a:xfrm>
        </p:grpSpPr>
        <p:grpSp>
          <p:nvGrpSpPr>
            <p:cNvPr id="724" name="Google Shape;724;p7"/>
            <p:cNvGrpSpPr/>
            <p:nvPr/>
          </p:nvGrpSpPr>
          <p:grpSpPr>
            <a:xfrm rot="2567276">
              <a:off x="6884460" y="59427"/>
              <a:ext cx="733465" cy="266411"/>
              <a:chOff x="3720033" y="657636"/>
              <a:chExt cx="380942" cy="138367"/>
            </a:xfrm>
          </p:grpSpPr>
          <p:sp>
            <p:nvSpPr>
              <p:cNvPr id="725" name="Google Shape;725;p7"/>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7"/>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7"/>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7"/>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7"/>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7"/>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 name="Google Shape;731;p7"/>
            <p:cNvGrpSpPr/>
            <p:nvPr/>
          </p:nvGrpSpPr>
          <p:grpSpPr>
            <a:xfrm rot="-2367188">
              <a:off x="8184166" y="738966"/>
              <a:ext cx="493112" cy="177777"/>
              <a:chOff x="3781827" y="2039675"/>
              <a:chExt cx="256107" cy="92332"/>
            </a:xfrm>
          </p:grpSpPr>
          <p:sp>
            <p:nvSpPr>
              <p:cNvPr id="732" name="Google Shape;732;p7"/>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7"/>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7"/>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7"/>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7"/>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 name="Google Shape;737;p7"/>
            <p:cNvGrpSpPr/>
            <p:nvPr/>
          </p:nvGrpSpPr>
          <p:grpSpPr>
            <a:xfrm rot="-1825424">
              <a:off x="6811601" y="4329076"/>
              <a:ext cx="738169" cy="441832"/>
              <a:chOff x="4884983" y="2824599"/>
              <a:chExt cx="253545" cy="151760"/>
            </a:xfrm>
          </p:grpSpPr>
          <p:sp>
            <p:nvSpPr>
              <p:cNvPr id="738" name="Google Shape;738;p7"/>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7"/>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7"/>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7"/>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7"/>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7"/>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7"/>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7"/>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7"/>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7" name="Google Shape;747;p7"/>
          <p:cNvGrpSpPr/>
          <p:nvPr/>
        </p:nvGrpSpPr>
        <p:grpSpPr>
          <a:xfrm>
            <a:off x="5208803" y="700112"/>
            <a:ext cx="4588231" cy="4836434"/>
            <a:chOff x="5208803" y="700112"/>
            <a:chExt cx="4588231" cy="4836434"/>
          </a:xfrm>
        </p:grpSpPr>
        <p:grpSp>
          <p:nvGrpSpPr>
            <p:cNvPr id="748" name="Google Shape;748;p7"/>
            <p:cNvGrpSpPr/>
            <p:nvPr/>
          </p:nvGrpSpPr>
          <p:grpSpPr>
            <a:xfrm rot="-1244566">
              <a:off x="7871564" y="920969"/>
              <a:ext cx="1410581" cy="892908"/>
              <a:chOff x="4808808" y="1957984"/>
              <a:chExt cx="404920" cy="256310"/>
            </a:xfrm>
          </p:grpSpPr>
          <p:sp>
            <p:nvSpPr>
              <p:cNvPr id="749" name="Google Shape;749;p7"/>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7"/>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1" name="Google Shape;751;p7"/>
            <p:cNvSpPr/>
            <p:nvPr/>
          </p:nvSpPr>
          <p:spPr>
            <a:xfrm rot="1849059">
              <a:off x="8150666" y="2870625"/>
              <a:ext cx="984444" cy="634970"/>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2" name="Google Shape;752;p7"/>
            <p:cNvGrpSpPr/>
            <p:nvPr/>
          </p:nvGrpSpPr>
          <p:grpSpPr>
            <a:xfrm rot="2179146">
              <a:off x="7615778" y="4487403"/>
              <a:ext cx="789052" cy="903211"/>
              <a:chOff x="4838621" y="3330436"/>
              <a:chExt cx="342600" cy="392181"/>
            </a:xfrm>
          </p:grpSpPr>
          <p:sp>
            <p:nvSpPr>
              <p:cNvPr id="753" name="Google Shape;753;p7"/>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7"/>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7"/>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7"/>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7"/>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7"/>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7"/>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7"/>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7"/>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7"/>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7"/>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7"/>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7"/>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7"/>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7"/>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7"/>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7"/>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7"/>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7"/>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7"/>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7"/>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7"/>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7"/>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7"/>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7"/>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8" name="Google Shape;778;p7"/>
            <p:cNvGrpSpPr/>
            <p:nvPr/>
          </p:nvGrpSpPr>
          <p:grpSpPr>
            <a:xfrm rot="-1218727">
              <a:off x="5337531" y="4338729"/>
              <a:ext cx="969680" cy="915366"/>
              <a:chOff x="3712416" y="2719728"/>
              <a:chExt cx="383381" cy="361907"/>
            </a:xfrm>
          </p:grpSpPr>
          <p:sp>
            <p:nvSpPr>
              <p:cNvPr id="779" name="Google Shape;779;p7"/>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7"/>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7"/>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7"/>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7"/>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7"/>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7"/>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7"/>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7"/>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7"/>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7"/>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7"/>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7"/>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7"/>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7"/>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7"/>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7"/>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7"/>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7"/>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7"/>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7"/>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7"/>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2" name="Google Shape;802;p7"/>
            <p:cNvGrpSpPr/>
            <p:nvPr/>
          </p:nvGrpSpPr>
          <p:grpSpPr>
            <a:xfrm rot="1964156">
              <a:off x="8590533" y="3924589"/>
              <a:ext cx="1046684" cy="898494"/>
              <a:chOff x="3639393" y="3293465"/>
              <a:chExt cx="543616" cy="466651"/>
            </a:xfrm>
          </p:grpSpPr>
          <p:sp>
            <p:nvSpPr>
              <p:cNvPr id="803" name="Google Shape;803;p7"/>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7"/>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7"/>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7"/>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7"/>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7"/>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7"/>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7"/>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7"/>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7"/>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13" name="Google Shape;813;p7"/>
          <p:cNvSpPr txBox="1"/>
          <p:nvPr>
            <p:ph type="title"/>
          </p:nvPr>
        </p:nvSpPr>
        <p:spPr>
          <a:xfrm>
            <a:off x="720000" y="445025"/>
            <a:ext cx="4294800" cy="11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14" name="Google Shape;814;p7"/>
          <p:cNvSpPr txBox="1"/>
          <p:nvPr>
            <p:ph idx="1" type="subTitle"/>
          </p:nvPr>
        </p:nvSpPr>
        <p:spPr>
          <a:xfrm>
            <a:off x="720000" y="1941025"/>
            <a:ext cx="4294800" cy="2298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815" name="Google Shape;815;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16" name="Shape 816"/>
        <p:cNvGrpSpPr/>
        <p:nvPr/>
      </p:nvGrpSpPr>
      <p:grpSpPr>
        <a:xfrm>
          <a:off x="0" y="0"/>
          <a:ext cx="0" cy="0"/>
          <a:chOff x="0" y="0"/>
          <a:chExt cx="0" cy="0"/>
        </a:xfrm>
      </p:grpSpPr>
      <p:pic>
        <p:nvPicPr>
          <p:cNvPr id="817" name="Google Shape;817;p8"/>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818" name="Google Shape;818;p8"/>
          <p:cNvGrpSpPr/>
          <p:nvPr/>
        </p:nvGrpSpPr>
        <p:grpSpPr>
          <a:xfrm>
            <a:off x="-97742" y="3096567"/>
            <a:ext cx="3009234" cy="1884822"/>
            <a:chOff x="-97742" y="3096567"/>
            <a:chExt cx="3009234" cy="1884822"/>
          </a:xfrm>
        </p:grpSpPr>
        <p:grpSp>
          <p:nvGrpSpPr>
            <p:cNvPr id="819" name="Google Shape;819;p8"/>
            <p:cNvGrpSpPr/>
            <p:nvPr/>
          </p:nvGrpSpPr>
          <p:grpSpPr>
            <a:xfrm rot="-3708110">
              <a:off x="598212" y="4250055"/>
              <a:ext cx="1053989" cy="207617"/>
              <a:chOff x="4737493" y="4305992"/>
              <a:chExt cx="547410" cy="107830"/>
            </a:xfrm>
          </p:grpSpPr>
          <p:sp>
            <p:nvSpPr>
              <p:cNvPr id="820" name="Google Shape;820;p8"/>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8"/>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8"/>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8"/>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8"/>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8"/>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8"/>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8"/>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8"/>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8"/>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8"/>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8"/>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8"/>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3" name="Google Shape;833;p8"/>
            <p:cNvGrpSpPr/>
            <p:nvPr/>
          </p:nvGrpSpPr>
          <p:grpSpPr>
            <a:xfrm rot="-1825424">
              <a:off x="2112276" y="4383076"/>
              <a:ext cx="738169" cy="441832"/>
              <a:chOff x="4884983" y="2824599"/>
              <a:chExt cx="253545" cy="151760"/>
            </a:xfrm>
          </p:grpSpPr>
          <p:sp>
            <p:nvSpPr>
              <p:cNvPr id="834" name="Google Shape;834;p8"/>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8"/>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8"/>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8"/>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8"/>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8"/>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8"/>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8"/>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8"/>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3" name="Google Shape;843;p8"/>
            <p:cNvGrpSpPr/>
            <p:nvPr/>
          </p:nvGrpSpPr>
          <p:grpSpPr>
            <a:xfrm rot="-1659384">
              <a:off x="-91707" y="3274757"/>
              <a:ext cx="824112" cy="228854"/>
              <a:chOff x="4799352" y="1342220"/>
              <a:chExt cx="428026" cy="118862"/>
            </a:xfrm>
          </p:grpSpPr>
          <p:sp>
            <p:nvSpPr>
              <p:cNvPr id="844" name="Google Shape;844;p8"/>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8"/>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8"/>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8"/>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8"/>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8"/>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8"/>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8"/>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52" name="Google Shape;852;p8"/>
          <p:cNvGrpSpPr/>
          <p:nvPr/>
        </p:nvGrpSpPr>
        <p:grpSpPr>
          <a:xfrm>
            <a:off x="5499523" y="18685"/>
            <a:ext cx="4355006" cy="2651608"/>
            <a:chOff x="5499523" y="18685"/>
            <a:chExt cx="4355006" cy="2651608"/>
          </a:xfrm>
        </p:grpSpPr>
        <p:grpSp>
          <p:nvGrpSpPr>
            <p:cNvPr id="853" name="Google Shape;853;p8"/>
            <p:cNvGrpSpPr/>
            <p:nvPr/>
          </p:nvGrpSpPr>
          <p:grpSpPr>
            <a:xfrm rot="2567276">
              <a:off x="5492410" y="232352"/>
              <a:ext cx="733465" cy="266411"/>
              <a:chOff x="3720033" y="657636"/>
              <a:chExt cx="380942" cy="138367"/>
            </a:xfrm>
          </p:grpSpPr>
          <p:sp>
            <p:nvSpPr>
              <p:cNvPr id="854" name="Google Shape;854;p8"/>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8"/>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8"/>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8"/>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8"/>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8"/>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0" name="Google Shape;860;p8"/>
            <p:cNvGrpSpPr/>
            <p:nvPr/>
          </p:nvGrpSpPr>
          <p:grpSpPr>
            <a:xfrm rot="-2367188">
              <a:off x="8184166" y="738966"/>
              <a:ext cx="493112" cy="177777"/>
              <a:chOff x="3781827" y="2039675"/>
              <a:chExt cx="256107" cy="92332"/>
            </a:xfrm>
          </p:grpSpPr>
          <p:sp>
            <p:nvSpPr>
              <p:cNvPr id="861" name="Google Shape;861;p8"/>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8"/>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8"/>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8"/>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8"/>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6" name="Google Shape;866;p8"/>
            <p:cNvGrpSpPr/>
            <p:nvPr/>
          </p:nvGrpSpPr>
          <p:grpSpPr>
            <a:xfrm rot="1269779">
              <a:off x="8688552" y="139101"/>
              <a:ext cx="711265" cy="411419"/>
              <a:chOff x="7058527" y="2000471"/>
              <a:chExt cx="295968" cy="171198"/>
            </a:xfrm>
          </p:grpSpPr>
          <p:sp>
            <p:nvSpPr>
              <p:cNvPr id="867" name="Google Shape;867;p8"/>
              <p:cNvSpPr/>
              <p:nvPr/>
            </p:nvSpPr>
            <p:spPr>
              <a:xfrm>
                <a:off x="7058527" y="2045453"/>
                <a:ext cx="52733" cy="57461"/>
              </a:xfrm>
              <a:custGeom>
                <a:rect b="b" l="l" r="r" t="t"/>
                <a:pathLst>
                  <a:path extrusionOk="0" h="875" w="803">
                    <a:moveTo>
                      <a:pt x="123" y="1"/>
                    </a:moveTo>
                    <a:cubicBezTo>
                      <a:pt x="83" y="1"/>
                      <a:pt x="46" y="8"/>
                      <a:pt x="17" y="31"/>
                    </a:cubicBezTo>
                    <a:cubicBezTo>
                      <a:pt x="4" y="44"/>
                      <a:pt x="0" y="70"/>
                      <a:pt x="7" y="86"/>
                    </a:cubicBezTo>
                    <a:cubicBezTo>
                      <a:pt x="23" y="109"/>
                      <a:pt x="30" y="112"/>
                      <a:pt x="65" y="119"/>
                    </a:cubicBezTo>
                    <a:cubicBezTo>
                      <a:pt x="75" y="119"/>
                      <a:pt x="88" y="109"/>
                      <a:pt x="91" y="102"/>
                    </a:cubicBezTo>
                    <a:lnTo>
                      <a:pt x="101" y="93"/>
                    </a:lnTo>
                    <a:lnTo>
                      <a:pt x="101" y="89"/>
                    </a:lnTo>
                    <a:cubicBezTo>
                      <a:pt x="153" y="106"/>
                      <a:pt x="227" y="119"/>
                      <a:pt x="237" y="119"/>
                    </a:cubicBezTo>
                    <a:cubicBezTo>
                      <a:pt x="298" y="125"/>
                      <a:pt x="360" y="135"/>
                      <a:pt x="421" y="144"/>
                    </a:cubicBezTo>
                    <a:lnTo>
                      <a:pt x="425" y="144"/>
                    </a:lnTo>
                    <a:cubicBezTo>
                      <a:pt x="389" y="378"/>
                      <a:pt x="344" y="605"/>
                      <a:pt x="308" y="835"/>
                    </a:cubicBezTo>
                    <a:cubicBezTo>
                      <a:pt x="302" y="858"/>
                      <a:pt x="321" y="874"/>
                      <a:pt x="339" y="874"/>
                    </a:cubicBezTo>
                    <a:cubicBezTo>
                      <a:pt x="351" y="874"/>
                      <a:pt x="363" y="867"/>
                      <a:pt x="366" y="851"/>
                    </a:cubicBezTo>
                    <a:cubicBezTo>
                      <a:pt x="444" y="630"/>
                      <a:pt x="496" y="387"/>
                      <a:pt x="528" y="164"/>
                    </a:cubicBezTo>
                    <a:cubicBezTo>
                      <a:pt x="593" y="170"/>
                      <a:pt x="658" y="183"/>
                      <a:pt x="723" y="187"/>
                    </a:cubicBezTo>
                    <a:cubicBezTo>
                      <a:pt x="724" y="187"/>
                      <a:pt x="725" y="187"/>
                      <a:pt x="726" y="187"/>
                    </a:cubicBezTo>
                    <a:cubicBezTo>
                      <a:pt x="788" y="187"/>
                      <a:pt x="803" y="86"/>
                      <a:pt x="745" y="73"/>
                    </a:cubicBezTo>
                    <a:cubicBezTo>
                      <a:pt x="600" y="51"/>
                      <a:pt x="454" y="41"/>
                      <a:pt x="308" y="25"/>
                    </a:cubicBezTo>
                    <a:cubicBezTo>
                      <a:pt x="253" y="19"/>
                      <a:pt x="185" y="1"/>
                      <a:pt x="1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8"/>
              <p:cNvSpPr/>
              <p:nvPr/>
            </p:nvSpPr>
            <p:spPr>
              <a:xfrm>
                <a:off x="7101671" y="2074019"/>
                <a:ext cx="26399" cy="6304"/>
              </a:xfrm>
              <a:custGeom>
                <a:rect b="b" l="l" r="r" t="t"/>
                <a:pathLst>
                  <a:path extrusionOk="0" h="96" w="402">
                    <a:moveTo>
                      <a:pt x="344" y="1"/>
                    </a:moveTo>
                    <a:cubicBezTo>
                      <a:pt x="343" y="1"/>
                      <a:pt x="342" y="1"/>
                      <a:pt x="341" y="1"/>
                    </a:cubicBezTo>
                    <a:cubicBezTo>
                      <a:pt x="244" y="11"/>
                      <a:pt x="147" y="11"/>
                      <a:pt x="50" y="11"/>
                    </a:cubicBezTo>
                    <a:cubicBezTo>
                      <a:pt x="1" y="11"/>
                      <a:pt x="1" y="89"/>
                      <a:pt x="50" y="89"/>
                    </a:cubicBezTo>
                    <a:cubicBezTo>
                      <a:pt x="147" y="89"/>
                      <a:pt x="244" y="92"/>
                      <a:pt x="341" y="95"/>
                    </a:cubicBezTo>
                    <a:cubicBezTo>
                      <a:pt x="343" y="95"/>
                      <a:pt x="345" y="95"/>
                      <a:pt x="347" y="95"/>
                    </a:cubicBezTo>
                    <a:cubicBezTo>
                      <a:pt x="402" y="95"/>
                      <a:pt x="401" y="1"/>
                      <a:pt x="3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8"/>
              <p:cNvSpPr/>
              <p:nvPr/>
            </p:nvSpPr>
            <p:spPr>
              <a:xfrm>
                <a:off x="7105939" y="2062593"/>
                <a:ext cx="30734" cy="5976"/>
              </a:xfrm>
              <a:custGeom>
                <a:rect b="b" l="l" r="r" t="t"/>
                <a:pathLst>
                  <a:path extrusionOk="0" h="91" w="468">
                    <a:moveTo>
                      <a:pt x="49" y="0"/>
                    </a:moveTo>
                    <a:cubicBezTo>
                      <a:pt x="1" y="0"/>
                      <a:pt x="7" y="68"/>
                      <a:pt x="49" y="71"/>
                    </a:cubicBezTo>
                    <a:cubicBezTo>
                      <a:pt x="169" y="81"/>
                      <a:pt x="289" y="88"/>
                      <a:pt x="412" y="91"/>
                    </a:cubicBezTo>
                    <a:cubicBezTo>
                      <a:pt x="467" y="91"/>
                      <a:pt x="467" y="3"/>
                      <a:pt x="412" y="3"/>
                    </a:cubicBezTo>
                    <a:cubicBezTo>
                      <a:pt x="292" y="0"/>
                      <a:pt x="172" y="0"/>
                      <a:pt x="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8"/>
              <p:cNvSpPr/>
              <p:nvPr/>
            </p:nvSpPr>
            <p:spPr>
              <a:xfrm>
                <a:off x="7135161" y="2047949"/>
                <a:ext cx="52142" cy="55557"/>
              </a:xfrm>
              <a:custGeom>
                <a:rect b="b" l="l" r="r" t="t"/>
                <a:pathLst>
                  <a:path extrusionOk="0" h="846" w="794">
                    <a:moveTo>
                      <a:pt x="208" y="1"/>
                    </a:moveTo>
                    <a:cubicBezTo>
                      <a:pt x="142" y="1"/>
                      <a:pt x="77" y="26"/>
                      <a:pt x="26" y="84"/>
                    </a:cubicBezTo>
                    <a:cubicBezTo>
                      <a:pt x="1" y="111"/>
                      <a:pt x="24" y="146"/>
                      <a:pt x="53" y="146"/>
                    </a:cubicBezTo>
                    <a:cubicBezTo>
                      <a:pt x="62" y="146"/>
                      <a:pt x="72" y="143"/>
                      <a:pt x="81" y="136"/>
                    </a:cubicBezTo>
                    <a:cubicBezTo>
                      <a:pt x="123" y="100"/>
                      <a:pt x="165" y="85"/>
                      <a:pt x="203" y="85"/>
                    </a:cubicBezTo>
                    <a:cubicBezTo>
                      <a:pt x="331" y="85"/>
                      <a:pt x="426" y="249"/>
                      <a:pt x="388" y="388"/>
                    </a:cubicBezTo>
                    <a:cubicBezTo>
                      <a:pt x="346" y="534"/>
                      <a:pt x="213" y="628"/>
                      <a:pt x="81" y="686"/>
                    </a:cubicBezTo>
                    <a:cubicBezTo>
                      <a:pt x="32" y="709"/>
                      <a:pt x="42" y="793"/>
                      <a:pt x="97" y="800"/>
                    </a:cubicBezTo>
                    <a:cubicBezTo>
                      <a:pt x="231" y="826"/>
                      <a:pt x="373" y="846"/>
                      <a:pt x="513" y="846"/>
                    </a:cubicBezTo>
                    <a:cubicBezTo>
                      <a:pt x="583" y="846"/>
                      <a:pt x="652" y="841"/>
                      <a:pt x="719" y="829"/>
                    </a:cubicBezTo>
                    <a:cubicBezTo>
                      <a:pt x="793" y="816"/>
                      <a:pt x="771" y="716"/>
                      <a:pt x="706" y="716"/>
                    </a:cubicBezTo>
                    <a:cubicBezTo>
                      <a:pt x="560" y="712"/>
                      <a:pt x="424" y="716"/>
                      <a:pt x="281" y="703"/>
                    </a:cubicBezTo>
                    <a:cubicBezTo>
                      <a:pt x="437" y="583"/>
                      <a:pt x="554" y="408"/>
                      <a:pt x="486" y="200"/>
                    </a:cubicBezTo>
                    <a:cubicBezTo>
                      <a:pt x="446" y="82"/>
                      <a:pt x="326" y="1"/>
                      <a:pt x="2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8"/>
              <p:cNvSpPr/>
              <p:nvPr/>
            </p:nvSpPr>
            <p:spPr>
              <a:xfrm>
                <a:off x="7197414" y="2048737"/>
                <a:ext cx="53258" cy="54703"/>
              </a:xfrm>
              <a:custGeom>
                <a:rect b="b" l="l" r="r" t="t"/>
                <a:pathLst>
                  <a:path extrusionOk="0" h="833" w="811">
                    <a:moveTo>
                      <a:pt x="171" y="1"/>
                    </a:moveTo>
                    <a:cubicBezTo>
                      <a:pt x="112" y="1"/>
                      <a:pt x="56" y="26"/>
                      <a:pt x="17" y="78"/>
                    </a:cubicBezTo>
                    <a:cubicBezTo>
                      <a:pt x="0" y="107"/>
                      <a:pt x="24" y="134"/>
                      <a:pt x="51" y="134"/>
                    </a:cubicBezTo>
                    <a:cubicBezTo>
                      <a:pt x="61" y="134"/>
                      <a:pt x="70" y="131"/>
                      <a:pt x="79" y="124"/>
                    </a:cubicBezTo>
                    <a:cubicBezTo>
                      <a:pt x="107" y="100"/>
                      <a:pt x="134" y="90"/>
                      <a:pt x="161" y="90"/>
                    </a:cubicBezTo>
                    <a:cubicBezTo>
                      <a:pt x="191" y="90"/>
                      <a:pt x="220" y="102"/>
                      <a:pt x="250" y="120"/>
                    </a:cubicBezTo>
                    <a:cubicBezTo>
                      <a:pt x="205" y="286"/>
                      <a:pt x="179" y="483"/>
                      <a:pt x="179" y="658"/>
                    </a:cubicBezTo>
                    <a:cubicBezTo>
                      <a:pt x="179" y="691"/>
                      <a:pt x="202" y="707"/>
                      <a:pt x="227" y="707"/>
                    </a:cubicBezTo>
                    <a:cubicBezTo>
                      <a:pt x="252" y="707"/>
                      <a:pt x="278" y="691"/>
                      <a:pt x="283" y="658"/>
                    </a:cubicBezTo>
                    <a:cubicBezTo>
                      <a:pt x="292" y="496"/>
                      <a:pt x="305" y="331"/>
                      <a:pt x="309" y="169"/>
                    </a:cubicBezTo>
                    <a:cubicBezTo>
                      <a:pt x="380" y="231"/>
                      <a:pt x="445" y="312"/>
                      <a:pt x="500" y="344"/>
                    </a:cubicBezTo>
                    <a:cubicBezTo>
                      <a:pt x="500" y="393"/>
                      <a:pt x="503" y="435"/>
                      <a:pt x="500" y="483"/>
                    </a:cubicBezTo>
                    <a:cubicBezTo>
                      <a:pt x="496" y="532"/>
                      <a:pt x="493" y="577"/>
                      <a:pt x="487" y="626"/>
                    </a:cubicBezTo>
                    <a:cubicBezTo>
                      <a:pt x="483" y="642"/>
                      <a:pt x="483" y="691"/>
                      <a:pt x="477" y="716"/>
                    </a:cubicBezTo>
                    <a:cubicBezTo>
                      <a:pt x="464" y="720"/>
                      <a:pt x="454" y="726"/>
                      <a:pt x="448" y="736"/>
                    </a:cubicBezTo>
                    <a:cubicBezTo>
                      <a:pt x="448" y="739"/>
                      <a:pt x="445" y="739"/>
                      <a:pt x="445" y="742"/>
                    </a:cubicBezTo>
                    <a:cubicBezTo>
                      <a:pt x="435" y="762"/>
                      <a:pt x="435" y="781"/>
                      <a:pt x="445" y="797"/>
                    </a:cubicBezTo>
                    <a:cubicBezTo>
                      <a:pt x="445" y="801"/>
                      <a:pt x="448" y="801"/>
                      <a:pt x="448" y="804"/>
                    </a:cubicBezTo>
                    <a:cubicBezTo>
                      <a:pt x="459" y="821"/>
                      <a:pt x="477" y="833"/>
                      <a:pt x="496" y="833"/>
                    </a:cubicBezTo>
                    <a:cubicBezTo>
                      <a:pt x="506" y="833"/>
                      <a:pt x="516" y="830"/>
                      <a:pt x="526" y="823"/>
                    </a:cubicBezTo>
                    <a:cubicBezTo>
                      <a:pt x="594" y="785"/>
                      <a:pt x="584" y="671"/>
                      <a:pt x="594" y="600"/>
                    </a:cubicBezTo>
                    <a:cubicBezTo>
                      <a:pt x="597" y="522"/>
                      <a:pt x="597" y="444"/>
                      <a:pt x="590" y="367"/>
                    </a:cubicBezTo>
                    <a:lnTo>
                      <a:pt x="590" y="367"/>
                    </a:lnTo>
                    <a:cubicBezTo>
                      <a:pt x="600" y="368"/>
                      <a:pt x="610" y="369"/>
                      <a:pt x="620" y="369"/>
                    </a:cubicBezTo>
                    <a:cubicBezTo>
                      <a:pt x="685" y="369"/>
                      <a:pt x="749" y="341"/>
                      <a:pt x="788" y="279"/>
                    </a:cubicBezTo>
                    <a:cubicBezTo>
                      <a:pt x="811" y="236"/>
                      <a:pt x="770" y="198"/>
                      <a:pt x="731" y="198"/>
                    </a:cubicBezTo>
                    <a:cubicBezTo>
                      <a:pt x="714" y="198"/>
                      <a:pt x="698" y="204"/>
                      <a:pt x="688" y="221"/>
                    </a:cubicBezTo>
                    <a:cubicBezTo>
                      <a:pt x="667" y="252"/>
                      <a:pt x="641" y="266"/>
                      <a:pt x="613" y="266"/>
                    </a:cubicBezTo>
                    <a:cubicBezTo>
                      <a:pt x="597" y="266"/>
                      <a:pt x="581" y="261"/>
                      <a:pt x="564" y="253"/>
                    </a:cubicBezTo>
                    <a:cubicBezTo>
                      <a:pt x="564" y="250"/>
                      <a:pt x="564" y="247"/>
                      <a:pt x="561" y="247"/>
                    </a:cubicBezTo>
                    <a:cubicBezTo>
                      <a:pt x="559" y="228"/>
                      <a:pt x="543" y="221"/>
                      <a:pt x="528" y="221"/>
                    </a:cubicBezTo>
                    <a:cubicBezTo>
                      <a:pt x="523" y="221"/>
                      <a:pt x="517" y="222"/>
                      <a:pt x="513" y="224"/>
                    </a:cubicBezTo>
                    <a:cubicBezTo>
                      <a:pt x="422" y="166"/>
                      <a:pt x="331" y="52"/>
                      <a:pt x="276" y="26"/>
                    </a:cubicBezTo>
                    <a:cubicBezTo>
                      <a:pt x="242" y="10"/>
                      <a:pt x="206" y="1"/>
                      <a:pt x="1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8"/>
              <p:cNvSpPr/>
              <p:nvPr/>
            </p:nvSpPr>
            <p:spPr>
              <a:xfrm>
                <a:off x="7259668" y="2000471"/>
                <a:ext cx="94827" cy="137316"/>
              </a:xfrm>
              <a:custGeom>
                <a:rect b="b" l="l" r="r" t="t"/>
                <a:pathLst>
                  <a:path extrusionOk="0" h="2091" w="1444">
                    <a:moveTo>
                      <a:pt x="803" y="0"/>
                    </a:moveTo>
                    <a:cubicBezTo>
                      <a:pt x="666" y="0"/>
                      <a:pt x="526" y="13"/>
                      <a:pt x="408" y="13"/>
                    </a:cubicBezTo>
                    <a:cubicBezTo>
                      <a:pt x="401" y="13"/>
                      <a:pt x="394" y="13"/>
                      <a:pt x="387" y="13"/>
                    </a:cubicBezTo>
                    <a:cubicBezTo>
                      <a:pt x="349" y="13"/>
                      <a:pt x="323" y="46"/>
                      <a:pt x="323" y="78"/>
                    </a:cubicBezTo>
                    <a:cubicBezTo>
                      <a:pt x="326" y="395"/>
                      <a:pt x="410" y="703"/>
                      <a:pt x="410" y="1021"/>
                    </a:cubicBezTo>
                    <a:cubicBezTo>
                      <a:pt x="410" y="1302"/>
                      <a:pt x="371" y="1578"/>
                      <a:pt x="294" y="1843"/>
                    </a:cubicBezTo>
                    <a:cubicBezTo>
                      <a:pt x="183" y="1562"/>
                      <a:pt x="122" y="1273"/>
                      <a:pt x="89" y="969"/>
                    </a:cubicBezTo>
                    <a:cubicBezTo>
                      <a:pt x="88" y="941"/>
                      <a:pt x="65" y="927"/>
                      <a:pt x="43" y="927"/>
                    </a:cubicBezTo>
                    <a:cubicBezTo>
                      <a:pt x="21" y="927"/>
                      <a:pt x="0" y="941"/>
                      <a:pt x="2" y="969"/>
                    </a:cubicBezTo>
                    <a:cubicBezTo>
                      <a:pt x="25" y="1341"/>
                      <a:pt x="112" y="1694"/>
                      <a:pt x="245" y="2048"/>
                    </a:cubicBezTo>
                    <a:cubicBezTo>
                      <a:pt x="255" y="2076"/>
                      <a:pt x="280" y="2090"/>
                      <a:pt x="305" y="2090"/>
                    </a:cubicBezTo>
                    <a:cubicBezTo>
                      <a:pt x="329" y="2090"/>
                      <a:pt x="354" y="2076"/>
                      <a:pt x="365" y="2048"/>
                    </a:cubicBezTo>
                    <a:cubicBezTo>
                      <a:pt x="459" y="1782"/>
                      <a:pt x="517" y="1513"/>
                      <a:pt x="537" y="1238"/>
                    </a:cubicBezTo>
                    <a:cubicBezTo>
                      <a:pt x="815" y="1247"/>
                      <a:pt x="1094" y="1254"/>
                      <a:pt x="1376" y="1254"/>
                    </a:cubicBezTo>
                    <a:cubicBezTo>
                      <a:pt x="1444" y="1247"/>
                      <a:pt x="1444" y="1134"/>
                      <a:pt x="1369" y="1134"/>
                    </a:cubicBezTo>
                    <a:cubicBezTo>
                      <a:pt x="1094" y="1134"/>
                      <a:pt x="815" y="1140"/>
                      <a:pt x="537" y="1150"/>
                    </a:cubicBezTo>
                    <a:cubicBezTo>
                      <a:pt x="540" y="1047"/>
                      <a:pt x="540" y="946"/>
                      <a:pt x="533" y="839"/>
                    </a:cubicBezTo>
                    <a:cubicBezTo>
                      <a:pt x="524" y="713"/>
                      <a:pt x="397" y="298"/>
                      <a:pt x="452" y="208"/>
                    </a:cubicBezTo>
                    <a:cubicBezTo>
                      <a:pt x="486" y="151"/>
                      <a:pt x="537" y="140"/>
                      <a:pt x="594" y="140"/>
                    </a:cubicBezTo>
                    <a:cubicBezTo>
                      <a:pt x="637" y="140"/>
                      <a:pt x="682" y="146"/>
                      <a:pt x="728" y="146"/>
                    </a:cubicBezTo>
                    <a:cubicBezTo>
                      <a:pt x="752" y="146"/>
                      <a:pt x="855" y="148"/>
                      <a:pt x="939" y="148"/>
                    </a:cubicBezTo>
                    <a:cubicBezTo>
                      <a:pt x="1002" y="148"/>
                      <a:pt x="1055" y="147"/>
                      <a:pt x="1055" y="143"/>
                    </a:cubicBezTo>
                    <a:cubicBezTo>
                      <a:pt x="1058" y="184"/>
                      <a:pt x="1091" y="205"/>
                      <a:pt x="1123" y="205"/>
                    </a:cubicBezTo>
                    <a:cubicBezTo>
                      <a:pt x="1154" y="205"/>
                      <a:pt x="1184" y="184"/>
                      <a:pt x="1184" y="143"/>
                    </a:cubicBezTo>
                    <a:lnTo>
                      <a:pt x="1184" y="110"/>
                    </a:lnTo>
                    <a:cubicBezTo>
                      <a:pt x="1184" y="91"/>
                      <a:pt x="1171" y="62"/>
                      <a:pt x="1152" y="55"/>
                    </a:cubicBezTo>
                    <a:cubicBezTo>
                      <a:pt x="1052" y="11"/>
                      <a:pt x="929" y="0"/>
                      <a:pt x="8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8"/>
              <p:cNvSpPr/>
              <p:nvPr/>
            </p:nvSpPr>
            <p:spPr>
              <a:xfrm>
                <a:off x="7299134" y="2024177"/>
                <a:ext cx="48333" cy="34739"/>
              </a:xfrm>
              <a:custGeom>
                <a:rect b="b" l="l" r="r" t="t"/>
                <a:pathLst>
                  <a:path extrusionOk="0" h="529" w="736">
                    <a:moveTo>
                      <a:pt x="332" y="107"/>
                    </a:moveTo>
                    <a:cubicBezTo>
                      <a:pt x="385" y="107"/>
                      <a:pt x="434" y="133"/>
                      <a:pt x="441" y="193"/>
                    </a:cubicBezTo>
                    <a:cubicBezTo>
                      <a:pt x="452" y="300"/>
                      <a:pt x="348" y="317"/>
                      <a:pt x="256" y="317"/>
                    </a:cubicBezTo>
                    <a:cubicBezTo>
                      <a:pt x="245" y="317"/>
                      <a:pt x="234" y="317"/>
                      <a:pt x="224" y="316"/>
                    </a:cubicBezTo>
                    <a:cubicBezTo>
                      <a:pt x="214" y="307"/>
                      <a:pt x="201" y="297"/>
                      <a:pt x="198" y="284"/>
                    </a:cubicBezTo>
                    <a:cubicBezTo>
                      <a:pt x="139" y="180"/>
                      <a:pt x="242" y="107"/>
                      <a:pt x="332" y="107"/>
                    </a:cubicBezTo>
                    <a:close/>
                    <a:moveTo>
                      <a:pt x="327" y="0"/>
                    </a:moveTo>
                    <a:cubicBezTo>
                      <a:pt x="259" y="0"/>
                      <a:pt x="191" y="21"/>
                      <a:pt x="146" y="60"/>
                    </a:cubicBezTo>
                    <a:cubicBezTo>
                      <a:pt x="0" y="196"/>
                      <a:pt x="85" y="381"/>
                      <a:pt x="240" y="456"/>
                    </a:cubicBezTo>
                    <a:cubicBezTo>
                      <a:pt x="312" y="491"/>
                      <a:pt x="422" y="529"/>
                      <a:pt x="522" y="529"/>
                    </a:cubicBezTo>
                    <a:cubicBezTo>
                      <a:pt x="603" y="529"/>
                      <a:pt x="677" y="504"/>
                      <a:pt x="716" y="433"/>
                    </a:cubicBezTo>
                    <a:cubicBezTo>
                      <a:pt x="736" y="394"/>
                      <a:pt x="700" y="353"/>
                      <a:pt x="664" y="353"/>
                    </a:cubicBezTo>
                    <a:cubicBezTo>
                      <a:pt x="652" y="353"/>
                      <a:pt x="639" y="358"/>
                      <a:pt x="629" y="368"/>
                    </a:cubicBezTo>
                    <a:cubicBezTo>
                      <a:pt x="598" y="399"/>
                      <a:pt x="548" y="413"/>
                      <a:pt x="493" y="413"/>
                    </a:cubicBezTo>
                    <a:cubicBezTo>
                      <a:pt x="451" y="413"/>
                      <a:pt x="405" y="405"/>
                      <a:pt x="363" y="391"/>
                    </a:cubicBezTo>
                    <a:cubicBezTo>
                      <a:pt x="473" y="375"/>
                      <a:pt x="567" y="316"/>
                      <a:pt x="564" y="183"/>
                    </a:cubicBezTo>
                    <a:cubicBezTo>
                      <a:pt x="560" y="59"/>
                      <a:pt x="443" y="0"/>
                      <a:pt x="3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8"/>
              <p:cNvSpPr/>
              <p:nvPr/>
            </p:nvSpPr>
            <p:spPr>
              <a:xfrm>
                <a:off x="7288299" y="2102978"/>
                <a:ext cx="56082" cy="68691"/>
              </a:xfrm>
              <a:custGeom>
                <a:rect b="b" l="l" r="r" t="t"/>
                <a:pathLst>
                  <a:path extrusionOk="0" h="1046" w="854">
                    <a:moveTo>
                      <a:pt x="456" y="89"/>
                    </a:moveTo>
                    <a:cubicBezTo>
                      <a:pt x="468" y="89"/>
                      <a:pt x="481" y="90"/>
                      <a:pt x="493" y="91"/>
                    </a:cubicBezTo>
                    <a:cubicBezTo>
                      <a:pt x="522" y="150"/>
                      <a:pt x="525" y="208"/>
                      <a:pt x="493" y="270"/>
                    </a:cubicBezTo>
                    <a:cubicBezTo>
                      <a:pt x="468" y="322"/>
                      <a:pt x="412" y="365"/>
                      <a:pt x="359" y="365"/>
                    </a:cubicBezTo>
                    <a:cubicBezTo>
                      <a:pt x="327" y="365"/>
                      <a:pt x="296" y="349"/>
                      <a:pt x="275" y="308"/>
                    </a:cubicBezTo>
                    <a:cubicBezTo>
                      <a:pt x="230" y="218"/>
                      <a:pt x="298" y="121"/>
                      <a:pt x="389" y="98"/>
                    </a:cubicBezTo>
                    <a:cubicBezTo>
                      <a:pt x="411" y="92"/>
                      <a:pt x="434" y="89"/>
                      <a:pt x="456" y="89"/>
                    </a:cubicBezTo>
                    <a:close/>
                    <a:moveTo>
                      <a:pt x="446" y="624"/>
                    </a:moveTo>
                    <a:cubicBezTo>
                      <a:pt x="501" y="766"/>
                      <a:pt x="501" y="930"/>
                      <a:pt x="334" y="930"/>
                    </a:cubicBezTo>
                    <a:cubicBezTo>
                      <a:pt x="237" y="930"/>
                      <a:pt x="146" y="820"/>
                      <a:pt x="175" y="726"/>
                    </a:cubicBezTo>
                    <a:cubicBezTo>
                      <a:pt x="192" y="672"/>
                      <a:pt x="234" y="650"/>
                      <a:pt x="279" y="650"/>
                    </a:cubicBezTo>
                    <a:cubicBezTo>
                      <a:pt x="309" y="650"/>
                      <a:pt x="342" y="661"/>
                      <a:pt x="369" y="678"/>
                    </a:cubicBezTo>
                    <a:cubicBezTo>
                      <a:pt x="378" y="683"/>
                      <a:pt x="386" y="686"/>
                      <a:pt x="395" y="686"/>
                    </a:cubicBezTo>
                    <a:cubicBezTo>
                      <a:pt x="424" y="686"/>
                      <a:pt x="451" y="654"/>
                      <a:pt x="446" y="624"/>
                    </a:cubicBezTo>
                    <a:close/>
                    <a:moveTo>
                      <a:pt x="416" y="0"/>
                    </a:moveTo>
                    <a:cubicBezTo>
                      <a:pt x="359" y="0"/>
                      <a:pt x="303" y="17"/>
                      <a:pt x="253" y="56"/>
                    </a:cubicBezTo>
                    <a:cubicBezTo>
                      <a:pt x="152" y="137"/>
                      <a:pt x="120" y="279"/>
                      <a:pt x="198" y="383"/>
                    </a:cubicBezTo>
                    <a:cubicBezTo>
                      <a:pt x="237" y="441"/>
                      <a:pt x="295" y="467"/>
                      <a:pt x="356" y="474"/>
                    </a:cubicBezTo>
                    <a:cubicBezTo>
                      <a:pt x="387" y="507"/>
                      <a:pt x="416" y="555"/>
                      <a:pt x="438" y="606"/>
                    </a:cubicBezTo>
                    <a:lnTo>
                      <a:pt x="438" y="606"/>
                    </a:lnTo>
                    <a:cubicBezTo>
                      <a:pt x="402" y="555"/>
                      <a:pt x="346" y="532"/>
                      <a:pt x="289" y="532"/>
                    </a:cubicBezTo>
                    <a:cubicBezTo>
                      <a:pt x="219" y="532"/>
                      <a:pt x="147" y="565"/>
                      <a:pt x="104" y="623"/>
                    </a:cubicBezTo>
                    <a:cubicBezTo>
                      <a:pt x="0" y="755"/>
                      <a:pt x="84" y="950"/>
                      <a:pt x="227" y="1018"/>
                    </a:cubicBezTo>
                    <a:cubicBezTo>
                      <a:pt x="264" y="1037"/>
                      <a:pt x="301" y="1045"/>
                      <a:pt x="337" y="1045"/>
                    </a:cubicBezTo>
                    <a:cubicBezTo>
                      <a:pt x="450" y="1045"/>
                      <a:pt x="550" y="960"/>
                      <a:pt x="577" y="840"/>
                    </a:cubicBezTo>
                    <a:cubicBezTo>
                      <a:pt x="606" y="710"/>
                      <a:pt x="554" y="555"/>
                      <a:pt x="457" y="457"/>
                    </a:cubicBezTo>
                    <a:cubicBezTo>
                      <a:pt x="473" y="448"/>
                      <a:pt x="493" y="441"/>
                      <a:pt x="509" y="428"/>
                    </a:cubicBezTo>
                    <a:cubicBezTo>
                      <a:pt x="599" y="360"/>
                      <a:pt x="635" y="247"/>
                      <a:pt x="619" y="140"/>
                    </a:cubicBezTo>
                    <a:lnTo>
                      <a:pt x="619" y="140"/>
                    </a:lnTo>
                    <a:cubicBezTo>
                      <a:pt x="636" y="143"/>
                      <a:pt x="652" y="144"/>
                      <a:pt x="669" y="144"/>
                    </a:cubicBezTo>
                    <a:cubicBezTo>
                      <a:pt x="711" y="144"/>
                      <a:pt x="753" y="135"/>
                      <a:pt x="800" y="124"/>
                    </a:cubicBezTo>
                    <a:cubicBezTo>
                      <a:pt x="853" y="106"/>
                      <a:pt x="834" y="24"/>
                      <a:pt x="784" y="24"/>
                    </a:cubicBezTo>
                    <a:cubicBezTo>
                      <a:pt x="779" y="24"/>
                      <a:pt x="773" y="25"/>
                      <a:pt x="768" y="27"/>
                    </a:cubicBezTo>
                    <a:cubicBezTo>
                      <a:pt x="732" y="36"/>
                      <a:pt x="698" y="41"/>
                      <a:pt x="664" y="41"/>
                    </a:cubicBezTo>
                    <a:cubicBezTo>
                      <a:pt x="629" y="41"/>
                      <a:pt x="595" y="36"/>
                      <a:pt x="557" y="27"/>
                    </a:cubicBezTo>
                    <a:lnTo>
                      <a:pt x="544" y="27"/>
                    </a:lnTo>
                    <a:cubicBezTo>
                      <a:pt x="502" y="10"/>
                      <a:pt x="459"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5" name="Google Shape;875;p8"/>
            <p:cNvGrpSpPr/>
            <p:nvPr/>
          </p:nvGrpSpPr>
          <p:grpSpPr>
            <a:xfrm rot="-1433375">
              <a:off x="8246158" y="1902166"/>
              <a:ext cx="1581361" cy="467963"/>
              <a:chOff x="5813594" y="2813041"/>
              <a:chExt cx="591605" cy="175073"/>
            </a:xfrm>
          </p:grpSpPr>
          <p:sp>
            <p:nvSpPr>
              <p:cNvPr id="876" name="Google Shape;876;p8"/>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8"/>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8"/>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8"/>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8"/>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8"/>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8"/>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8"/>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8"/>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8"/>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8"/>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8"/>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8"/>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8"/>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8"/>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91" name="Google Shape;891;p8"/>
          <p:cNvGrpSpPr/>
          <p:nvPr/>
        </p:nvGrpSpPr>
        <p:grpSpPr>
          <a:xfrm>
            <a:off x="6034636" y="-450522"/>
            <a:ext cx="3415456" cy="3755159"/>
            <a:chOff x="6034636" y="-450522"/>
            <a:chExt cx="3415456" cy="3755159"/>
          </a:xfrm>
        </p:grpSpPr>
        <p:grpSp>
          <p:nvGrpSpPr>
            <p:cNvPr id="892" name="Google Shape;892;p8"/>
            <p:cNvGrpSpPr/>
            <p:nvPr/>
          </p:nvGrpSpPr>
          <p:grpSpPr>
            <a:xfrm rot="-1244566">
              <a:off x="7871564" y="920969"/>
              <a:ext cx="1410581" cy="892908"/>
              <a:chOff x="4808808" y="1957984"/>
              <a:chExt cx="404920" cy="256310"/>
            </a:xfrm>
          </p:grpSpPr>
          <p:sp>
            <p:nvSpPr>
              <p:cNvPr id="893" name="Google Shape;893;p8"/>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8"/>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5" name="Google Shape;895;p8"/>
            <p:cNvGrpSpPr/>
            <p:nvPr/>
          </p:nvGrpSpPr>
          <p:grpSpPr>
            <a:xfrm rot="-1982480">
              <a:off x="7674165" y="-270179"/>
              <a:ext cx="672277" cy="940201"/>
              <a:chOff x="3735990" y="4115688"/>
              <a:chExt cx="349166" cy="488320"/>
            </a:xfrm>
          </p:grpSpPr>
          <p:sp>
            <p:nvSpPr>
              <p:cNvPr id="896" name="Google Shape;896;p8"/>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8"/>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8"/>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8"/>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8"/>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8"/>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8"/>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8"/>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8"/>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8"/>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8"/>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8"/>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8"/>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8"/>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8"/>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8"/>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8"/>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8"/>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8"/>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8"/>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8"/>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7" name="Google Shape;917;p8"/>
            <p:cNvGrpSpPr/>
            <p:nvPr/>
          </p:nvGrpSpPr>
          <p:grpSpPr>
            <a:xfrm rot="1825564">
              <a:off x="6146990" y="-126269"/>
              <a:ext cx="1513122" cy="855162"/>
              <a:chOff x="4710963" y="556836"/>
              <a:chExt cx="599550" cy="338855"/>
            </a:xfrm>
          </p:grpSpPr>
          <p:sp>
            <p:nvSpPr>
              <p:cNvPr id="918" name="Google Shape;918;p8"/>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8"/>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8"/>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8"/>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2" name="Google Shape;922;p8"/>
            <p:cNvGrpSpPr/>
            <p:nvPr/>
          </p:nvGrpSpPr>
          <p:grpSpPr>
            <a:xfrm>
              <a:off x="8638280" y="2564219"/>
              <a:ext cx="811812" cy="740418"/>
              <a:chOff x="5882939" y="3323344"/>
              <a:chExt cx="444901" cy="405775"/>
            </a:xfrm>
          </p:grpSpPr>
          <p:sp>
            <p:nvSpPr>
              <p:cNvPr id="923" name="Google Shape;923;p8"/>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8"/>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8"/>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8"/>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27" name="Google Shape;927;p8"/>
          <p:cNvGrpSpPr/>
          <p:nvPr/>
        </p:nvGrpSpPr>
        <p:grpSpPr>
          <a:xfrm>
            <a:off x="-457508" y="2034734"/>
            <a:ext cx="4158856" cy="3710836"/>
            <a:chOff x="-457508" y="2034734"/>
            <a:chExt cx="4158856" cy="3710836"/>
          </a:xfrm>
        </p:grpSpPr>
        <p:sp>
          <p:nvSpPr>
            <p:cNvPr id="928" name="Google Shape;928;p8"/>
            <p:cNvSpPr/>
            <p:nvPr/>
          </p:nvSpPr>
          <p:spPr>
            <a:xfrm rot="1849059">
              <a:off x="-364359" y="2242075"/>
              <a:ext cx="984444" cy="634970"/>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9" name="Google Shape;929;p8"/>
            <p:cNvGrpSpPr/>
            <p:nvPr/>
          </p:nvGrpSpPr>
          <p:grpSpPr>
            <a:xfrm rot="2179146">
              <a:off x="2721453" y="4696428"/>
              <a:ext cx="789052" cy="903211"/>
              <a:chOff x="4838621" y="3330436"/>
              <a:chExt cx="342600" cy="392181"/>
            </a:xfrm>
          </p:grpSpPr>
          <p:sp>
            <p:nvSpPr>
              <p:cNvPr id="930" name="Google Shape;930;p8"/>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8"/>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8"/>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8"/>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8"/>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8"/>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8"/>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8"/>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8"/>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8"/>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8"/>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8"/>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8"/>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8"/>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8"/>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8"/>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8"/>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8"/>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8"/>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8"/>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8"/>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8"/>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8"/>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8"/>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8"/>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5" name="Google Shape;955;p8"/>
            <p:cNvGrpSpPr/>
            <p:nvPr/>
          </p:nvGrpSpPr>
          <p:grpSpPr>
            <a:xfrm rot="-1218756">
              <a:off x="1255071" y="4710452"/>
              <a:ext cx="738177" cy="696830"/>
              <a:chOff x="3712416" y="2719728"/>
              <a:chExt cx="383381" cy="361907"/>
            </a:xfrm>
          </p:grpSpPr>
          <p:sp>
            <p:nvSpPr>
              <p:cNvPr id="956" name="Google Shape;956;p8"/>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8"/>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8"/>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8"/>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8"/>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8"/>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8"/>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8"/>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8"/>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8"/>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8"/>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8"/>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8"/>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8"/>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8"/>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8"/>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8"/>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8"/>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8"/>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8"/>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8"/>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8"/>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8"/>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9" name="Google Shape;979;p8"/>
            <p:cNvGrpSpPr/>
            <p:nvPr/>
          </p:nvGrpSpPr>
          <p:grpSpPr>
            <a:xfrm rot="1964156">
              <a:off x="-202992" y="3757239"/>
              <a:ext cx="1046684" cy="898494"/>
              <a:chOff x="3639393" y="3293465"/>
              <a:chExt cx="543616" cy="466651"/>
            </a:xfrm>
          </p:grpSpPr>
          <p:sp>
            <p:nvSpPr>
              <p:cNvPr id="980" name="Google Shape;980;p8"/>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8"/>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8"/>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8"/>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8"/>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8"/>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8"/>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8"/>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8"/>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8"/>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0" name="Google Shape;990;p8"/>
            <p:cNvGrpSpPr/>
            <p:nvPr/>
          </p:nvGrpSpPr>
          <p:grpSpPr>
            <a:xfrm rot="1830426">
              <a:off x="-226649" y="4838885"/>
              <a:ext cx="1093998" cy="618309"/>
              <a:chOff x="4710963" y="556836"/>
              <a:chExt cx="599550" cy="338855"/>
            </a:xfrm>
          </p:grpSpPr>
          <p:sp>
            <p:nvSpPr>
              <p:cNvPr id="991" name="Google Shape;991;p8"/>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8"/>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8"/>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8"/>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95" name="Google Shape;995;p8"/>
          <p:cNvSpPr txBox="1"/>
          <p:nvPr>
            <p:ph type="title"/>
          </p:nvPr>
        </p:nvSpPr>
        <p:spPr>
          <a:xfrm>
            <a:off x="1768550" y="1602000"/>
            <a:ext cx="5607000" cy="1939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996" name="Google Shape;996;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97" name="Shape 997"/>
        <p:cNvGrpSpPr/>
        <p:nvPr/>
      </p:nvGrpSpPr>
      <p:grpSpPr>
        <a:xfrm>
          <a:off x="0" y="0"/>
          <a:ext cx="0" cy="0"/>
          <a:chOff x="0" y="0"/>
          <a:chExt cx="0" cy="0"/>
        </a:xfrm>
      </p:grpSpPr>
      <p:pic>
        <p:nvPicPr>
          <p:cNvPr id="998" name="Google Shape;998;p9"/>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999" name="Google Shape;999;p9"/>
          <p:cNvGrpSpPr/>
          <p:nvPr/>
        </p:nvGrpSpPr>
        <p:grpSpPr>
          <a:xfrm rot="484917">
            <a:off x="1540013" y="-136012"/>
            <a:ext cx="918156" cy="518926"/>
            <a:chOff x="4710963" y="556836"/>
            <a:chExt cx="599550" cy="338855"/>
          </a:xfrm>
        </p:grpSpPr>
        <p:sp>
          <p:nvSpPr>
            <p:cNvPr id="1000" name="Google Shape;1000;p9"/>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9"/>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9"/>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9"/>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4" name="Google Shape;1004;p9"/>
          <p:cNvGrpSpPr/>
          <p:nvPr/>
        </p:nvGrpSpPr>
        <p:grpSpPr>
          <a:xfrm>
            <a:off x="-585943" y="-287509"/>
            <a:ext cx="10275554" cy="5770336"/>
            <a:chOff x="-585943" y="-287509"/>
            <a:chExt cx="10275554" cy="5770336"/>
          </a:xfrm>
        </p:grpSpPr>
        <p:grpSp>
          <p:nvGrpSpPr>
            <p:cNvPr id="1005" name="Google Shape;1005;p9"/>
            <p:cNvGrpSpPr/>
            <p:nvPr/>
          </p:nvGrpSpPr>
          <p:grpSpPr>
            <a:xfrm rot="1737330">
              <a:off x="7394328" y="2051622"/>
              <a:ext cx="1115783" cy="219789"/>
              <a:chOff x="4737493" y="4305992"/>
              <a:chExt cx="547410" cy="107830"/>
            </a:xfrm>
          </p:grpSpPr>
          <p:sp>
            <p:nvSpPr>
              <p:cNvPr id="1006" name="Google Shape;1006;p9"/>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9"/>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9"/>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9"/>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9"/>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9"/>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9"/>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9"/>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9"/>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9"/>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9"/>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9"/>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9"/>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9" name="Google Shape;1019;p9"/>
            <p:cNvGrpSpPr/>
            <p:nvPr/>
          </p:nvGrpSpPr>
          <p:grpSpPr>
            <a:xfrm rot="-1492893">
              <a:off x="8750173" y="2326022"/>
              <a:ext cx="624817" cy="305315"/>
              <a:chOff x="7053208" y="3451133"/>
              <a:chExt cx="306539" cy="149789"/>
            </a:xfrm>
          </p:grpSpPr>
          <p:sp>
            <p:nvSpPr>
              <p:cNvPr id="1020" name="Google Shape;1020;p9"/>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9"/>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9"/>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9"/>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9"/>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9"/>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9"/>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9"/>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9"/>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9" name="Google Shape;1029;p9"/>
            <p:cNvGrpSpPr/>
            <p:nvPr/>
          </p:nvGrpSpPr>
          <p:grpSpPr>
            <a:xfrm rot="-1892970">
              <a:off x="6861579" y="4780619"/>
              <a:ext cx="522017" cy="188198"/>
              <a:chOff x="3781827" y="2039675"/>
              <a:chExt cx="256107" cy="92332"/>
            </a:xfrm>
          </p:grpSpPr>
          <p:sp>
            <p:nvSpPr>
              <p:cNvPr id="1030" name="Google Shape;1030;p9"/>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9"/>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9"/>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9"/>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9"/>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5" name="Google Shape;1035;p9"/>
            <p:cNvGrpSpPr/>
            <p:nvPr/>
          </p:nvGrpSpPr>
          <p:grpSpPr>
            <a:xfrm rot="2455194">
              <a:off x="8011993" y="3634958"/>
              <a:ext cx="516804" cy="309334"/>
              <a:chOff x="4884983" y="2824599"/>
              <a:chExt cx="253545" cy="151760"/>
            </a:xfrm>
          </p:grpSpPr>
          <p:sp>
            <p:nvSpPr>
              <p:cNvPr id="1036" name="Google Shape;1036;p9"/>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9"/>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9"/>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9"/>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9"/>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9"/>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9"/>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9"/>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9"/>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5" name="Google Shape;1045;p9"/>
            <p:cNvGrpSpPr/>
            <p:nvPr/>
          </p:nvGrpSpPr>
          <p:grpSpPr>
            <a:xfrm rot="2529989">
              <a:off x="8804591" y="4314659"/>
              <a:ext cx="516004" cy="309202"/>
              <a:chOff x="5983345" y="4283994"/>
              <a:chExt cx="253151" cy="151694"/>
            </a:xfrm>
          </p:grpSpPr>
          <p:sp>
            <p:nvSpPr>
              <p:cNvPr id="1046" name="Google Shape;1046;p9"/>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9"/>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9"/>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9"/>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9"/>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9"/>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9"/>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9"/>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9"/>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5" name="Google Shape;1055;p9"/>
            <p:cNvGrpSpPr/>
            <p:nvPr/>
          </p:nvGrpSpPr>
          <p:grpSpPr>
            <a:xfrm rot="-1383256">
              <a:off x="6794592" y="667866"/>
              <a:ext cx="1205862" cy="356849"/>
              <a:chOff x="5813594" y="2813041"/>
              <a:chExt cx="591605" cy="175073"/>
            </a:xfrm>
          </p:grpSpPr>
          <p:sp>
            <p:nvSpPr>
              <p:cNvPr id="1056" name="Google Shape;1056;p9"/>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9"/>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9"/>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9"/>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9"/>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9"/>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9"/>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9"/>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9"/>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9"/>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9"/>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9"/>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9"/>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9"/>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9"/>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1" name="Google Shape;1071;p9"/>
            <p:cNvGrpSpPr/>
            <p:nvPr/>
          </p:nvGrpSpPr>
          <p:grpSpPr>
            <a:xfrm rot="-3371107">
              <a:off x="852693" y="-21145"/>
              <a:ext cx="795409" cy="288911"/>
              <a:chOff x="3720033" y="657636"/>
              <a:chExt cx="380942" cy="138367"/>
            </a:xfrm>
          </p:grpSpPr>
          <p:sp>
            <p:nvSpPr>
              <p:cNvPr id="1072" name="Google Shape;1072;p9"/>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9"/>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9"/>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9"/>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9"/>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9"/>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8" name="Google Shape;1078;p9"/>
            <p:cNvGrpSpPr/>
            <p:nvPr/>
          </p:nvGrpSpPr>
          <p:grpSpPr>
            <a:xfrm rot="-1872959">
              <a:off x="8685486" y="1005056"/>
              <a:ext cx="677116" cy="330879"/>
              <a:chOff x="7053208" y="3451133"/>
              <a:chExt cx="306539" cy="149789"/>
            </a:xfrm>
          </p:grpSpPr>
          <p:sp>
            <p:nvSpPr>
              <p:cNvPr id="1079" name="Google Shape;1079;p9"/>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9"/>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9"/>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9"/>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9"/>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9"/>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9"/>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9"/>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9"/>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8" name="Google Shape;1088;p9"/>
            <p:cNvGrpSpPr/>
            <p:nvPr/>
          </p:nvGrpSpPr>
          <p:grpSpPr>
            <a:xfrm rot="-1237466">
              <a:off x="196537" y="-106571"/>
              <a:ext cx="714306" cy="332764"/>
              <a:chOff x="8025882" y="2821184"/>
              <a:chExt cx="340424" cy="158589"/>
            </a:xfrm>
          </p:grpSpPr>
          <p:sp>
            <p:nvSpPr>
              <p:cNvPr id="1089" name="Google Shape;1089;p9"/>
              <p:cNvSpPr/>
              <p:nvPr/>
            </p:nvSpPr>
            <p:spPr>
              <a:xfrm>
                <a:off x="8025882" y="2871420"/>
                <a:ext cx="56214" cy="78279"/>
              </a:xfrm>
              <a:custGeom>
                <a:rect b="b" l="l" r="r" t="t"/>
                <a:pathLst>
                  <a:path extrusionOk="0" h="1192" w="856">
                    <a:moveTo>
                      <a:pt x="799" y="0"/>
                    </a:moveTo>
                    <a:cubicBezTo>
                      <a:pt x="790" y="0"/>
                      <a:pt x="781" y="4"/>
                      <a:pt x="774" y="13"/>
                    </a:cubicBezTo>
                    <a:cubicBezTo>
                      <a:pt x="709" y="94"/>
                      <a:pt x="648" y="178"/>
                      <a:pt x="586" y="259"/>
                    </a:cubicBezTo>
                    <a:cubicBezTo>
                      <a:pt x="554" y="304"/>
                      <a:pt x="495" y="366"/>
                      <a:pt x="453" y="431"/>
                    </a:cubicBezTo>
                    <a:cubicBezTo>
                      <a:pt x="408" y="382"/>
                      <a:pt x="359" y="340"/>
                      <a:pt x="317" y="291"/>
                    </a:cubicBezTo>
                    <a:cubicBezTo>
                      <a:pt x="236" y="210"/>
                      <a:pt x="158" y="126"/>
                      <a:pt x="77" y="45"/>
                    </a:cubicBezTo>
                    <a:cubicBezTo>
                      <a:pt x="69" y="37"/>
                      <a:pt x="60" y="33"/>
                      <a:pt x="51" y="33"/>
                    </a:cubicBezTo>
                    <a:cubicBezTo>
                      <a:pt x="23" y="33"/>
                      <a:pt x="1" y="70"/>
                      <a:pt x="26" y="97"/>
                    </a:cubicBezTo>
                    <a:cubicBezTo>
                      <a:pt x="94" y="181"/>
                      <a:pt x="165" y="262"/>
                      <a:pt x="239" y="343"/>
                    </a:cubicBezTo>
                    <a:cubicBezTo>
                      <a:pt x="294" y="408"/>
                      <a:pt x="350" y="483"/>
                      <a:pt x="405" y="544"/>
                    </a:cubicBezTo>
                    <a:cubicBezTo>
                      <a:pt x="401" y="615"/>
                      <a:pt x="437" y="706"/>
                      <a:pt x="450" y="774"/>
                    </a:cubicBezTo>
                    <a:cubicBezTo>
                      <a:pt x="473" y="901"/>
                      <a:pt x="499" y="1024"/>
                      <a:pt x="531" y="1147"/>
                    </a:cubicBezTo>
                    <a:cubicBezTo>
                      <a:pt x="539" y="1178"/>
                      <a:pt x="561" y="1191"/>
                      <a:pt x="584" y="1191"/>
                    </a:cubicBezTo>
                    <a:cubicBezTo>
                      <a:pt x="619" y="1191"/>
                      <a:pt x="655" y="1161"/>
                      <a:pt x="648" y="1114"/>
                    </a:cubicBezTo>
                    <a:cubicBezTo>
                      <a:pt x="625" y="949"/>
                      <a:pt x="534" y="755"/>
                      <a:pt x="537" y="586"/>
                    </a:cubicBezTo>
                    <a:lnTo>
                      <a:pt x="537" y="564"/>
                    </a:lnTo>
                    <a:cubicBezTo>
                      <a:pt x="547" y="564"/>
                      <a:pt x="547" y="560"/>
                      <a:pt x="547" y="551"/>
                    </a:cubicBezTo>
                    <a:cubicBezTo>
                      <a:pt x="576" y="382"/>
                      <a:pt x="755" y="198"/>
                      <a:pt x="839" y="61"/>
                    </a:cubicBezTo>
                    <a:cubicBezTo>
                      <a:pt x="856" y="35"/>
                      <a:pt x="827" y="0"/>
                      <a:pt x="7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9"/>
              <p:cNvSpPr/>
              <p:nvPr/>
            </p:nvSpPr>
            <p:spPr>
              <a:xfrm>
                <a:off x="8072703" y="2920867"/>
                <a:ext cx="40190" cy="8997"/>
              </a:xfrm>
              <a:custGeom>
                <a:rect b="b" l="l" r="r" t="t"/>
                <a:pathLst>
                  <a:path extrusionOk="0" h="137" w="612">
                    <a:moveTo>
                      <a:pt x="52" y="0"/>
                    </a:moveTo>
                    <a:cubicBezTo>
                      <a:pt x="13" y="0"/>
                      <a:pt x="0" y="58"/>
                      <a:pt x="45" y="73"/>
                    </a:cubicBezTo>
                    <a:cubicBezTo>
                      <a:pt x="149" y="106"/>
                      <a:pt x="280" y="137"/>
                      <a:pt x="403" y="137"/>
                    </a:cubicBezTo>
                    <a:cubicBezTo>
                      <a:pt x="459" y="137"/>
                      <a:pt x="513" y="130"/>
                      <a:pt x="563" y="115"/>
                    </a:cubicBezTo>
                    <a:cubicBezTo>
                      <a:pt x="612" y="105"/>
                      <a:pt x="602" y="34"/>
                      <a:pt x="550" y="28"/>
                    </a:cubicBezTo>
                    <a:cubicBezTo>
                      <a:pt x="479" y="28"/>
                      <a:pt x="411" y="41"/>
                      <a:pt x="341" y="41"/>
                    </a:cubicBezTo>
                    <a:cubicBezTo>
                      <a:pt x="334" y="41"/>
                      <a:pt x="327" y="41"/>
                      <a:pt x="320" y="41"/>
                    </a:cubicBezTo>
                    <a:cubicBezTo>
                      <a:pt x="236" y="37"/>
                      <a:pt x="148" y="24"/>
                      <a:pt x="64" y="2"/>
                    </a:cubicBezTo>
                    <a:cubicBezTo>
                      <a:pt x="60" y="1"/>
                      <a:pt x="56"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9"/>
              <p:cNvSpPr/>
              <p:nvPr/>
            </p:nvSpPr>
            <p:spPr>
              <a:xfrm>
                <a:off x="8069354" y="2907077"/>
                <a:ext cx="45050" cy="8406"/>
              </a:xfrm>
              <a:custGeom>
                <a:rect b="b" l="l" r="r" t="t"/>
                <a:pathLst>
                  <a:path extrusionOk="0" h="128" w="686">
                    <a:moveTo>
                      <a:pt x="32" y="1"/>
                    </a:moveTo>
                    <a:cubicBezTo>
                      <a:pt x="2" y="1"/>
                      <a:pt x="0" y="53"/>
                      <a:pt x="31" y="59"/>
                    </a:cubicBezTo>
                    <a:cubicBezTo>
                      <a:pt x="186" y="100"/>
                      <a:pt x="364" y="127"/>
                      <a:pt x="528" y="127"/>
                    </a:cubicBezTo>
                    <a:cubicBezTo>
                      <a:pt x="559" y="127"/>
                      <a:pt x="590" y="126"/>
                      <a:pt x="621" y="124"/>
                    </a:cubicBezTo>
                    <a:cubicBezTo>
                      <a:pt x="685" y="118"/>
                      <a:pt x="685" y="24"/>
                      <a:pt x="621" y="24"/>
                    </a:cubicBezTo>
                    <a:cubicBezTo>
                      <a:pt x="426" y="17"/>
                      <a:pt x="232" y="17"/>
                      <a:pt x="37" y="1"/>
                    </a:cubicBezTo>
                    <a:cubicBezTo>
                      <a:pt x="36" y="1"/>
                      <a:pt x="34" y="1"/>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9"/>
              <p:cNvSpPr/>
              <p:nvPr/>
            </p:nvSpPr>
            <p:spPr>
              <a:xfrm>
                <a:off x="8122545" y="2887968"/>
                <a:ext cx="48793" cy="51617"/>
              </a:xfrm>
              <a:custGeom>
                <a:rect b="b" l="l" r="r" t="t"/>
                <a:pathLst>
                  <a:path extrusionOk="0" h="786" w="743">
                    <a:moveTo>
                      <a:pt x="427" y="0"/>
                    </a:moveTo>
                    <a:cubicBezTo>
                      <a:pt x="173" y="0"/>
                      <a:pt x="0" y="319"/>
                      <a:pt x="99" y="542"/>
                    </a:cubicBezTo>
                    <a:cubicBezTo>
                      <a:pt x="162" y="682"/>
                      <a:pt x="334" y="785"/>
                      <a:pt x="495" y="785"/>
                    </a:cubicBezTo>
                    <a:cubicBezTo>
                      <a:pt x="575" y="785"/>
                      <a:pt x="652" y="760"/>
                      <a:pt x="711" y="700"/>
                    </a:cubicBezTo>
                    <a:cubicBezTo>
                      <a:pt x="743" y="669"/>
                      <a:pt x="715" y="603"/>
                      <a:pt x="670" y="603"/>
                    </a:cubicBezTo>
                    <a:cubicBezTo>
                      <a:pt x="665" y="603"/>
                      <a:pt x="659" y="604"/>
                      <a:pt x="653" y="606"/>
                    </a:cubicBezTo>
                    <a:cubicBezTo>
                      <a:pt x="589" y="630"/>
                      <a:pt x="519" y="648"/>
                      <a:pt x="453" y="648"/>
                    </a:cubicBezTo>
                    <a:cubicBezTo>
                      <a:pt x="359" y="648"/>
                      <a:pt x="271" y="612"/>
                      <a:pt x="216" y="509"/>
                    </a:cubicBezTo>
                    <a:cubicBezTo>
                      <a:pt x="112" y="315"/>
                      <a:pt x="277" y="127"/>
                      <a:pt x="452" y="72"/>
                    </a:cubicBezTo>
                    <a:cubicBezTo>
                      <a:pt x="491" y="59"/>
                      <a:pt x="484" y="4"/>
                      <a:pt x="442" y="1"/>
                    </a:cubicBezTo>
                    <a:cubicBezTo>
                      <a:pt x="437" y="0"/>
                      <a:pt x="432" y="0"/>
                      <a:pt x="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9"/>
              <p:cNvSpPr/>
              <p:nvPr/>
            </p:nvSpPr>
            <p:spPr>
              <a:xfrm>
                <a:off x="8170088" y="2914695"/>
                <a:ext cx="29814" cy="39468"/>
              </a:xfrm>
              <a:custGeom>
                <a:rect b="b" l="l" r="r" t="t"/>
                <a:pathLst>
                  <a:path extrusionOk="0" h="601" w="454">
                    <a:moveTo>
                      <a:pt x="309" y="0"/>
                    </a:moveTo>
                    <a:cubicBezTo>
                      <a:pt x="286" y="0"/>
                      <a:pt x="265" y="13"/>
                      <a:pt x="259" y="41"/>
                    </a:cubicBezTo>
                    <a:cubicBezTo>
                      <a:pt x="250" y="70"/>
                      <a:pt x="243" y="105"/>
                      <a:pt x="214" y="122"/>
                    </a:cubicBezTo>
                    <a:cubicBezTo>
                      <a:pt x="201" y="130"/>
                      <a:pt x="182" y="135"/>
                      <a:pt x="162" y="135"/>
                    </a:cubicBezTo>
                    <a:cubicBezTo>
                      <a:pt x="127" y="135"/>
                      <a:pt x="92" y="117"/>
                      <a:pt x="107" y="67"/>
                    </a:cubicBezTo>
                    <a:cubicBezTo>
                      <a:pt x="117" y="38"/>
                      <a:pt x="96" y="20"/>
                      <a:pt x="73" y="20"/>
                    </a:cubicBezTo>
                    <a:cubicBezTo>
                      <a:pt x="58" y="20"/>
                      <a:pt x="42" y="29"/>
                      <a:pt x="36" y="47"/>
                    </a:cubicBezTo>
                    <a:cubicBezTo>
                      <a:pt x="0" y="131"/>
                      <a:pt x="65" y="229"/>
                      <a:pt x="152" y="245"/>
                    </a:cubicBezTo>
                    <a:cubicBezTo>
                      <a:pt x="163" y="247"/>
                      <a:pt x="173" y="248"/>
                      <a:pt x="183" y="248"/>
                    </a:cubicBezTo>
                    <a:cubicBezTo>
                      <a:pt x="228" y="248"/>
                      <a:pt x="266" y="226"/>
                      <a:pt x="298" y="199"/>
                    </a:cubicBezTo>
                    <a:cubicBezTo>
                      <a:pt x="324" y="306"/>
                      <a:pt x="324" y="413"/>
                      <a:pt x="308" y="523"/>
                    </a:cubicBezTo>
                    <a:cubicBezTo>
                      <a:pt x="300" y="570"/>
                      <a:pt x="338" y="600"/>
                      <a:pt x="373" y="600"/>
                    </a:cubicBezTo>
                    <a:cubicBezTo>
                      <a:pt x="396" y="600"/>
                      <a:pt x="418" y="587"/>
                      <a:pt x="425" y="556"/>
                    </a:cubicBezTo>
                    <a:cubicBezTo>
                      <a:pt x="454" y="381"/>
                      <a:pt x="437" y="209"/>
                      <a:pt x="373" y="41"/>
                    </a:cubicBezTo>
                    <a:cubicBezTo>
                      <a:pt x="361" y="15"/>
                      <a:pt x="334" y="0"/>
                      <a:pt x="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9"/>
              <p:cNvSpPr/>
              <p:nvPr/>
            </p:nvSpPr>
            <p:spPr>
              <a:xfrm>
                <a:off x="8207519" y="2885604"/>
                <a:ext cx="35987" cy="59103"/>
              </a:xfrm>
              <a:custGeom>
                <a:rect b="b" l="l" r="r" t="t"/>
                <a:pathLst>
                  <a:path extrusionOk="0" h="900" w="548">
                    <a:moveTo>
                      <a:pt x="272" y="153"/>
                    </a:moveTo>
                    <a:cubicBezTo>
                      <a:pt x="290" y="153"/>
                      <a:pt x="309" y="158"/>
                      <a:pt x="331" y="169"/>
                    </a:cubicBezTo>
                    <a:cubicBezTo>
                      <a:pt x="392" y="199"/>
                      <a:pt x="408" y="224"/>
                      <a:pt x="389" y="296"/>
                    </a:cubicBezTo>
                    <a:cubicBezTo>
                      <a:pt x="357" y="399"/>
                      <a:pt x="234" y="445"/>
                      <a:pt x="136" y="467"/>
                    </a:cubicBezTo>
                    <a:cubicBezTo>
                      <a:pt x="133" y="403"/>
                      <a:pt x="133" y="338"/>
                      <a:pt x="153" y="273"/>
                    </a:cubicBezTo>
                    <a:cubicBezTo>
                      <a:pt x="175" y="206"/>
                      <a:pt x="214" y="153"/>
                      <a:pt x="272" y="153"/>
                    </a:cubicBezTo>
                    <a:close/>
                    <a:moveTo>
                      <a:pt x="306" y="0"/>
                    </a:moveTo>
                    <a:cubicBezTo>
                      <a:pt x="215" y="0"/>
                      <a:pt x="127" y="57"/>
                      <a:pt x="72" y="134"/>
                    </a:cubicBezTo>
                    <a:cubicBezTo>
                      <a:pt x="63" y="121"/>
                      <a:pt x="49" y="115"/>
                      <a:pt x="36" y="115"/>
                    </a:cubicBezTo>
                    <a:cubicBezTo>
                      <a:pt x="18" y="115"/>
                      <a:pt x="0" y="127"/>
                      <a:pt x="0" y="153"/>
                    </a:cubicBezTo>
                    <a:cubicBezTo>
                      <a:pt x="0" y="383"/>
                      <a:pt x="7" y="610"/>
                      <a:pt x="13" y="840"/>
                    </a:cubicBezTo>
                    <a:cubicBezTo>
                      <a:pt x="13" y="880"/>
                      <a:pt x="41" y="899"/>
                      <a:pt x="70" y="899"/>
                    </a:cubicBezTo>
                    <a:cubicBezTo>
                      <a:pt x="95" y="899"/>
                      <a:pt x="121" y="885"/>
                      <a:pt x="130" y="856"/>
                    </a:cubicBezTo>
                    <a:cubicBezTo>
                      <a:pt x="162" y="772"/>
                      <a:pt x="159" y="685"/>
                      <a:pt x="149" y="597"/>
                    </a:cubicBezTo>
                    <a:cubicBezTo>
                      <a:pt x="298" y="561"/>
                      <a:pt x="467" y="493"/>
                      <a:pt x="515" y="331"/>
                    </a:cubicBezTo>
                    <a:cubicBezTo>
                      <a:pt x="548" y="218"/>
                      <a:pt x="509" y="79"/>
                      <a:pt x="402" y="24"/>
                    </a:cubicBezTo>
                    <a:cubicBezTo>
                      <a:pt x="371" y="7"/>
                      <a:pt x="338" y="0"/>
                      <a:pt x="3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9"/>
              <p:cNvSpPr/>
              <p:nvPr/>
            </p:nvSpPr>
            <p:spPr>
              <a:xfrm>
                <a:off x="8251123" y="2904582"/>
                <a:ext cx="60022" cy="13265"/>
              </a:xfrm>
              <a:custGeom>
                <a:rect b="b" l="l" r="r" t="t"/>
                <a:pathLst>
                  <a:path extrusionOk="0" h="202" w="914">
                    <a:moveTo>
                      <a:pt x="52" y="0"/>
                    </a:moveTo>
                    <a:cubicBezTo>
                      <a:pt x="7" y="0"/>
                      <a:pt x="0" y="72"/>
                      <a:pt x="39" y="78"/>
                    </a:cubicBezTo>
                    <a:cubicBezTo>
                      <a:pt x="295" y="143"/>
                      <a:pt x="574" y="162"/>
                      <a:pt x="833" y="201"/>
                    </a:cubicBezTo>
                    <a:cubicBezTo>
                      <a:pt x="836" y="202"/>
                      <a:pt x="839" y="202"/>
                      <a:pt x="842" y="202"/>
                    </a:cubicBezTo>
                    <a:cubicBezTo>
                      <a:pt x="914" y="202"/>
                      <a:pt x="911" y="87"/>
                      <a:pt x="839" y="78"/>
                    </a:cubicBezTo>
                    <a:cubicBezTo>
                      <a:pt x="577" y="49"/>
                      <a:pt x="311"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9"/>
              <p:cNvSpPr/>
              <p:nvPr/>
            </p:nvSpPr>
            <p:spPr>
              <a:xfrm>
                <a:off x="8254472" y="2839702"/>
                <a:ext cx="49909" cy="56542"/>
              </a:xfrm>
              <a:custGeom>
                <a:rect b="b" l="l" r="r" t="t"/>
                <a:pathLst>
                  <a:path extrusionOk="0" h="861" w="760">
                    <a:moveTo>
                      <a:pt x="691" y="0"/>
                    </a:moveTo>
                    <a:cubicBezTo>
                      <a:pt x="674" y="0"/>
                      <a:pt x="657" y="9"/>
                      <a:pt x="646" y="29"/>
                    </a:cubicBezTo>
                    <a:cubicBezTo>
                      <a:pt x="545" y="233"/>
                      <a:pt x="474" y="454"/>
                      <a:pt x="390" y="671"/>
                    </a:cubicBezTo>
                    <a:cubicBezTo>
                      <a:pt x="277" y="483"/>
                      <a:pt x="176" y="289"/>
                      <a:pt x="79" y="94"/>
                    </a:cubicBezTo>
                    <a:cubicBezTo>
                      <a:pt x="72" y="82"/>
                      <a:pt x="60" y="77"/>
                      <a:pt x="48" y="77"/>
                    </a:cubicBezTo>
                    <a:cubicBezTo>
                      <a:pt x="24" y="77"/>
                      <a:pt x="0" y="96"/>
                      <a:pt x="11" y="123"/>
                    </a:cubicBezTo>
                    <a:cubicBezTo>
                      <a:pt x="102" y="370"/>
                      <a:pt x="228" y="600"/>
                      <a:pt x="354" y="833"/>
                    </a:cubicBezTo>
                    <a:cubicBezTo>
                      <a:pt x="364" y="851"/>
                      <a:pt x="386" y="861"/>
                      <a:pt x="408" y="861"/>
                    </a:cubicBezTo>
                    <a:cubicBezTo>
                      <a:pt x="428" y="861"/>
                      <a:pt x="449" y="852"/>
                      <a:pt x="458" y="833"/>
                    </a:cubicBezTo>
                    <a:cubicBezTo>
                      <a:pt x="568" y="596"/>
                      <a:pt x="704" y="331"/>
                      <a:pt x="753" y="75"/>
                    </a:cubicBezTo>
                    <a:cubicBezTo>
                      <a:pt x="759" y="34"/>
                      <a:pt x="724" y="0"/>
                      <a:pt x="6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9"/>
              <p:cNvSpPr/>
              <p:nvPr/>
            </p:nvSpPr>
            <p:spPr>
              <a:xfrm>
                <a:off x="8305364" y="2821184"/>
                <a:ext cx="33032" cy="40781"/>
              </a:xfrm>
              <a:custGeom>
                <a:rect b="b" l="l" r="r" t="t"/>
                <a:pathLst>
                  <a:path extrusionOk="0" h="621" w="503">
                    <a:moveTo>
                      <a:pt x="185" y="1"/>
                    </a:moveTo>
                    <a:cubicBezTo>
                      <a:pt x="131" y="1"/>
                      <a:pt x="80" y="27"/>
                      <a:pt x="65" y="88"/>
                    </a:cubicBezTo>
                    <a:cubicBezTo>
                      <a:pt x="57" y="121"/>
                      <a:pt x="88" y="149"/>
                      <a:pt x="116" y="149"/>
                    </a:cubicBezTo>
                    <a:cubicBezTo>
                      <a:pt x="129" y="149"/>
                      <a:pt x="142" y="142"/>
                      <a:pt x="150" y="127"/>
                    </a:cubicBezTo>
                    <a:cubicBezTo>
                      <a:pt x="157" y="109"/>
                      <a:pt x="171" y="101"/>
                      <a:pt x="185" y="101"/>
                    </a:cubicBezTo>
                    <a:cubicBezTo>
                      <a:pt x="207" y="101"/>
                      <a:pt x="230" y="120"/>
                      <a:pt x="234" y="149"/>
                    </a:cubicBezTo>
                    <a:cubicBezTo>
                      <a:pt x="237" y="195"/>
                      <a:pt x="201" y="240"/>
                      <a:pt x="172" y="266"/>
                    </a:cubicBezTo>
                    <a:cubicBezTo>
                      <a:pt x="124" y="315"/>
                      <a:pt x="69" y="357"/>
                      <a:pt x="23" y="409"/>
                    </a:cubicBezTo>
                    <a:cubicBezTo>
                      <a:pt x="0" y="438"/>
                      <a:pt x="0" y="483"/>
                      <a:pt x="36" y="506"/>
                    </a:cubicBezTo>
                    <a:cubicBezTo>
                      <a:pt x="141" y="566"/>
                      <a:pt x="263" y="620"/>
                      <a:pt x="386" y="620"/>
                    </a:cubicBezTo>
                    <a:cubicBezTo>
                      <a:pt x="396" y="620"/>
                      <a:pt x="405" y="620"/>
                      <a:pt x="415" y="619"/>
                    </a:cubicBezTo>
                    <a:cubicBezTo>
                      <a:pt x="483" y="616"/>
                      <a:pt x="503" y="515"/>
                      <a:pt x="435" y="499"/>
                    </a:cubicBezTo>
                    <a:cubicBezTo>
                      <a:pt x="341" y="483"/>
                      <a:pt x="256" y="467"/>
                      <a:pt x="169" y="434"/>
                    </a:cubicBezTo>
                    <a:cubicBezTo>
                      <a:pt x="273" y="337"/>
                      <a:pt x="409" y="217"/>
                      <a:pt x="324" y="72"/>
                    </a:cubicBezTo>
                    <a:cubicBezTo>
                      <a:pt x="296" y="27"/>
                      <a:pt x="239" y="1"/>
                      <a:pt x="1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9"/>
              <p:cNvSpPr/>
              <p:nvPr/>
            </p:nvSpPr>
            <p:spPr>
              <a:xfrm>
                <a:off x="8256836" y="2927171"/>
                <a:ext cx="58840" cy="52602"/>
              </a:xfrm>
              <a:custGeom>
                <a:rect b="b" l="l" r="r" t="t"/>
                <a:pathLst>
                  <a:path extrusionOk="0" h="801" w="896">
                    <a:moveTo>
                      <a:pt x="237" y="1"/>
                    </a:moveTo>
                    <a:cubicBezTo>
                      <a:pt x="160" y="1"/>
                      <a:pt x="86" y="45"/>
                      <a:pt x="66" y="139"/>
                    </a:cubicBezTo>
                    <a:cubicBezTo>
                      <a:pt x="62" y="166"/>
                      <a:pt x="84" y="184"/>
                      <a:pt x="105" y="184"/>
                    </a:cubicBezTo>
                    <a:cubicBezTo>
                      <a:pt x="120" y="184"/>
                      <a:pt x="134" y="176"/>
                      <a:pt x="140" y="158"/>
                    </a:cubicBezTo>
                    <a:cubicBezTo>
                      <a:pt x="156" y="105"/>
                      <a:pt x="183" y="85"/>
                      <a:pt x="212" y="85"/>
                    </a:cubicBezTo>
                    <a:cubicBezTo>
                      <a:pt x="276" y="85"/>
                      <a:pt x="350" y="181"/>
                      <a:pt x="348" y="236"/>
                    </a:cubicBezTo>
                    <a:cubicBezTo>
                      <a:pt x="348" y="304"/>
                      <a:pt x="302" y="369"/>
                      <a:pt x="260" y="418"/>
                    </a:cubicBezTo>
                    <a:cubicBezTo>
                      <a:pt x="195" y="495"/>
                      <a:pt x="114" y="557"/>
                      <a:pt x="46" y="625"/>
                    </a:cubicBezTo>
                    <a:cubicBezTo>
                      <a:pt x="1" y="670"/>
                      <a:pt x="40" y="732"/>
                      <a:pt x="92" y="735"/>
                    </a:cubicBezTo>
                    <a:cubicBezTo>
                      <a:pt x="270" y="758"/>
                      <a:pt x="448" y="790"/>
                      <a:pt x="629" y="800"/>
                    </a:cubicBezTo>
                    <a:cubicBezTo>
                      <a:pt x="638" y="800"/>
                      <a:pt x="646" y="800"/>
                      <a:pt x="654" y="800"/>
                    </a:cubicBezTo>
                    <a:cubicBezTo>
                      <a:pt x="743" y="800"/>
                      <a:pt x="828" y="782"/>
                      <a:pt x="869" y="693"/>
                    </a:cubicBezTo>
                    <a:cubicBezTo>
                      <a:pt x="896" y="646"/>
                      <a:pt x="856" y="601"/>
                      <a:pt x="813" y="601"/>
                    </a:cubicBezTo>
                    <a:cubicBezTo>
                      <a:pt x="793" y="601"/>
                      <a:pt x="773" y="611"/>
                      <a:pt x="759" y="635"/>
                    </a:cubicBezTo>
                    <a:cubicBezTo>
                      <a:pt x="740" y="666"/>
                      <a:pt x="697" y="676"/>
                      <a:pt x="647" y="676"/>
                    </a:cubicBezTo>
                    <a:cubicBezTo>
                      <a:pt x="568" y="676"/>
                      <a:pt x="472" y="650"/>
                      <a:pt x="432" y="644"/>
                    </a:cubicBezTo>
                    <a:cubicBezTo>
                      <a:pt x="364" y="638"/>
                      <a:pt x="299" y="628"/>
                      <a:pt x="228" y="622"/>
                    </a:cubicBezTo>
                    <a:cubicBezTo>
                      <a:pt x="370" y="476"/>
                      <a:pt x="542" y="304"/>
                      <a:pt x="419" y="103"/>
                    </a:cubicBezTo>
                    <a:cubicBezTo>
                      <a:pt x="379" y="36"/>
                      <a:pt x="307" y="1"/>
                      <a:pt x="2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9"/>
              <p:cNvSpPr/>
              <p:nvPr/>
            </p:nvSpPr>
            <p:spPr>
              <a:xfrm>
                <a:off x="8313048" y="2875951"/>
                <a:ext cx="53258" cy="67968"/>
              </a:xfrm>
              <a:custGeom>
                <a:rect b="b" l="l" r="r" t="t"/>
                <a:pathLst>
                  <a:path extrusionOk="0" h="1035" w="811">
                    <a:moveTo>
                      <a:pt x="481" y="1"/>
                    </a:moveTo>
                    <a:cubicBezTo>
                      <a:pt x="364" y="1"/>
                      <a:pt x="250" y="33"/>
                      <a:pt x="156" y="106"/>
                    </a:cubicBezTo>
                    <a:cubicBezTo>
                      <a:pt x="78" y="161"/>
                      <a:pt x="0" y="252"/>
                      <a:pt x="65" y="349"/>
                    </a:cubicBezTo>
                    <a:cubicBezTo>
                      <a:pt x="149" y="478"/>
                      <a:pt x="369" y="440"/>
                      <a:pt x="496" y="485"/>
                    </a:cubicBezTo>
                    <a:cubicBezTo>
                      <a:pt x="593" y="524"/>
                      <a:pt x="645" y="566"/>
                      <a:pt x="635" y="676"/>
                    </a:cubicBezTo>
                    <a:cubicBezTo>
                      <a:pt x="629" y="776"/>
                      <a:pt x="577" y="838"/>
                      <a:pt x="473" y="864"/>
                    </a:cubicBezTo>
                    <a:cubicBezTo>
                      <a:pt x="376" y="887"/>
                      <a:pt x="305" y="864"/>
                      <a:pt x="214" y="912"/>
                    </a:cubicBezTo>
                    <a:cubicBezTo>
                      <a:pt x="153" y="946"/>
                      <a:pt x="191" y="1035"/>
                      <a:pt x="250" y="1035"/>
                    </a:cubicBezTo>
                    <a:cubicBezTo>
                      <a:pt x="260" y="1035"/>
                      <a:pt x="271" y="1032"/>
                      <a:pt x="282" y="1026"/>
                    </a:cubicBezTo>
                    <a:cubicBezTo>
                      <a:pt x="360" y="981"/>
                      <a:pt x="473" y="1003"/>
                      <a:pt x="557" y="971"/>
                    </a:cubicBezTo>
                    <a:cubicBezTo>
                      <a:pt x="616" y="951"/>
                      <a:pt x="667" y="916"/>
                      <a:pt x="710" y="870"/>
                    </a:cubicBezTo>
                    <a:cubicBezTo>
                      <a:pt x="778" y="789"/>
                      <a:pt x="810" y="679"/>
                      <a:pt x="771" y="576"/>
                    </a:cubicBezTo>
                    <a:cubicBezTo>
                      <a:pt x="726" y="459"/>
                      <a:pt x="612" y="388"/>
                      <a:pt x="499" y="355"/>
                    </a:cubicBezTo>
                    <a:cubicBezTo>
                      <a:pt x="454" y="346"/>
                      <a:pt x="405" y="336"/>
                      <a:pt x="356" y="333"/>
                    </a:cubicBezTo>
                    <a:cubicBezTo>
                      <a:pt x="269" y="320"/>
                      <a:pt x="240" y="349"/>
                      <a:pt x="246" y="239"/>
                    </a:cubicBezTo>
                    <a:cubicBezTo>
                      <a:pt x="253" y="141"/>
                      <a:pt x="295" y="125"/>
                      <a:pt x="389" y="96"/>
                    </a:cubicBezTo>
                    <a:cubicBezTo>
                      <a:pt x="437" y="82"/>
                      <a:pt x="487" y="78"/>
                      <a:pt x="536" y="78"/>
                    </a:cubicBezTo>
                    <a:cubicBezTo>
                      <a:pt x="556" y="78"/>
                      <a:pt x="576" y="79"/>
                      <a:pt x="596" y="80"/>
                    </a:cubicBezTo>
                    <a:cubicBezTo>
                      <a:pt x="597" y="80"/>
                      <a:pt x="598" y="80"/>
                      <a:pt x="599" y="80"/>
                    </a:cubicBezTo>
                    <a:cubicBezTo>
                      <a:pt x="636" y="80"/>
                      <a:pt x="644" y="15"/>
                      <a:pt x="603" y="12"/>
                    </a:cubicBezTo>
                    <a:cubicBezTo>
                      <a:pt x="562" y="4"/>
                      <a:pt x="521"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0" name="Google Shape;1100;p9"/>
            <p:cNvGrpSpPr/>
            <p:nvPr/>
          </p:nvGrpSpPr>
          <p:grpSpPr>
            <a:xfrm rot="1974685">
              <a:off x="6683062" y="3805175"/>
              <a:ext cx="1187875" cy="262190"/>
              <a:chOff x="7968422" y="675563"/>
              <a:chExt cx="462304" cy="102049"/>
            </a:xfrm>
          </p:grpSpPr>
          <p:sp>
            <p:nvSpPr>
              <p:cNvPr id="1101" name="Google Shape;1101;p9"/>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9"/>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9"/>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9"/>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9"/>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9"/>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9"/>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9"/>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9"/>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9"/>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9"/>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9"/>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9"/>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4" name="Google Shape;1114;p9"/>
            <p:cNvGrpSpPr/>
            <p:nvPr/>
          </p:nvGrpSpPr>
          <p:grpSpPr>
            <a:xfrm rot="-4946701">
              <a:off x="-238012" y="4766590"/>
              <a:ext cx="979619" cy="216229"/>
              <a:chOff x="7968422" y="675563"/>
              <a:chExt cx="462304" cy="102049"/>
            </a:xfrm>
          </p:grpSpPr>
          <p:sp>
            <p:nvSpPr>
              <p:cNvPr id="1115" name="Google Shape;1115;p9"/>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9"/>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9"/>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9"/>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9"/>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9"/>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9"/>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9"/>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9"/>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9"/>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9"/>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9"/>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9"/>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9"/>
            <p:cNvGrpSpPr/>
            <p:nvPr/>
          </p:nvGrpSpPr>
          <p:grpSpPr>
            <a:xfrm rot="-2124154">
              <a:off x="1673910" y="4739939"/>
              <a:ext cx="461594" cy="269559"/>
              <a:chOff x="5999959" y="663349"/>
              <a:chExt cx="216246" cy="126280"/>
            </a:xfrm>
          </p:grpSpPr>
          <p:sp>
            <p:nvSpPr>
              <p:cNvPr id="1129" name="Google Shape;1129;p9"/>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9"/>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9"/>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9"/>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9"/>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9"/>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9"/>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6" name="Google Shape;1136;p9"/>
            <p:cNvGrpSpPr/>
            <p:nvPr/>
          </p:nvGrpSpPr>
          <p:grpSpPr>
            <a:xfrm>
              <a:off x="-585943" y="-287493"/>
              <a:ext cx="10275554" cy="5770319"/>
              <a:chOff x="-585943" y="-287493"/>
              <a:chExt cx="10275554" cy="5770319"/>
            </a:xfrm>
          </p:grpSpPr>
          <p:grpSp>
            <p:nvGrpSpPr>
              <p:cNvPr id="1137" name="Google Shape;1137;p9"/>
              <p:cNvGrpSpPr/>
              <p:nvPr/>
            </p:nvGrpSpPr>
            <p:grpSpPr>
              <a:xfrm rot="720474">
                <a:off x="7689934" y="1282456"/>
                <a:ext cx="1160214" cy="655733"/>
                <a:chOff x="4710963" y="556836"/>
                <a:chExt cx="599550" cy="338855"/>
              </a:xfrm>
            </p:grpSpPr>
            <p:sp>
              <p:nvSpPr>
                <p:cNvPr id="1138" name="Google Shape;1138;p9"/>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9"/>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9"/>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9"/>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2" name="Google Shape;1142;p9"/>
              <p:cNvGrpSpPr/>
              <p:nvPr/>
            </p:nvGrpSpPr>
            <p:grpSpPr>
              <a:xfrm rot="3407784">
                <a:off x="5929563" y="4563297"/>
                <a:ext cx="705076" cy="807114"/>
                <a:chOff x="4838621" y="3330436"/>
                <a:chExt cx="342600" cy="392181"/>
              </a:xfrm>
            </p:grpSpPr>
            <p:sp>
              <p:nvSpPr>
                <p:cNvPr id="1143" name="Google Shape;1143;p9"/>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9"/>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9"/>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9"/>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9"/>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9"/>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9"/>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9"/>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9"/>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9"/>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9"/>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9"/>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9"/>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9"/>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9"/>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9"/>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9"/>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9"/>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9"/>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9"/>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9"/>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9"/>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9"/>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9"/>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9"/>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8" name="Google Shape;1168;p9"/>
              <p:cNvGrpSpPr/>
              <p:nvPr/>
            </p:nvGrpSpPr>
            <p:grpSpPr>
              <a:xfrm>
                <a:off x="6172295" y="-179047"/>
                <a:ext cx="1005993" cy="949609"/>
                <a:chOff x="3712416" y="2719728"/>
                <a:chExt cx="383381" cy="361907"/>
              </a:xfrm>
            </p:grpSpPr>
            <p:sp>
              <p:nvSpPr>
                <p:cNvPr id="1169" name="Google Shape;1169;p9"/>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9"/>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9"/>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9"/>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9"/>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9"/>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9"/>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9"/>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9"/>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9"/>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9"/>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9"/>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9"/>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9"/>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9"/>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9"/>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9"/>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9"/>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9"/>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9"/>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9"/>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9"/>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9"/>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2" name="Google Shape;1192;p9"/>
              <p:cNvGrpSpPr/>
              <p:nvPr/>
            </p:nvGrpSpPr>
            <p:grpSpPr>
              <a:xfrm rot="-1615669">
                <a:off x="8279915" y="3128080"/>
                <a:ext cx="1236398" cy="1061349"/>
                <a:chOff x="3639393" y="3293465"/>
                <a:chExt cx="543616" cy="466651"/>
              </a:xfrm>
            </p:grpSpPr>
            <p:sp>
              <p:nvSpPr>
                <p:cNvPr id="1193" name="Google Shape;1193;p9"/>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9"/>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9"/>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9"/>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9"/>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9"/>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9"/>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9"/>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9"/>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9"/>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3" name="Google Shape;1203;p9"/>
              <p:cNvGrpSpPr/>
              <p:nvPr/>
            </p:nvGrpSpPr>
            <p:grpSpPr>
              <a:xfrm rot="2304760">
                <a:off x="519034" y="4505919"/>
                <a:ext cx="1081965" cy="684873"/>
                <a:chOff x="4808808" y="1957984"/>
                <a:chExt cx="404920" cy="256310"/>
              </a:xfrm>
            </p:grpSpPr>
            <p:sp>
              <p:nvSpPr>
                <p:cNvPr id="1204" name="Google Shape;1204;p9"/>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9"/>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6" name="Google Shape;1206;p9"/>
              <p:cNvGrpSpPr/>
              <p:nvPr/>
            </p:nvGrpSpPr>
            <p:grpSpPr>
              <a:xfrm>
                <a:off x="-153513" y="341330"/>
                <a:ext cx="949019" cy="865518"/>
                <a:chOff x="5882939" y="3323344"/>
                <a:chExt cx="444901" cy="405775"/>
              </a:xfrm>
            </p:grpSpPr>
            <p:sp>
              <p:nvSpPr>
                <p:cNvPr id="1207" name="Google Shape;1207;p9"/>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9"/>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9"/>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9"/>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1" name="Google Shape;1211;p9"/>
              <p:cNvGrpSpPr/>
              <p:nvPr/>
            </p:nvGrpSpPr>
            <p:grpSpPr>
              <a:xfrm rot="1830349">
                <a:off x="8362154" y="-68825"/>
                <a:ext cx="1071906" cy="771565"/>
                <a:chOff x="5859955" y="1906764"/>
                <a:chExt cx="497056" cy="357770"/>
              </a:xfrm>
            </p:grpSpPr>
            <p:sp>
              <p:nvSpPr>
                <p:cNvPr id="1212" name="Google Shape;1212;p9"/>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9"/>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9"/>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9"/>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9"/>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9"/>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9"/>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9"/>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9"/>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9"/>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9"/>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9"/>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9"/>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9"/>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9"/>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9"/>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9"/>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9"/>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9"/>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1" name="Google Shape;1231;p9"/>
              <p:cNvGrpSpPr/>
              <p:nvPr/>
            </p:nvGrpSpPr>
            <p:grpSpPr>
              <a:xfrm rot="1502807">
                <a:off x="7805181" y="4457010"/>
                <a:ext cx="1251098" cy="782722"/>
                <a:chOff x="6880435" y="4156402"/>
                <a:chExt cx="650771" cy="407141"/>
              </a:xfrm>
            </p:grpSpPr>
            <p:sp>
              <p:nvSpPr>
                <p:cNvPr id="1232" name="Google Shape;1232;p9"/>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9"/>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9"/>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9"/>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6" name="Google Shape;1236;p9"/>
              <p:cNvGrpSpPr/>
              <p:nvPr/>
            </p:nvGrpSpPr>
            <p:grpSpPr>
              <a:xfrm rot="-10201885">
                <a:off x="-527256" y="3442705"/>
                <a:ext cx="1071880" cy="771551"/>
                <a:chOff x="5859955" y="1906764"/>
                <a:chExt cx="497056" cy="357770"/>
              </a:xfrm>
            </p:grpSpPr>
            <p:sp>
              <p:nvSpPr>
                <p:cNvPr id="1237" name="Google Shape;1237;p9"/>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9"/>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9"/>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9"/>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9"/>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9"/>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9"/>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9"/>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9"/>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9"/>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9"/>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9"/>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9"/>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9"/>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9"/>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9"/>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9"/>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9"/>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9"/>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56" name="Google Shape;1256;p9"/>
            <p:cNvGrpSpPr/>
            <p:nvPr/>
          </p:nvGrpSpPr>
          <p:grpSpPr>
            <a:xfrm rot="621006">
              <a:off x="862358" y="4314385"/>
              <a:ext cx="516793" cy="309327"/>
              <a:chOff x="4884983" y="2824599"/>
              <a:chExt cx="253545" cy="151760"/>
            </a:xfrm>
          </p:grpSpPr>
          <p:sp>
            <p:nvSpPr>
              <p:cNvPr id="1257" name="Google Shape;1257;p9"/>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9"/>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9"/>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9"/>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9"/>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9"/>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9"/>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9"/>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9"/>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6" name="Google Shape;1266;p9"/>
            <p:cNvGrpSpPr/>
            <p:nvPr/>
          </p:nvGrpSpPr>
          <p:grpSpPr>
            <a:xfrm rot="2201670">
              <a:off x="2494572" y="29354"/>
              <a:ext cx="522030" cy="188202"/>
              <a:chOff x="3781827" y="2039675"/>
              <a:chExt cx="256107" cy="92332"/>
            </a:xfrm>
          </p:grpSpPr>
          <p:sp>
            <p:nvSpPr>
              <p:cNvPr id="1267" name="Google Shape;1267;p9"/>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9"/>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9"/>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9"/>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9"/>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72" name="Google Shape;1272;p9"/>
          <p:cNvSpPr txBox="1"/>
          <p:nvPr>
            <p:ph type="title"/>
          </p:nvPr>
        </p:nvSpPr>
        <p:spPr>
          <a:xfrm>
            <a:off x="713225" y="1596563"/>
            <a:ext cx="4872900" cy="1161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6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273" name="Google Shape;1273;p9"/>
          <p:cNvSpPr txBox="1"/>
          <p:nvPr>
            <p:ph idx="1" type="subTitle"/>
          </p:nvPr>
        </p:nvSpPr>
        <p:spPr>
          <a:xfrm>
            <a:off x="713225" y="2689663"/>
            <a:ext cx="4872900" cy="67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74" name="Google Shape;1274;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75" name="Shape 1275"/>
        <p:cNvGrpSpPr/>
        <p:nvPr/>
      </p:nvGrpSpPr>
      <p:grpSpPr>
        <a:xfrm>
          <a:off x="0" y="0"/>
          <a:ext cx="0" cy="0"/>
          <a:chOff x="0" y="0"/>
          <a:chExt cx="0" cy="0"/>
        </a:xfrm>
      </p:grpSpPr>
      <p:sp>
        <p:nvSpPr>
          <p:cNvPr id="1276" name="Google Shape;1276;p10"/>
          <p:cNvSpPr/>
          <p:nvPr>
            <p:ph idx="2" type="pic"/>
          </p:nvPr>
        </p:nvSpPr>
        <p:spPr>
          <a:xfrm>
            <a:off x="-25" y="-13725"/>
            <a:ext cx="9144000" cy="5157300"/>
          </a:xfrm>
          <a:prstGeom prst="rect">
            <a:avLst/>
          </a:prstGeom>
          <a:noFill/>
          <a:ln>
            <a:noFill/>
          </a:ln>
        </p:spPr>
      </p:sp>
      <p:sp>
        <p:nvSpPr>
          <p:cNvPr id="1277" name="Google Shape;1277;p10"/>
          <p:cNvSpPr txBox="1"/>
          <p:nvPr>
            <p:ph type="title"/>
          </p:nvPr>
        </p:nvSpPr>
        <p:spPr>
          <a:xfrm>
            <a:off x="720000" y="4014450"/>
            <a:ext cx="7704000" cy="572700"/>
          </a:xfrm>
          <a:prstGeom prst="rect">
            <a:avLst/>
          </a:prstGeom>
          <a:solidFill>
            <a:schemeClr val="lt1"/>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278" name="Google Shape;1278;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9" name="Shape 1279"/>
        <p:cNvGrpSpPr/>
        <p:nvPr/>
      </p:nvGrpSpPr>
      <p:grpSpPr>
        <a:xfrm>
          <a:off x="0" y="0"/>
          <a:ext cx="0" cy="0"/>
          <a:chOff x="0" y="0"/>
          <a:chExt cx="0" cy="0"/>
        </a:xfrm>
      </p:grpSpPr>
      <p:pic>
        <p:nvPicPr>
          <p:cNvPr id="1280" name="Google Shape;1280;p11"/>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1281" name="Google Shape;1281;p11"/>
          <p:cNvGrpSpPr/>
          <p:nvPr/>
        </p:nvGrpSpPr>
        <p:grpSpPr>
          <a:xfrm>
            <a:off x="-275710" y="-121388"/>
            <a:ext cx="1741422" cy="3600277"/>
            <a:chOff x="-275710" y="-121388"/>
            <a:chExt cx="1741422" cy="3600277"/>
          </a:xfrm>
        </p:grpSpPr>
        <p:grpSp>
          <p:nvGrpSpPr>
            <p:cNvPr id="1282" name="Google Shape;1282;p11"/>
            <p:cNvGrpSpPr/>
            <p:nvPr/>
          </p:nvGrpSpPr>
          <p:grpSpPr>
            <a:xfrm rot="-3708110">
              <a:off x="598212" y="288305"/>
              <a:ext cx="1053989" cy="207617"/>
              <a:chOff x="4737493" y="4305992"/>
              <a:chExt cx="547410" cy="107830"/>
            </a:xfrm>
          </p:grpSpPr>
          <p:sp>
            <p:nvSpPr>
              <p:cNvPr id="1283" name="Google Shape;1283;p11"/>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1"/>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1"/>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1"/>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11"/>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1"/>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1"/>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1"/>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1"/>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1"/>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1"/>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1"/>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1"/>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6" name="Google Shape;1296;p11"/>
            <p:cNvGrpSpPr/>
            <p:nvPr/>
          </p:nvGrpSpPr>
          <p:grpSpPr>
            <a:xfrm rot="-2367188">
              <a:off x="849166" y="1112591"/>
              <a:ext cx="493112" cy="177777"/>
              <a:chOff x="3781827" y="2039675"/>
              <a:chExt cx="256107" cy="92332"/>
            </a:xfrm>
          </p:grpSpPr>
          <p:sp>
            <p:nvSpPr>
              <p:cNvPr id="1297" name="Google Shape;1297;p11"/>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1"/>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1"/>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1"/>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1"/>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2" name="Google Shape;1302;p11"/>
            <p:cNvGrpSpPr/>
            <p:nvPr/>
          </p:nvGrpSpPr>
          <p:grpSpPr>
            <a:xfrm rot="-1825424">
              <a:off x="-214662" y="2880576"/>
              <a:ext cx="738169" cy="441832"/>
              <a:chOff x="4884983" y="2824599"/>
              <a:chExt cx="253545" cy="151760"/>
            </a:xfrm>
          </p:grpSpPr>
          <p:sp>
            <p:nvSpPr>
              <p:cNvPr id="1303" name="Google Shape;1303;p11"/>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1"/>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1"/>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1"/>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1"/>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1"/>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1"/>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1"/>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1"/>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2" name="Google Shape;1312;p11"/>
            <p:cNvGrpSpPr/>
            <p:nvPr/>
          </p:nvGrpSpPr>
          <p:grpSpPr>
            <a:xfrm rot="-1659384">
              <a:off x="-257632" y="1578682"/>
              <a:ext cx="824112" cy="228854"/>
              <a:chOff x="4799352" y="1342220"/>
              <a:chExt cx="428026" cy="118862"/>
            </a:xfrm>
          </p:grpSpPr>
          <p:sp>
            <p:nvSpPr>
              <p:cNvPr id="1313" name="Google Shape;1313;p11"/>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1"/>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1"/>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11"/>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1"/>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1"/>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1"/>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1"/>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21" name="Google Shape;1321;p11"/>
          <p:cNvGrpSpPr/>
          <p:nvPr/>
        </p:nvGrpSpPr>
        <p:grpSpPr>
          <a:xfrm>
            <a:off x="5163196" y="3073135"/>
            <a:ext cx="4165242" cy="2297702"/>
            <a:chOff x="5163196" y="3073135"/>
            <a:chExt cx="4165242" cy="2297702"/>
          </a:xfrm>
        </p:grpSpPr>
        <p:grpSp>
          <p:nvGrpSpPr>
            <p:cNvPr id="1322" name="Google Shape;1322;p11"/>
            <p:cNvGrpSpPr/>
            <p:nvPr/>
          </p:nvGrpSpPr>
          <p:grpSpPr>
            <a:xfrm rot="2567276">
              <a:off x="8602085" y="3286802"/>
              <a:ext cx="733465" cy="266411"/>
              <a:chOff x="3720033" y="657636"/>
              <a:chExt cx="380942" cy="138367"/>
            </a:xfrm>
          </p:grpSpPr>
          <p:sp>
            <p:nvSpPr>
              <p:cNvPr id="1323" name="Google Shape;1323;p11"/>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1"/>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1"/>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11"/>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11"/>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11"/>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9" name="Google Shape;1329;p11"/>
            <p:cNvGrpSpPr/>
            <p:nvPr/>
          </p:nvGrpSpPr>
          <p:grpSpPr>
            <a:xfrm rot="1269779">
              <a:off x="5213477" y="4844901"/>
              <a:ext cx="711265" cy="411419"/>
              <a:chOff x="7058527" y="2000471"/>
              <a:chExt cx="295968" cy="171198"/>
            </a:xfrm>
          </p:grpSpPr>
          <p:sp>
            <p:nvSpPr>
              <p:cNvPr id="1330" name="Google Shape;1330;p11"/>
              <p:cNvSpPr/>
              <p:nvPr/>
            </p:nvSpPr>
            <p:spPr>
              <a:xfrm>
                <a:off x="7058527" y="2045453"/>
                <a:ext cx="52733" cy="57461"/>
              </a:xfrm>
              <a:custGeom>
                <a:rect b="b" l="l" r="r" t="t"/>
                <a:pathLst>
                  <a:path extrusionOk="0" h="875" w="803">
                    <a:moveTo>
                      <a:pt x="123" y="1"/>
                    </a:moveTo>
                    <a:cubicBezTo>
                      <a:pt x="83" y="1"/>
                      <a:pt x="46" y="8"/>
                      <a:pt x="17" y="31"/>
                    </a:cubicBezTo>
                    <a:cubicBezTo>
                      <a:pt x="4" y="44"/>
                      <a:pt x="0" y="70"/>
                      <a:pt x="7" y="86"/>
                    </a:cubicBezTo>
                    <a:cubicBezTo>
                      <a:pt x="23" y="109"/>
                      <a:pt x="30" y="112"/>
                      <a:pt x="65" y="119"/>
                    </a:cubicBezTo>
                    <a:cubicBezTo>
                      <a:pt x="75" y="119"/>
                      <a:pt x="88" y="109"/>
                      <a:pt x="91" y="102"/>
                    </a:cubicBezTo>
                    <a:lnTo>
                      <a:pt x="101" y="93"/>
                    </a:lnTo>
                    <a:lnTo>
                      <a:pt x="101" y="89"/>
                    </a:lnTo>
                    <a:cubicBezTo>
                      <a:pt x="153" y="106"/>
                      <a:pt x="227" y="119"/>
                      <a:pt x="237" y="119"/>
                    </a:cubicBezTo>
                    <a:cubicBezTo>
                      <a:pt x="298" y="125"/>
                      <a:pt x="360" y="135"/>
                      <a:pt x="421" y="144"/>
                    </a:cubicBezTo>
                    <a:lnTo>
                      <a:pt x="425" y="144"/>
                    </a:lnTo>
                    <a:cubicBezTo>
                      <a:pt x="389" y="378"/>
                      <a:pt x="344" y="605"/>
                      <a:pt x="308" y="835"/>
                    </a:cubicBezTo>
                    <a:cubicBezTo>
                      <a:pt x="302" y="858"/>
                      <a:pt x="321" y="874"/>
                      <a:pt x="339" y="874"/>
                    </a:cubicBezTo>
                    <a:cubicBezTo>
                      <a:pt x="351" y="874"/>
                      <a:pt x="363" y="867"/>
                      <a:pt x="366" y="851"/>
                    </a:cubicBezTo>
                    <a:cubicBezTo>
                      <a:pt x="444" y="630"/>
                      <a:pt x="496" y="387"/>
                      <a:pt x="528" y="164"/>
                    </a:cubicBezTo>
                    <a:cubicBezTo>
                      <a:pt x="593" y="170"/>
                      <a:pt x="658" y="183"/>
                      <a:pt x="723" y="187"/>
                    </a:cubicBezTo>
                    <a:cubicBezTo>
                      <a:pt x="724" y="187"/>
                      <a:pt x="725" y="187"/>
                      <a:pt x="726" y="187"/>
                    </a:cubicBezTo>
                    <a:cubicBezTo>
                      <a:pt x="788" y="187"/>
                      <a:pt x="803" y="86"/>
                      <a:pt x="745" y="73"/>
                    </a:cubicBezTo>
                    <a:cubicBezTo>
                      <a:pt x="600" y="51"/>
                      <a:pt x="454" y="41"/>
                      <a:pt x="308" y="25"/>
                    </a:cubicBezTo>
                    <a:cubicBezTo>
                      <a:pt x="253" y="19"/>
                      <a:pt x="185" y="1"/>
                      <a:pt x="1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1"/>
              <p:cNvSpPr/>
              <p:nvPr/>
            </p:nvSpPr>
            <p:spPr>
              <a:xfrm>
                <a:off x="7101671" y="2074019"/>
                <a:ext cx="26399" cy="6304"/>
              </a:xfrm>
              <a:custGeom>
                <a:rect b="b" l="l" r="r" t="t"/>
                <a:pathLst>
                  <a:path extrusionOk="0" h="96" w="402">
                    <a:moveTo>
                      <a:pt x="344" y="1"/>
                    </a:moveTo>
                    <a:cubicBezTo>
                      <a:pt x="343" y="1"/>
                      <a:pt x="342" y="1"/>
                      <a:pt x="341" y="1"/>
                    </a:cubicBezTo>
                    <a:cubicBezTo>
                      <a:pt x="244" y="11"/>
                      <a:pt x="147" y="11"/>
                      <a:pt x="50" y="11"/>
                    </a:cubicBezTo>
                    <a:cubicBezTo>
                      <a:pt x="1" y="11"/>
                      <a:pt x="1" y="89"/>
                      <a:pt x="50" y="89"/>
                    </a:cubicBezTo>
                    <a:cubicBezTo>
                      <a:pt x="147" y="89"/>
                      <a:pt x="244" y="92"/>
                      <a:pt x="341" y="95"/>
                    </a:cubicBezTo>
                    <a:cubicBezTo>
                      <a:pt x="343" y="95"/>
                      <a:pt x="345" y="95"/>
                      <a:pt x="347" y="95"/>
                    </a:cubicBezTo>
                    <a:cubicBezTo>
                      <a:pt x="402" y="95"/>
                      <a:pt x="401" y="1"/>
                      <a:pt x="3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1"/>
              <p:cNvSpPr/>
              <p:nvPr/>
            </p:nvSpPr>
            <p:spPr>
              <a:xfrm>
                <a:off x="7105939" y="2062593"/>
                <a:ext cx="30734" cy="5976"/>
              </a:xfrm>
              <a:custGeom>
                <a:rect b="b" l="l" r="r" t="t"/>
                <a:pathLst>
                  <a:path extrusionOk="0" h="91" w="468">
                    <a:moveTo>
                      <a:pt x="49" y="0"/>
                    </a:moveTo>
                    <a:cubicBezTo>
                      <a:pt x="1" y="0"/>
                      <a:pt x="7" y="68"/>
                      <a:pt x="49" y="71"/>
                    </a:cubicBezTo>
                    <a:cubicBezTo>
                      <a:pt x="169" y="81"/>
                      <a:pt x="289" y="88"/>
                      <a:pt x="412" y="91"/>
                    </a:cubicBezTo>
                    <a:cubicBezTo>
                      <a:pt x="467" y="91"/>
                      <a:pt x="467" y="3"/>
                      <a:pt x="412" y="3"/>
                    </a:cubicBezTo>
                    <a:cubicBezTo>
                      <a:pt x="292" y="0"/>
                      <a:pt x="172" y="0"/>
                      <a:pt x="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1"/>
              <p:cNvSpPr/>
              <p:nvPr/>
            </p:nvSpPr>
            <p:spPr>
              <a:xfrm>
                <a:off x="7135161" y="2047949"/>
                <a:ext cx="52142" cy="55557"/>
              </a:xfrm>
              <a:custGeom>
                <a:rect b="b" l="l" r="r" t="t"/>
                <a:pathLst>
                  <a:path extrusionOk="0" h="846" w="794">
                    <a:moveTo>
                      <a:pt x="208" y="1"/>
                    </a:moveTo>
                    <a:cubicBezTo>
                      <a:pt x="142" y="1"/>
                      <a:pt x="77" y="26"/>
                      <a:pt x="26" y="84"/>
                    </a:cubicBezTo>
                    <a:cubicBezTo>
                      <a:pt x="1" y="111"/>
                      <a:pt x="24" y="146"/>
                      <a:pt x="53" y="146"/>
                    </a:cubicBezTo>
                    <a:cubicBezTo>
                      <a:pt x="62" y="146"/>
                      <a:pt x="72" y="143"/>
                      <a:pt x="81" y="136"/>
                    </a:cubicBezTo>
                    <a:cubicBezTo>
                      <a:pt x="123" y="100"/>
                      <a:pt x="165" y="85"/>
                      <a:pt x="203" y="85"/>
                    </a:cubicBezTo>
                    <a:cubicBezTo>
                      <a:pt x="331" y="85"/>
                      <a:pt x="426" y="249"/>
                      <a:pt x="388" y="388"/>
                    </a:cubicBezTo>
                    <a:cubicBezTo>
                      <a:pt x="346" y="534"/>
                      <a:pt x="213" y="628"/>
                      <a:pt x="81" y="686"/>
                    </a:cubicBezTo>
                    <a:cubicBezTo>
                      <a:pt x="32" y="709"/>
                      <a:pt x="42" y="793"/>
                      <a:pt x="97" y="800"/>
                    </a:cubicBezTo>
                    <a:cubicBezTo>
                      <a:pt x="231" y="826"/>
                      <a:pt x="373" y="846"/>
                      <a:pt x="513" y="846"/>
                    </a:cubicBezTo>
                    <a:cubicBezTo>
                      <a:pt x="583" y="846"/>
                      <a:pt x="652" y="841"/>
                      <a:pt x="719" y="829"/>
                    </a:cubicBezTo>
                    <a:cubicBezTo>
                      <a:pt x="793" y="816"/>
                      <a:pt x="771" y="716"/>
                      <a:pt x="706" y="716"/>
                    </a:cubicBezTo>
                    <a:cubicBezTo>
                      <a:pt x="560" y="712"/>
                      <a:pt x="424" y="716"/>
                      <a:pt x="281" y="703"/>
                    </a:cubicBezTo>
                    <a:cubicBezTo>
                      <a:pt x="437" y="583"/>
                      <a:pt x="554" y="408"/>
                      <a:pt x="486" y="200"/>
                    </a:cubicBezTo>
                    <a:cubicBezTo>
                      <a:pt x="446" y="82"/>
                      <a:pt x="326" y="1"/>
                      <a:pt x="2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1"/>
              <p:cNvSpPr/>
              <p:nvPr/>
            </p:nvSpPr>
            <p:spPr>
              <a:xfrm>
                <a:off x="7197414" y="2048737"/>
                <a:ext cx="53258" cy="54703"/>
              </a:xfrm>
              <a:custGeom>
                <a:rect b="b" l="l" r="r" t="t"/>
                <a:pathLst>
                  <a:path extrusionOk="0" h="833" w="811">
                    <a:moveTo>
                      <a:pt x="171" y="1"/>
                    </a:moveTo>
                    <a:cubicBezTo>
                      <a:pt x="112" y="1"/>
                      <a:pt x="56" y="26"/>
                      <a:pt x="17" y="78"/>
                    </a:cubicBezTo>
                    <a:cubicBezTo>
                      <a:pt x="0" y="107"/>
                      <a:pt x="24" y="134"/>
                      <a:pt x="51" y="134"/>
                    </a:cubicBezTo>
                    <a:cubicBezTo>
                      <a:pt x="61" y="134"/>
                      <a:pt x="70" y="131"/>
                      <a:pt x="79" y="124"/>
                    </a:cubicBezTo>
                    <a:cubicBezTo>
                      <a:pt x="107" y="100"/>
                      <a:pt x="134" y="90"/>
                      <a:pt x="161" y="90"/>
                    </a:cubicBezTo>
                    <a:cubicBezTo>
                      <a:pt x="191" y="90"/>
                      <a:pt x="220" y="102"/>
                      <a:pt x="250" y="120"/>
                    </a:cubicBezTo>
                    <a:cubicBezTo>
                      <a:pt x="205" y="286"/>
                      <a:pt x="179" y="483"/>
                      <a:pt x="179" y="658"/>
                    </a:cubicBezTo>
                    <a:cubicBezTo>
                      <a:pt x="179" y="691"/>
                      <a:pt x="202" y="707"/>
                      <a:pt x="227" y="707"/>
                    </a:cubicBezTo>
                    <a:cubicBezTo>
                      <a:pt x="252" y="707"/>
                      <a:pt x="278" y="691"/>
                      <a:pt x="283" y="658"/>
                    </a:cubicBezTo>
                    <a:cubicBezTo>
                      <a:pt x="292" y="496"/>
                      <a:pt x="305" y="331"/>
                      <a:pt x="309" y="169"/>
                    </a:cubicBezTo>
                    <a:cubicBezTo>
                      <a:pt x="380" y="231"/>
                      <a:pt x="445" y="312"/>
                      <a:pt x="500" y="344"/>
                    </a:cubicBezTo>
                    <a:cubicBezTo>
                      <a:pt x="500" y="393"/>
                      <a:pt x="503" y="435"/>
                      <a:pt x="500" y="483"/>
                    </a:cubicBezTo>
                    <a:cubicBezTo>
                      <a:pt x="496" y="532"/>
                      <a:pt x="493" y="577"/>
                      <a:pt x="487" y="626"/>
                    </a:cubicBezTo>
                    <a:cubicBezTo>
                      <a:pt x="483" y="642"/>
                      <a:pt x="483" y="691"/>
                      <a:pt x="477" y="716"/>
                    </a:cubicBezTo>
                    <a:cubicBezTo>
                      <a:pt x="464" y="720"/>
                      <a:pt x="454" y="726"/>
                      <a:pt x="448" y="736"/>
                    </a:cubicBezTo>
                    <a:cubicBezTo>
                      <a:pt x="448" y="739"/>
                      <a:pt x="445" y="739"/>
                      <a:pt x="445" y="742"/>
                    </a:cubicBezTo>
                    <a:cubicBezTo>
                      <a:pt x="435" y="762"/>
                      <a:pt x="435" y="781"/>
                      <a:pt x="445" y="797"/>
                    </a:cubicBezTo>
                    <a:cubicBezTo>
                      <a:pt x="445" y="801"/>
                      <a:pt x="448" y="801"/>
                      <a:pt x="448" y="804"/>
                    </a:cubicBezTo>
                    <a:cubicBezTo>
                      <a:pt x="459" y="821"/>
                      <a:pt x="477" y="833"/>
                      <a:pt x="496" y="833"/>
                    </a:cubicBezTo>
                    <a:cubicBezTo>
                      <a:pt x="506" y="833"/>
                      <a:pt x="516" y="830"/>
                      <a:pt x="526" y="823"/>
                    </a:cubicBezTo>
                    <a:cubicBezTo>
                      <a:pt x="594" y="785"/>
                      <a:pt x="584" y="671"/>
                      <a:pt x="594" y="600"/>
                    </a:cubicBezTo>
                    <a:cubicBezTo>
                      <a:pt x="597" y="522"/>
                      <a:pt x="597" y="444"/>
                      <a:pt x="590" y="367"/>
                    </a:cubicBezTo>
                    <a:lnTo>
                      <a:pt x="590" y="367"/>
                    </a:lnTo>
                    <a:cubicBezTo>
                      <a:pt x="600" y="368"/>
                      <a:pt x="610" y="369"/>
                      <a:pt x="620" y="369"/>
                    </a:cubicBezTo>
                    <a:cubicBezTo>
                      <a:pt x="685" y="369"/>
                      <a:pt x="749" y="341"/>
                      <a:pt x="788" y="279"/>
                    </a:cubicBezTo>
                    <a:cubicBezTo>
                      <a:pt x="811" y="236"/>
                      <a:pt x="770" y="198"/>
                      <a:pt x="731" y="198"/>
                    </a:cubicBezTo>
                    <a:cubicBezTo>
                      <a:pt x="714" y="198"/>
                      <a:pt x="698" y="204"/>
                      <a:pt x="688" y="221"/>
                    </a:cubicBezTo>
                    <a:cubicBezTo>
                      <a:pt x="667" y="252"/>
                      <a:pt x="641" y="266"/>
                      <a:pt x="613" y="266"/>
                    </a:cubicBezTo>
                    <a:cubicBezTo>
                      <a:pt x="597" y="266"/>
                      <a:pt x="581" y="261"/>
                      <a:pt x="564" y="253"/>
                    </a:cubicBezTo>
                    <a:cubicBezTo>
                      <a:pt x="564" y="250"/>
                      <a:pt x="564" y="247"/>
                      <a:pt x="561" y="247"/>
                    </a:cubicBezTo>
                    <a:cubicBezTo>
                      <a:pt x="559" y="228"/>
                      <a:pt x="543" y="221"/>
                      <a:pt x="528" y="221"/>
                    </a:cubicBezTo>
                    <a:cubicBezTo>
                      <a:pt x="523" y="221"/>
                      <a:pt x="517" y="222"/>
                      <a:pt x="513" y="224"/>
                    </a:cubicBezTo>
                    <a:cubicBezTo>
                      <a:pt x="422" y="166"/>
                      <a:pt x="331" y="52"/>
                      <a:pt x="276" y="26"/>
                    </a:cubicBezTo>
                    <a:cubicBezTo>
                      <a:pt x="242" y="10"/>
                      <a:pt x="206" y="1"/>
                      <a:pt x="1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1"/>
              <p:cNvSpPr/>
              <p:nvPr/>
            </p:nvSpPr>
            <p:spPr>
              <a:xfrm>
                <a:off x="7259668" y="2000471"/>
                <a:ext cx="94827" cy="137316"/>
              </a:xfrm>
              <a:custGeom>
                <a:rect b="b" l="l" r="r" t="t"/>
                <a:pathLst>
                  <a:path extrusionOk="0" h="2091" w="1444">
                    <a:moveTo>
                      <a:pt x="803" y="0"/>
                    </a:moveTo>
                    <a:cubicBezTo>
                      <a:pt x="666" y="0"/>
                      <a:pt x="526" y="13"/>
                      <a:pt x="408" y="13"/>
                    </a:cubicBezTo>
                    <a:cubicBezTo>
                      <a:pt x="401" y="13"/>
                      <a:pt x="394" y="13"/>
                      <a:pt x="387" y="13"/>
                    </a:cubicBezTo>
                    <a:cubicBezTo>
                      <a:pt x="349" y="13"/>
                      <a:pt x="323" y="46"/>
                      <a:pt x="323" y="78"/>
                    </a:cubicBezTo>
                    <a:cubicBezTo>
                      <a:pt x="326" y="395"/>
                      <a:pt x="410" y="703"/>
                      <a:pt x="410" y="1021"/>
                    </a:cubicBezTo>
                    <a:cubicBezTo>
                      <a:pt x="410" y="1302"/>
                      <a:pt x="371" y="1578"/>
                      <a:pt x="294" y="1843"/>
                    </a:cubicBezTo>
                    <a:cubicBezTo>
                      <a:pt x="183" y="1562"/>
                      <a:pt x="122" y="1273"/>
                      <a:pt x="89" y="969"/>
                    </a:cubicBezTo>
                    <a:cubicBezTo>
                      <a:pt x="88" y="941"/>
                      <a:pt x="65" y="927"/>
                      <a:pt x="43" y="927"/>
                    </a:cubicBezTo>
                    <a:cubicBezTo>
                      <a:pt x="21" y="927"/>
                      <a:pt x="0" y="941"/>
                      <a:pt x="2" y="969"/>
                    </a:cubicBezTo>
                    <a:cubicBezTo>
                      <a:pt x="25" y="1341"/>
                      <a:pt x="112" y="1694"/>
                      <a:pt x="245" y="2048"/>
                    </a:cubicBezTo>
                    <a:cubicBezTo>
                      <a:pt x="255" y="2076"/>
                      <a:pt x="280" y="2090"/>
                      <a:pt x="305" y="2090"/>
                    </a:cubicBezTo>
                    <a:cubicBezTo>
                      <a:pt x="329" y="2090"/>
                      <a:pt x="354" y="2076"/>
                      <a:pt x="365" y="2048"/>
                    </a:cubicBezTo>
                    <a:cubicBezTo>
                      <a:pt x="459" y="1782"/>
                      <a:pt x="517" y="1513"/>
                      <a:pt x="537" y="1238"/>
                    </a:cubicBezTo>
                    <a:cubicBezTo>
                      <a:pt x="815" y="1247"/>
                      <a:pt x="1094" y="1254"/>
                      <a:pt x="1376" y="1254"/>
                    </a:cubicBezTo>
                    <a:cubicBezTo>
                      <a:pt x="1444" y="1247"/>
                      <a:pt x="1444" y="1134"/>
                      <a:pt x="1369" y="1134"/>
                    </a:cubicBezTo>
                    <a:cubicBezTo>
                      <a:pt x="1094" y="1134"/>
                      <a:pt x="815" y="1140"/>
                      <a:pt x="537" y="1150"/>
                    </a:cubicBezTo>
                    <a:cubicBezTo>
                      <a:pt x="540" y="1047"/>
                      <a:pt x="540" y="946"/>
                      <a:pt x="533" y="839"/>
                    </a:cubicBezTo>
                    <a:cubicBezTo>
                      <a:pt x="524" y="713"/>
                      <a:pt x="397" y="298"/>
                      <a:pt x="452" y="208"/>
                    </a:cubicBezTo>
                    <a:cubicBezTo>
                      <a:pt x="486" y="151"/>
                      <a:pt x="537" y="140"/>
                      <a:pt x="594" y="140"/>
                    </a:cubicBezTo>
                    <a:cubicBezTo>
                      <a:pt x="637" y="140"/>
                      <a:pt x="682" y="146"/>
                      <a:pt x="728" y="146"/>
                    </a:cubicBezTo>
                    <a:cubicBezTo>
                      <a:pt x="752" y="146"/>
                      <a:pt x="855" y="148"/>
                      <a:pt x="939" y="148"/>
                    </a:cubicBezTo>
                    <a:cubicBezTo>
                      <a:pt x="1002" y="148"/>
                      <a:pt x="1055" y="147"/>
                      <a:pt x="1055" y="143"/>
                    </a:cubicBezTo>
                    <a:cubicBezTo>
                      <a:pt x="1058" y="184"/>
                      <a:pt x="1091" y="205"/>
                      <a:pt x="1123" y="205"/>
                    </a:cubicBezTo>
                    <a:cubicBezTo>
                      <a:pt x="1154" y="205"/>
                      <a:pt x="1184" y="184"/>
                      <a:pt x="1184" y="143"/>
                    </a:cubicBezTo>
                    <a:lnTo>
                      <a:pt x="1184" y="110"/>
                    </a:lnTo>
                    <a:cubicBezTo>
                      <a:pt x="1184" y="91"/>
                      <a:pt x="1171" y="62"/>
                      <a:pt x="1152" y="55"/>
                    </a:cubicBezTo>
                    <a:cubicBezTo>
                      <a:pt x="1052" y="11"/>
                      <a:pt x="929" y="0"/>
                      <a:pt x="8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1"/>
              <p:cNvSpPr/>
              <p:nvPr/>
            </p:nvSpPr>
            <p:spPr>
              <a:xfrm>
                <a:off x="7299134" y="2024177"/>
                <a:ext cx="48333" cy="34739"/>
              </a:xfrm>
              <a:custGeom>
                <a:rect b="b" l="l" r="r" t="t"/>
                <a:pathLst>
                  <a:path extrusionOk="0" h="529" w="736">
                    <a:moveTo>
                      <a:pt x="332" y="107"/>
                    </a:moveTo>
                    <a:cubicBezTo>
                      <a:pt x="385" y="107"/>
                      <a:pt x="434" y="133"/>
                      <a:pt x="441" y="193"/>
                    </a:cubicBezTo>
                    <a:cubicBezTo>
                      <a:pt x="452" y="300"/>
                      <a:pt x="348" y="317"/>
                      <a:pt x="256" y="317"/>
                    </a:cubicBezTo>
                    <a:cubicBezTo>
                      <a:pt x="245" y="317"/>
                      <a:pt x="234" y="317"/>
                      <a:pt x="224" y="316"/>
                    </a:cubicBezTo>
                    <a:cubicBezTo>
                      <a:pt x="214" y="307"/>
                      <a:pt x="201" y="297"/>
                      <a:pt x="198" y="284"/>
                    </a:cubicBezTo>
                    <a:cubicBezTo>
                      <a:pt x="139" y="180"/>
                      <a:pt x="242" y="107"/>
                      <a:pt x="332" y="107"/>
                    </a:cubicBezTo>
                    <a:close/>
                    <a:moveTo>
                      <a:pt x="327" y="0"/>
                    </a:moveTo>
                    <a:cubicBezTo>
                      <a:pt x="259" y="0"/>
                      <a:pt x="191" y="21"/>
                      <a:pt x="146" y="60"/>
                    </a:cubicBezTo>
                    <a:cubicBezTo>
                      <a:pt x="0" y="196"/>
                      <a:pt x="85" y="381"/>
                      <a:pt x="240" y="456"/>
                    </a:cubicBezTo>
                    <a:cubicBezTo>
                      <a:pt x="312" y="491"/>
                      <a:pt x="422" y="529"/>
                      <a:pt x="522" y="529"/>
                    </a:cubicBezTo>
                    <a:cubicBezTo>
                      <a:pt x="603" y="529"/>
                      <a:pt x="677" y="504"/>
                      <a:pt x="716" y="433"/>
                    </a:cubicBezTo>
                    <a:cubicBezTo>
                      <a:pt x="736" y="394"/>
                      <a:pt x="700" y="353"/>
                      <a:pt x="664" y="353"/>
                    </a:cubicBezTo>
                    <a:cubicBezTo>
                      <a:pt x="652" y="353"/>
                      <a:pt x="639" y="358"/>
                      <a:pt x="629" y="368"/>
                    </a:cubicBezTo>
                    <a:cubicBezTo>
                      <a:pt x="598" y="399"/>
                      <a:pt x="548" y="413"/>
                      <a:pt x="493" y="413"/>
                    </a:cubicBezTo>
                    <a:cubicBezTo>
                      <a:pt x="451" y="413"/>
                      <a:pt x="405" y="405"/>
                      <a:pt x="363" y="391"/>
                    </a:cubicBezTo>
                    <a:cubicBezTo>
                      <a:pt x="473" y="375"/>
                      <a:pt x="567" y="316"/>
                      <a:pt x="564" y="183"/>
                    </a:cubicBezTo>
                    <a:cubicBezTo>
                      <a:pt x="560" y="59"/>
                      <a:pt x="443" y="0"/>
                      <a:pt x="3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1"/>
              <p:cNvSpPr/>
              <p:nvPr/>
            </p:nvSpPr>
            <p:spPr>
              <a:xfrm>
                <a:off x="7288299" y="2102978"/>
                <a:ext cx="56082" cy="68691"/>
              </a:xfrm>
              <a:custGeom>
                <a:rect b="b" l="l" r="r" t="t"/>
                <a:pathLst>
                  <a:path extrusionOk="0" h="1046" w="854">
                    <a:moveTo>
                      <a:pt x="456" y="89"/>
                    </a:moveTo>
                    <a:cubicBezTo>
                      <a:pt x="468" y="89"/>
                      <a:pt x="481" y="90"/>
                      <a:pt x="493" y="91"/>
                    </a:cubicBezTo>
                    <a:cubicBezTo>
                      <a:pt x="522" y="150"/>
                      <a:pt x="525" y="208"/>
                      <a:pt x="493" y="270"/>
                    </a:cubicBezTo>
                    <a:cubicBezTo>
                      <a:pt x="468" y="322"/>
                      <a:pt x="412" y="365"/>
                      <a:pt x="359" y="365"/>
                    </a:cubicBezTo>
                    <a:cubicBezTo>
                      <a:pt x="327" y="365"/>
                      <a:pt x="296" y="349"/>
                      <a:pt x="275" y="308"/>
                    </a:cubicBezTo>
                    <a:cubicBezTo>
                      <a:pt x="230" y="218"/>
                      <a:pt x="298" y="121"/>
                      <a:pt x="389" y="98"/>
                    </a:cubicBezTo>
                    <a:cubicBezTo>
                      <a:pt x="411" y="92"/>
                      <a:pt x="434" y="89"/>
                      <a:pt x="456" y="89"/>
                    </a:cubicBezTo>
                    <a:close/>
                    <a:moveTo>
                      <a:pt x="446" y="624"/>
                    </a:moveTo>
                    <a:cubicBezTo>
                      <a:pt x="501" y="766"/>
                      <a:pt x="501" y="930"/>
                      <a:pt x="334" y="930"/>
                    </a:cubicBezTo>
                    <a:cubicBezTo>
                      <a:pt x="237" y="930"/>
                      <a:pt x="146" y="820"/>
                      <a:pt x="175" y="726"/>
                    </a:cubicBezTo>
                    <a:cubicBezTo>
                      <a:pt x="192" y="672"/>
                      <a:pt x="234" y="650"/>
                      <a:pt x="279" y="650"/>
                    </a:cubicBezTo>
                    <a:cubicBezTo>
                      <a:pt x="309" y="650"/>
                      <a:pt x="342" y="661"/>
                      <a:pt x="369" y="678"/>
                    </a:cubicBezTo>
                    <a:cubicBezTo>
                      <a:pt x="378" y="683"/>
                      <a:pt x="386" y="686"/>
                      <a:pt x="395" y="686"/>
                    </a:cubicBezTo>
                    <a:cubicBezTo>
                      <a:pt x="424" y="686"/>
                      <a:pt x="451" y="654"/>
                      <a:pt x="446" y="624"/>
                    </a:cubicBezTo>
                    <a:close/>
                    <a:moveTo>
                      <a:pt x="416" y="0"/>
                    </a:moveTo>
                    <a:cubicBezTo>
                      <a:pt x="359" y="0"/>
                      <a:pt x="303" y="17"/>
                      <a:pt x="253" y="56"/>
                    </a:cubicBezTo>
                    <a:cubicBezTo>
                      <a:pt x="152" y="137"/>
                      <a:pt x="120" y="279"/>
                      <a:pt x="198" y="383"/>
                    </a:cubicBezTo>
                    <a:cubicBezTo>
                      <a:pt x="237" y="441"/>
                      <a:pt x="295" y="467"/>
                      <a:pt x="356" y="474"/>
                    </a:cubicBezTo>
                    <a:cubicBezTo>
                      <a:pt x="387" y="507"/>
                      <a:pt x="416" y="555"/>
                      <a:pt x="438" y="606"/>
                    </a:cubicBezTo>
                    <a:lnTo>
                      <a:pt x="438" y="606"/>
                    </a:lnTo>
                    <a:cubicBezTo>
                      <a:pt x="402" y="555"/>
                      <a:pt x="346" y="532"/>
                      <a:pt x="289" y="532"/>
                    </a:cubicBezTo>
                    <a:cubicBezTo>
                      <a:pt x="219" y="532"/>
                      <a:pt x="147" y="565"/>
                      <a:pt x="104" y="623"/>
                    </a:cubicBezTo>
                    <a:cubicBezTo>
                      <a:pt x="0" y="755"/>
                      <a:pt x="84" y="950"/>
                      <a:pt x="227" y="1018"/>
                    </a:cubicBezTo>
                    <a:cubicBezTo>
                      <a:pt x="264" y="1037"/>
                      <a:pt x="301" y="1045"/>
                      <a:pt x="337" y="1045"/>
                    </a:cubicBezTo>
                    <a:cubicBezTo>
                      <a:pt x="450" y="1045"/>
                      <a:pt x="550" y="960"/>
                      <a:pt x="577" y="840"/>
                    </a:cubicBezTo>
                    <a:cubicBezTo>
                      <a:pt x="606" y="710"/>
                      <a:pt x="554" y="555"/>
                      <a:pt x="457" y="457"/>
                    </a:cubicBezTo>
                    <a:cubicBezTo>
                      <a:pt x="473" y="448"/>
                      <a:pt x="493" y="441"/>
                      <a:pt x="509" y="428"/>
                    </a:cubicBezTo>
                    <a:cubicBezTo>
                      <a:pt x="599" y="360"/>
                      <a:pt x="635" y="247"/>
                      <a:pt x="619" y="140"/>
                    </a:cubicBezTo>
                    <a:lnTo>
                      <a:pt x="619" y="140"/>
                    </a:lnTo>
                    <a:cubicBezTo>
                      <a:pt x="636" y="143"/>
                      <a:pt x="652" y="144"/>
                      <a:pt x="669" y="144"/>
                    </a:cubicBezTo>
                    <a:cubicBezTo>
                      <a:pt x="711" y="144"/>
                      <a:pt x="753" y="135"/>
                      <a:pt x="800" y="124"/>
                    </a:cubicBezTo>
                    <a:cubicBezTo>
                      <a:pt x="853" y="106"/>
                      <a:pt x="834" y="24"/>
                      <a:pt x="784" y="24"/>
                    </a:cubicBezTo>
                    <a:cubicBezTo>
                      <a:pt x="779" y="24"/>
                      <a:pt x="773" y="25"/>
                      <a:pt x="768" y="27"/>
                    </a:cubicBezTo>
                    <a:cubicBezTo>
                      <a:pt x="732" y="36"/>
                      <a:pt x="698" y="41"/>
                      <a:pt x="664" y="41"/>
                    </a:cubicBezTo>
                    <a:cubicBezTo>
                      <a:pt x="629" y="41"/>
                      <a:pt x="595" y="36"/>
                      <a:pt x="557" y="27"/>
                    </a:cubicBezTo>
                    <a:lnTo>
                      <a:pt x="544" y="27"/>
                    </a:lnTo>
                    <a:cubicBezTo>
                      <a:pt x="502" y="10"/>
                      <a:pt x="459"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8" name="Google Shape;1338;p11"/>
            <p:cNvGrpSpPr/>
            <p:nvPr/>
          </p:nvGrpSpPr>
          <p:grpSpPr>
            <a:xfrm rot="-1433375">
              <a:off x="6873471" y="4370016"/>
              <a:ext cx="1581361" cy="467963"/>
              <a:chOff x="5813594" y="2813041"/>
              <a:chExt cx="591605" cy="175073"/>
            </a:xfrm>
          </p:grpSpPr>
          <p:sp>
            <p:nvSpPr>
              <p:cNvPr id="1339" name="Google Shape;1339;p11"/>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1"/>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1"/>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1"/>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1"/>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1"/>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1"/>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1"/>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1"/>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1"/>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1"/>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1"/>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1"/>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1"/>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1"/>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54" name="Google Shape;1354;p11"/>
          <p:cNvGrpSpPr/>
          <p:nvPr/>
        </p:nvGrpSpPr>
        <p:grpSpPr>
          <a:xfrm>
            <a:off x="6034630" y="1994407"/>
            <a:ext cx="3605591" cy="3858000"/>
            <a:chOff x="6034630" y="1994407"/>
            <a:chExt cx="3605591" cy="3858000"/>
          </a:xfrm>
        </p:grpSpPr>
        <p:grpSp>
          <p:nvGrpSpPr>
            <p:cNvPr id="1355" name="Google Shape;1355;p11"/>
            <p:cNvGrpSpPr/>
            <p:nvPr/>
          </p:nvGrpSpPr>
          <p:grpSpPr>
            <a:xfrm rot="2700000">
              <a:off x="8120522" y="3326938"/>
              <a:ext cx="1410591" cy="892890"/>
              <a:chOff x="4808808" y="1957984"/>
              <a:chExt cx="404920" cy="256310"/>
            </a:xfrm>
          </p:grpSpPr>
          <p:sp>
            <p:nvSpPr>
              <p:cNvPr id="1356" name="Google Shape;1356;p11"/>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1"/>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8" name="Google Shape;1358;p11"/>
            <p:cNvGrpSpPr/>
            <p:nvPr/>
          </p:nvGrpSpPr>
          <p:grpSpPr>
            <a:xfrm rot="-1982480">
              <a:off x="8632690" y="2101659"/>
              <a:ext cx="672277" cy="940201"/>
              <a:chOff x="3735990" y="4115688"/>
              <a:chExt cx="349166" cy="488320"/>
            </a:xfrm>
          </p:grpSpPr>
          <p:sp>
            <p:nvSpPr>
              <p:cNvPr id="1359" name="Google Shape;1359;p11"/>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1"/>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1"/>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1"/>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1"/>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1"/>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1"/>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1"/>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1"/>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1"/>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1"/>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1"/>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1"/>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11"/>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11"/>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1"/>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11"/>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11"/>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1"/>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1"/>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1"/>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0" name="Google Shape;1380;p11"/>
            <p:cNvGrpSpPr/>
            <p:nvPr/>
          </p:nvGrpSpPr>
          <p:grpSpPr>
            <a:xfrm rot="1825564">
              <a:off x="7972365" y="4672993"/>
              <a:ext cx="1513122" cy="855162"/>
              <a:chOff x="4710963" y="556836"/>
              <a:chExt cx="599550" cy="338855"/>
            </a:xfrm>
          </p:grpSpPr>
          <p:sp>
            <p:nvSpPr>
              <p:cNvPr id="1381" name="Google Shape;1381;p11"/>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1"/>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1"/>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1"/>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5" name="Google Shape;1385;p11"/>
            <p:cNvGrpSpPr/>
            <p:nvPr/>
          </p:nvGrpSpPr>
          <p:grpSpPr>
            <a:xfrm>
              <a:off x="6034630" y="4730369"/>
              <a:ext cx="811812" cy="740418"/>
              <a:chOff x="5882939" y="3323344"/>
              <a:chExt cx="444901" cy="405775"/>
            </a:xfrm>
          </p:grpSpPr>
          <p:sp>
            <p:nvSpPr>
              <p:cNvPr id="1386" name="Google Shape;1386;p11"/>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1"/>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1"/>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1"/>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90" name="Google Shape;1390;p11"/>
          <p:cNvGrpSpPr/>
          <p:nvPr/>
        </p:nvGrpSpPr>
        <p:grpSpPr>
          <a:xfrm>
            <a:off x="-362809" y="-601541"/>
            <a:ext cx="3675444" cy="5095293"/>
            <a:chOff x="-362809" y="-601541"/>
            <a:chExt cx="3675444" cy="5095293"/>
          </a:xfrm>
        </p:grpSpPr>
        <p:sp>
          <p:nvSpPr>
            <p:cNvPr id="1391" name="Google Shape;1391;p11"/>
            <p:cNvSpPr/>
            <p:nvPr/>
          </p:nvSpPr>
          <p:spPr>
            <a:xfrm rot="1849059">
              <a:off x="2235041" y="-394200"/>
              <a:ext cx="984444" cy="634970"/>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2" name="Google Shape;1392;p11"/>
            <p:cNvGrpSpPr/>
            <p:nvPr/>
          </p:nvGrpSpPr>
          <p:grpSpPr>
            <a:xfrm rot="2179146">
              <a:off x="362678" y="1876478"/>
              <a:ext cx="789052" cy="903211"/>
              <a:chOff x="4838621" y="3330436"/>
              <a:chExt cx="342600" cy="392181"/>
            </a:xfrm>
          </p:grpSpPr>
          <p:sp>
            <p:nvSpPr>
              <p:cNvPr id="1393" name="Google Shape;1393;p11"/>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1"/>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1"/>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1"/>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1"/>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1"/>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1"/>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1"/>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1"/>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1"/>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1"/>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1"/>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11"/>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11"/>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1"/>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1"/>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1"/>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1"/>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1"/>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1"/>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1"/>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1"/>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1"/>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1"/>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1"/>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8" name="Google Shape;1418;p11"/>
            <p:cNvGrpSpPr/>
            <p:nvPr/>
          </p:nvGrpSpPr>
          <p:grpSpPr>
            <a:xfrm rot="-1218756">
              <a:off x="1381996" y="249852"/>
              <a:ext cx="738177" cy="696830"/>
              <a:chOff x="3712416" y="2719728"/>
              <a:chExt cx="383381" cy="361907"/>
            </a:xfrm>
          </p:grpSpPr>
          <p:sp>
            <p:nvSpPr>
              <p:cNvPr id="1419" name="Google Shape;1419;p11"/>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11"/>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1"/>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1"/>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1"/>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1"/>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1"/>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1"/>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11"/>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11"/>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1"/>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1"/>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11"/>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1"/>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11"/>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11"/>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1"/>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1"/>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1"/>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1"/>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11"/>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1"/>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1"/>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2" name="Google Shape;1442;p11"/>
            <p:cNvGrpSpPr/>
            <p:nvPr/>
          </p:nvGrpSpPr>
          <p:grpSpPr>
            <a:xfrm rot="1964156">
              <a:off x="-202992" y="90264"/>
              <a:ext cx="1046684" cy="898494"/>
              <a:chOff x="3639393" y="3293465"/>
              <a:chExt cx="543616" cy="466651"/>
            </a:xfrm>
          </p:grpSpPr>
          <p:sp>
            <p:nvSpPr>
              <p:cNvPr id="1443" name="Google Shape;1443;p11"/>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11"/>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1"/>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11"/>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11"/>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1"/>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1"/>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1"/>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11"/>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11"/>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3" name="Google Shape;1453;p11"/>
            <p:cNvGrpSpPr/>
            <p:nvPr/>
          </p:nvGrpSpPr>
          <p:grpSpPr>
            <a:xfrm rot="1830426">
              <a:off x="-281574" y="3640560"/>
              <a:ext cx="1093998" cy="618309"/>
              <a:chOff x="4710963" y="556836"/>
              <a:chExt cx="599550" cy="338855"/>
            </a:xfrm>
          </p:grpSpPr>
          <p:sp>
            <p:nvSpPr>
              <p:cNvPr id="1454" name="Google Shape;1454;p11"/>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11"/>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11"/>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11"/>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58" name="Google Shape;1458;p11"/>
          <p:cNvSpPr txBox="1"/>
          <p:nvPr>
            <p:ph hasCustomPrompt="1" type="title"/>
          </p:nvPr>
        </p:nvSpPr>
        <p:spPr>
          <a:xfrm>
            <a:off x="1284000" y="1497325"/>
            <a:ext cx="6576000" cy="1276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i="1" sz="72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459" name="Google Shape;1459;p11"/>
          <p:cNvSpPr txBox="1"/>
          <p:nvPr>
            <p:ph idx="1" type="subTitle"/>
          </p:nvPr>
        </p:nvSpPr>
        <p:spPr>
          <a:xfrm>
            <a:off x="1284000" y="2774100"/>
            <a:ext cx="6576000" cy="464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460" name="Google Shape;1460;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461" name="Shape 1461"/>
        <p:cNvGrpSpPr/>
        <p:nvPr/>
      </p:nvGrpSpPr>
      <p:grpSpPr>
        <a:xfrm>
          <a:off x="0" y="0"/>
          <a:ext cx="0" cy="0"/>
          <a:chOff x="0" y="0"/>
          <a:chExt cx="0" cy="0"/>
        </a:xfrm>
      </p:grpSpPr>
      <p:sp>
        <p:nvSpPr>
          <p:cNvPr id="1462" name="Google Shape;1462;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63" name="Shape 1463"/>
        <p:cNvGrpSpPr/>
        <p:nvPr/>
      </p:nvGrpSpPr>
      <p:grpSpPr>
        <a:xfrm>
          <a:off x="0" y="0"/>
          <a:ext cx="0" cy="0"/>
          <a:chOff x="0" y="0"/>
          <a:chExt cx="0" cy="0"/>
        </a:xfrm>
      </p:grpSpPr>
      <p:pic>
        <p:nvPicPr>
          <p:cNvPr id="1464" name="Google Shape;1464;p13"/>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1465" name="Google Shape;1465;p13"/>
          <p:cNvGrpSpPr/>
          <p:nvPr/>
        </p:nvGrpSpPr>
        <p:grpSpPr>
          <a:xfrm>
            <a:off x="-452328" y="-427876"/>
            <a:ext cx="10158126" cy="5773408"/>
            <a:chOff x="-452328" y="-427876"/>
            <a:chExt cx="10158126" cy="5773408"/>
          </a:xfrm>
        </p:grpSpPr>
        <p:grpSp>
          <p:nvGrpSpPr>
            <p:cNvPr id="1466" name="Google Shape;1466;p13"/>
            <p:cNvGrpSpPr/>
            <p:nvPr/>
          </p:nvGrpSpPr>
          <p:grpSpPr>
            <a:xfrm rot="-2463724">
              <a:off x="-305032" y="4185782"/>
              <a:ext cx="787510" cy="743427"/>
              <a:chOff x="3712416" y="2719728"/>
              <a:chExt cx="383381" cy="361907"/>
            </a:xfrm>
          </p:grpSpPr>
          <p:sp>
            <p:nvSpPr>
              <p:cNvPr id="1467" name="Google Shape;1467;p13"/>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3"/>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3"/>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3"/>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3"/>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13"/>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3"/>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3"/>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3"/>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3"/>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3"/>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3"/>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3"/>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3"/>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3"/>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3"/>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3"/>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3"/>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3"/>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3"/>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13"/>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3"/>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3"/>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0" name="Google Shape;1490;p13"/>
            <p:cNvGrpSpPr/>
            <p:nvPr/>
          </p:nvGrpSpPr>
          <p:grpSpPr>
            <a:xfrm rot="8365668">
              <a:off x="224061" y="-115102"/>
              <a:ext cx="1251102" cy="782725"/>
              <a:chOff x="6880435" y="4156402"/>
              <a:chExt cx="650771" cy="407141"/>
            </a:xfrm>
          </p:grpSpPr>
          <p:sp>
            <p:nvSpPr>
              <p:cNvPr id="1491" name="Google Shape;1491;p13"/>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3"/>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3"/>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13"/>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5" name="Google Shape;1495;p13"/>
            <p:cNvGrpSpPr/>
            <p:nvPr/>
          </p:nvGrpSpPr>
          <p:grpSpPr>
            <a:xfrm rot="1830349">
              <a:off x="8512254" y="4355300"/>
              <a:ext cx="1071906" cy="771565"/>
              <a:chOff x="5859955" y="1906764"/>
              <a:chExt cx="497056" cy="357770"/>
            </a:xfrm>
          </p:grpSpPr>
          <p:sp>
            <p:nvSpPr>
              <p:cNvPr id="1496" name="Google Shape;1496;p13"/>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3"/>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3"/>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3"/>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13"/>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13"/>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3"/>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3"/>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3"/>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3"/>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3"/>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3"/>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13"/>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3"/>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3"/>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13"/>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3"/>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3"/>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13"/>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5" name="Google Shape;1515;p13"/>
            <p:cNvGrpSpPr/>
            <p:nvPr/>
          </p:nvGrpSpPr>
          <p:grpSpPr>
            <a:xfrm rot="-7481750">
              <a:off x="8517969" y="-156496"/>
              <a:ext cx="949017" cy="865523"/>
              <a:chOff x="5882939" y="3323344"/>
              <a:chExt cx="444901" cy="405775"/>
            </a:xfrm>
          </p:grpSpPr>
          <p:sp>
            <p:nvSpPr>
              <p:cNvPr id="1516" name="Google Shape;1516;p13"/>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3"/>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13"/>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13"/>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20" name="Google Shape;1520;p13"/>
          <p:cNvGrpSpPr/>
          <p:nvPr/>
        </p:nvGrpSpPr>
        <p:grpSpPr>
          <a:xfrm>
            <a:off x="456935" y="-554508"/>
            <a:ext cx="9321920" cy="6064551"/>
            <a:chOff x="456935" y="-554508"/>
            <a:chExt cx="9321920" cy="6064551"/>
          </a:xfrm>
        </p:grpSpPr>
        <p:grpSp>
          <p:nvGrpSpPr>
            <p:cNvPr id="1521" name="Google Shape;1521;p13"/>
            <p:cNvGrpSpPr/>
            <p:nvPr/>
          </p:nvGrpSpPr>
          <p:grpSpPr>
            <a:xfrm rot="1967023">
              <a:off x="7947257" y="5009377"/>
              <a:ext cx="1107620" cy="218172"/>
              <a:chOff x="4737493" y="4305992"/>
              <a:chExt cx="547410" cy="107830"/>
            </a:xfrm>
          </p:grpSpPr>
          <p:sp>
            <p:nvSpPr>
              <p:cNvPr id="1522" name="Google Shape;1522;p13"/>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3"/>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13"/>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13"/>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13"/>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3"/>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3"/>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13"/>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13"/>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3"/>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13"/>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13"/>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13"/>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5" name="Google Shape;1535;p13"/>
            <p:cNvGrpSpPr/>
            <p:nvPr/>
          </p:nvGrpSpPr>
          <p:grpSpPr>
            <a:xfrm rot="-1936651">
              <a:off x="8731341" y="831414"/>
              <a:ext cx="1045682" cy="309432"/>
              <a:chOff x="5813594" y="2813041"/>
              <a:chExt cx="591605" cy="175073"/>
            </a:xfrm>
          </p:grpSpPr>
          <p:sp>
            <p:nvSpPr>
              <p:cNvPr id="1536" name="Google Shape;1536;p13"/>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3"/>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3"/>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3"/>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13"/>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13"/>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3"/>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3"/>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13"/>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3"/>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3"/>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3"/>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13"/>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3"/>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3"/>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1" name="Google Shape;1551;p13"/>
            <p:cNvGrpSpPr/>
            <p:nvPr/>
          </p:nvGrpSpPr>
          <p:grpSpPr>
            <a:xfrm rot="-4946701">
              <a:off x="7847388" y="-162860"/>
              <a:ext cx="979619" cy="216229"/>
              <a:chOff x="7968422" y="675563"/>
              <a:chExt cx="462304" cy="102049"/>
            </a:xfrm>
          </p:grpSpPr>
          <p:sp>
            <p:nvSpPr>
              <p:cNvPr id="1552" name="Google Shape;1552;p13"/>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13"/>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13"/>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3"/>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13"/>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13"/>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13"/>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13"/>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13"/>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13"/>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13"/>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13"/>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3"/>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5" name="Google Shape;1565;p13"/>
            <p:cNvGrpSpPr/>
            <p:nvPr/>
          </p:nvGrpSpPr>
          <p:grpSpPr>
            <a:xfrm rot="-5138042">
              <a:off x="378094" y="4898155"/>
              <a:ext cx="461598" cy="269558"/>
              <a:chOff x="5999959" y="663349"/>
              <a:chExt cx="216246" cy="126280"/>
            </a:xfrm>
          </p:grpSpPr>
          <p:sp>
            <p:nvSpPr>
              <p:cNvPr id="1566" name="Google Shape;1566;p13"/>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13"/>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3"/>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13"/>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13"/>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13"/>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13"/>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73" name="Google Shape;1573;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1574" name="Google Shape;1574;p13"/>
          <p:cNvSpPr txBox="1"/>
          <p:nvPr>
            <p:ph idx="1" type="subTitle"/>
          </p:nvPr>
        </p:nvSpPr>
        <p:spPr>
          <a:xfrm>
            <a:off x="1482725" y="2140909"/>
            <a:ext cx="2721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75" name="Google Shape;1575;p13"/>
          <p:cNvSpPr txBox="1"/>
          <p:nvPr>
            <p:ph idx="2" type="subTitle"/>
          </p:nvPr>
        </p:nvSpPr>
        <p:spPr>
          <a:xfrm>
            <a:off x="5708826" y="2140909"/>
            <a:ext cx="2721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76" name="Google Shape;1576;p13"/>
          <p:cNvSpPr txBox="1"/>
          <p:nvPr>
            <p:ph idx="3" type="subTitle"/>
          </p:nvPr>
        </p:nvSpPr>
        <p:spPr>
          <a:xfrm>
            <a:off x="1482725" y="3874100"/>
            <a:ext cx="2721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77" name="Google Shape;1577;p13"/>
          <p:cNvSpPr txBox="1"/>
          <p:nvPr>
            <p:ph idx="4" type="subTitle"/>
          </p:nvPr>
        </p:nvSpPr>
        <p:spPr>
          <a:xfrm>
            <a:off x="5708826" y="3874100"/>
            <a:ext cx="2721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78" name="Google Shape;1578;p13"/>
          <p:cNvSpPr txBox="1"/>
          <p:nvPr>
            <p:ph hasCustomPrompt="1" idx="5" type="title"/>
          </p:nvPr>
        </p:nvSpPr>
        <p:spPr>
          <a:xfrm>
            <a:off x="713225" y="1596825"/>
            <a:ext cx="769500" cy="4476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i="1" sz="3900">
                <a:solidFill>
                  <a:schemeClr val="dk2"/>
                </a:solidFill>
              </a:defRPr>
            </a:lvl1pPr>
            <a:lvl2pPr lvl="1" rtl="0">
              <a:spcBef>
                <a:spcPts val="0"/>
              </a:spcBef>
              <a:spcAft>
                <a:spcPts val="0"/>
              </a:spcAft>
              <a:buSzPts val="3000"/>
              <a:buFont typeface="Vazirmatn"/>
              <a:buNone/>
              <a:defRPr sz="3000">
                <a:latin typeface="Vazirmatn"/>
                <a:ea typeface="Vazirmatn"/>
                <a:cs typeface="Vazirmatn"/>
                <a:sym typeface="Vazirmatn"/>
              </a:defRPr>
            </a:lvl2pPr>
            <a:lvl3pPr lvl="2" rtl="0">
              <a:spcBef>
                <a:spcPts val="0"/>
              </a:spcBef>
              <a:spcAft>
                <a:spcPts val="0"/>
              </a:spcAft>
              <a:buSzPts val="3000"/>
              <a:buFont typeface="Vazirmatn"/>
              <a:buNone/>
              <a:defRPr sz="3000">
                <a:latin typeface="Vazirmatn"/>
                <a:ea typeface="Vazirmatn"/>
                <a:cs typeface="Vazirmatn"/>
                <a:sym typeface="Vazirmatn"/>
              </a:defRPr>
            </a:lvl3pPr>
            <a:lvl4pPr lvl="3" rtl="0">
              <a:spcBef>
                <a:spcPts val="0"/>
              </a:spcBef>
              <a:spcAft>
                <a:spcPts val="0"/>
              </a:spcAft>
              <a:buSzPts val="3000"/>
              <a:buFont typeface="Vazirmatn"/>
              <a:buNone/>
              <a:defRPr sz="3000">
                <a:latin typeface="Vazirmatn"/>
                <a:ea typeface="Vazirmatn"/>
                <a:cs typeface="Vazirmatn"/>
                <a:sym typeface="Vazirmatn"/>
              </a:defRPr>
            </a:lvl4pPr>
            <a:lvl5pPr lvl="4" rtl="0">
              <a:spcBef>
                <a:spcPts val="0"/>
              </a:spcBef>
              <a:spcAft>
                <a:spcPts val="0"/>
              </a:spcAft>
              <a:buSzPts val="3000"/>
              <a:buFont typeface="Vazirmatn"/>
              <a:buNone/>
              <a:defRPr sz="3000">
                <a:latin typeface="Vazirmatn"/>
                <a:ea typeface="Vazirmatn"/>
                <a:cs typeface="Vazirmatn"/>
                <a:sym typeface="Vazirmatn"/>
              </a:defRPr>
            </a:lvl5pPr>
            <a:lvl6pPr lvl="5" rtl="0">
              <a:spcBef>
                <a:spcPts val="0"/>
              </a:spcBef>
              <a:spcAft>
                <a:spcPts val="0"/>
              </a:spcAft>
              <a:buSzPts val="3000"/>
              <a:buFont typeface="Vazirmatn"/>
              <a:buNone/>
              <a:defRPr sz="3000">
                <a:latin typeface="Vazirmatn"/>
                <a:ea typeface="Vazirmatn"/>
                <a:cs typeface="Vazirmatn"/>
                <a:sym typeface="Vazirmatn"/>
              </a:defRPr>
            </a:lvl6pPr>
            <a:lvl7pPr lvl="6" rtl="0">
              <a:spcBef>
                <a:spcPts val="0"/>
              </a:spcBef>
              <a:spcAft>
                <a:spcPts val="0"/>
              </a:spcAft>
              <a:buSzPts val="3000"/>
              <a:buFont typeface="Vazirmatn"/>
              <a:buNone/>
              <a:defRPr sz="3000">
                <a:latin typeface="Vazirmatn"/>
                <a:ea typeface="Vazirmatn"/>
                <a:cs typeface="Vazirmatn"/>
                <a:sym typeface="Vazirmatn"/>
              </a:defRPr>
            </a:lvl7pPr>
            <a:lvl8pPr lvl="7" rtl="0">
              <a:spcBef>
                <a:spcPts val="0"/>
              </a:spcBef>
              <a:spcAft>
                <a:spcPts val="0"/>
              </a:spcAft>
              <a:buSzPts val="3000"/>
              <a:buFont typeface="Vazirmatn"/>
              <a:buNone/>
              <a:defRPr sz="3000">
                <a:latin typeface="Vazirmatn"/>
                <a:ea typeface="Vazirmatn"/>
                <a:cs typeface="Vazirmatn"/>
                <a:sym typeface="Vazirmatn"/>
              </a:defRPr>
            </a:lvl8pPr>
            <a:lvl9pPr lvl="8" rtl="0">
              <a:spcBef>
                <a:spcPts val="0"/>
              </a:spcBef>
              <a:spcAft>
                <a:spcPts val="0"/>
              </a:spcAft>
              <a:buSzPts val="3000"/>
              <a:buFont typeface="Vazirmatn"/>
              <a:buNone/>
              <a:defRPr sz="3000">
                <a:latin typeface="Vazirmatn"/>
                <a:ea typeface="Vazirmatn"/>
                <a:cs typeface="Vazirmatn"/>
                <a:sym typeface="Vazirmatn"/>
              </a:defRPr>
            </a:lvl9pPr>
          </a:lstStyle>
          <a:p>
            <a:r>
              <a:t>xx%</a:t>
            </a:r>
          </a:p>
        </p:txBody>
      </p:sp>
      <p:sp>
        <p:nvSpPr>
          <p:cNvPr id="1579" name="Google Shape;1579;p13"/>
          <p:cNvSpPr txBox="1"/>
          <p:nvPr>
            <p:ph hasCustomPrompt="1" idx="6" type="title"/>
          </p:nvPr>
        </p:nvSpPr>
        <p:spPr>
          <a:xfrm>
            <a:off x="713225" y="3329425"/>
            <a:ext cx="769500" cy="4476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i="1" sz="3900">
                <a:solidFill>
                  <a:schemeClr val="dk2"/>
                </a:solidFill>
              </a:defRPr>
            </a:lvl1pPr>
            <a:lvl2pPr lvl="1" rtl="0">
              <a:spcBef>
                <a:spcPts val="0"/>
              </a:spcBef>
              <a:spcAft>
                <a:spcPts val="0"/>
              </a:spcAft>
              <a:buSzPts val="3000"/>
              <a:buFont typeface="Vazirmatn"/>
              <a:buNone/>
              <a:defRPr sz="3000">
                <a:latin typeface="Vazirmatn"/>
                <a:ea typeface="Vazirmatn"/>
                <a:cs typeface="Vazirmatn"/>
                <a:sym typeface="Vazirmatn"/>
              </a:defRPr>
            </a:lvl2pPr>
            <a:lvl3pPr lvl="2" rtl="0">
              <a:spcBef>
                <a:spcPts val="0"/>
              </a:spcBef>
              <a:spcAft>
                <a:spcPts val="0"/>
              </a:spcAft>
              <a:buSzPts val="3000"/>
              <a:buFont typeface="Vazirmatn"/>
              <a:buNone/>
              <a:defRPr sz="3000">
                <a:latin typeface="Vazirmatn"/>
                <a:ea typeface="Vazirmatn"/>
                <a:cs typeface="Vazirmatn"/>
                <a:sym typeface="Vazirmatn"/>
              </a:defRPr>
            </a:lvl3pPr>
            <a:lvl4pPr lvl="3" rtl="0">
              <a:spcBef>
                <a:spcPts val="0"/>
              </a:spcBef>
              <a:spcAft>
                <a:spcPts val="0"/>
              </a:spcAft>
              <a:buSzPts val="3000"/>
              <a:buFont typeface="Vazirmatn"/>
              <a:buNone/>
              <a:defRPr sz="3000">
                <a:latin typeface="Vazirmatn"/>
                <a:ea typeface="Vazirmatn"/>
                <a:cs typeface="Vazirmatn"/>
                <a:sym typeface="Vazirmatn"/>
              </a:defRPr>
            </a:lvl4pPr>
            <a:lvl5pPr lvl="4" rtl="0">
              <a:spcBef>
                <a:spcPts val="0"/>
              </a:spcBef>
              <a:spcAft>
                <a:spcPts val="0"/>
              </a:spcAft>
              <a:buSzPts val="3000"/>
              <a:buFont typeface="Vazirmatn"/>
              <a:buNone/>
              <a:defRPr sz="3000">
                <a:latin typeface="Vazirmatn"/>
                <a:ea typeface="Vazirmatn"/>
                <a:cs typeface="Vazirmatn"/>
                <a:sym typeface="Vazirmatn"/>
              </a:defRPr>
            </a:lvl5pPr>
            <a:lvl6pPr lvl="5" rtl="0">
              <a:spcBef>
                <a:spcPts val="0"/>
              </a:spcBef>
              <a:spcAft>
                <a:spcPts val="0"/>
              </a:spcAft>
              <a:buSzPts val="3000"/>
              <a:buFont typeface="Vazirmatn"/>
              <a:buNone/>
              <a:defRPr sz="3000">
                <a:latin typeface="Vazirmatn"/>
                <a:ea typeface="Vazirmatn"/>
                <a:cs typeface="Vazirmatn"/>
                <a:sym typeface="Vazirmatn"/>
              </a:defRPr>
            </a:lvl6pPr>
            <a:lvl7pPr lvl="6" rtl="0">
              <a:spcBef>
                <a:spcPts val="0"/>
              </a:spcBef>
              <a:spcAft>
                <a:spcPts val="0"/>
              </a:spcAft>
              <a:buSzPts val="3000"/>
              <a:buFont typeface="Vazirmatn"/>
              <a:buNone/>
              <a:defRPr sz="3000">
                <a:latin typeface="Vazirmatn"/>
                <a:ea typeface="Vazirmatn"/>
                <a:cs typeface="Vazirmatn"/>
                <a:sym typeface="Vazirmatn"/>
              </a:defRPr>
            </a:lvl7pPr>
            <a:lvl8pPr lvl="7" rtl="0">
              <a:spcBef>
                <a:spcPts val="0"/>
              </a:spcBef>
              <a:spcAft>
                <a:spcPts val="0"/>
              </a:spcAft>
              <a:buSzPts val="3000"/>
              <a:buFont typeface="Vazirmatn"/>
              <a:buNone/>
              <a:defRPr sz="3000">
                <a:latin typeface="Vazirmatn"/>
                <a:ea typeface="Vazirmatn"/>
                <a:cs typeface="Vazirmatn"/>
                <a:sym typeface="Vazirmatn"/>
              </a:defRPr>
            </a:lvl8pPr>
            <a:lvl9pPr lvl="8" rtl="0">
              <a:spcBef>
                <a:spcPts val="0"/>
              </a:spcBef>
              <a:spcAft>
                <a:spcPts val="0"/>
              </a:spcAft>
              <a:buSzPts val="3000"/>
              <a:buFont typeface="Vazirmatn"/>
              <a:buNone/>
              <a:defRPr sz="3000">
                <a:latin typeface="Vazirmatn"/>
                <a:ea typeface="Vazirmatn"/>
                <a:cs typeface="Vazirmatn"/>
                <a:sym typeface="Vazirmatn"/>
              </a:defRPr>
            </a:lvl9pPr>
          </a:lstStyle>
          <a:p>
            <a:r>
              <a:t>xx%</a:t>
            </a:r>
          </a:p>
        </p:txBody>
      </p:sp>
      <p:sp>
        <p:nvSpPr>
          <p:cNvPr id="1580" name="Google Shape;1580;p13"/>
          <p:cNvSpPr txBox="1"/>
          <p:nvPr>
            <p:ph hasCustomPrompt="1" idx="7" type="title"/>
          </p:nvPr>
        </p:nvSpPr>
        <p:spPr>
          <a:xfrm>
            <a:off x="4939300" y="1596825"/>
            <a:ext cx="769500" cy="4476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i="1" sz="3900">
                <a:solidFill>
                  <a:schemeClr val="dk2"/>
                </a:solidFill>
              </a:defRPr>
            </a:lvl1pPr>
            <a:lvl2pPr lvl="1" rtl="0">
              <a:spcBef>
                <a:spcPts val="0"/>
              </a:spcBef>
              <a:spcAft>
                <a:spcPts val="0"/>
              </a:spcAft>
              <a:buSzPts val="3000"/>
              <a:buFont typeface="Vazirmatn"/>
              <a:buNone/>
              <a:defRPr sz="3000">
                <a:latin typeface="Vazirmatn"/>
                <a:ea typeface="Vazirmatn"/>
                <a:cs typeface="Vazirmatn"/>
                <a:sym typeface="Vazirmatn"/>
              </a:defRPr>
            </a:lvl2pPr>
            <a:lvl3pPr lvl="2" rtl="0">
              <a:spcBef>
                <a:spcPts val="0"/>
              </a:spcBef>
              <a:spcAft>
                <a:spcPts val="0"/>
              </a:spcAft>
              <a:buSzPts val="3000"/>
              <a:buFont typeface="Vazirmatn"/>
              <a:buNone/>
              <a:defRPr sz="3000">
                <a:latin typeface="Vazirmatn"/>
                <a:ea typeface="Vazirmatn"/>
                <a:cs typeface="Vazirmatn"/>
                <a:sym typeface="Vazirmatn"/>
              </a:defRPr>
            </a:lvl3pPr>
            <a:lvl4pPr lvl="3" rtl="0">
              <a:spcBef>
                <a:spcPts val="0"/>
              </a:spcBef>
              <a:spcAft>
                <a:spcPts val="0"/>
              </a:spcAft>
              <a:buSzPts val="3000"/>
              <a:buFont typeface="Vazirmatn"/>
              <a:buNone/>
              <a:defRPr sz="3000">
                <a:latin typeface="Vazirmatn"/>
                <a:ea typeface="Vazirmatn"/>
                <a:cs typeface="Vazirmatn"/>
                <a:sym typeface="Vazirmatn"/>
              </a:defRPr>
            </a:lvl4pPr>
            <a:lvl5pPr lvl="4" rtl="0">
              <a:spcBef>
                <a:spcPts val="0"/>
              </a:spcBef>
              <a:spcAft>
                <a:spcPts val="0"/>
              </a:spcAft>
              <a:buSzPts val="3000"/>
              <a:buFont typeface="Vazirmatn"/>
              <a:buNone/>
              <a:defRPr sz="3000">
                <a:latin typeface="Vazirmatn"/>
                <a:ea typeface="Vazirmatn"/>
                <a:cs typeface="Vazirmatn"/>
                <a:sym typeface="Vazirmatn"/>
              </a:defRPr>
            </a:lvl5pPr>
            <a:lvl6pPr lvl="5" rtl="0">
              <a:spcBef>
                <a:spcPts val="0"/>
              </a:spcBef>
              <a:spcAft>
                <a:spcPts val="0"/>
              </a:spcAft>
              <a:buSzPts val="3000"/>
              <a:buFont typeface="Vazirmatn"/>
              <a:buNone/>
              <a:defRPr sz="3000">
                <a:latin typeface="Vazirmatn"/>
                <a:ea typeface="Vazirmatn"/>
                <a:cs typeface="Vazirmatn"/>
                <a:sym typeface="Vazirmatn"/>
              </a:defRPr>
            </a:lvl6pPr>
            <a:lvl7pPr lvl="6" rtl="0">
              <a:spcBef>
                <a:spcPts val="0"/>
              </a:spcBef>
              <a:spcAft>
                <a:spcPts val="0"/>
              </a:spcAft>
              <a:buSzPts val="3000"/>
              <a:buFont typeface="Vazirmatn"/>
              <a:buNone/>
              <a:defRPr sz="3000">
                <a:latin typeface="Vazirmatn"/>
                <a:ea typeface="Vazirmatn"/>
                <a:cs typeface="Vazirmatn"/>
                <a:sym typeface="Vazirmatn"/>
              </a:defRPr>
            </a:lvl7pPr>
            <a:lvl8pPr lvl="7" rtl="0">
              <a:spcBef>
                <a:spcPts val="0"/>
              </a:spcBef>
              <a:spcAft>
                <a:spcPts val="0"/>
              </a:spcAft>
              <a:buSzPts val="3000"/>
              <a:buFont typeface="Vazirmatn"/>
              <a:buNone/>
              <a:defRPr sz="3000">
                <a:latin typeface="Vazirmatn"/>
                <a:ea typeface="Vazirmatn"/>
                <a:cs typeface="Vazirmatn"/>
                <a:sym typeface="Vazirmatn"/>
              </a:defRPr>
            </a:lvl8pPr>
            <a:lvl9pPr lvl="8" rtl="0">
              <a:spcBef>
                <a:spcPts val="0"/>
              </a:spcBef>
              <a:spcAft>
                <a:spcPts val="0"/>
              </a:spcAft>
              <a:buSzPts val="3000"/>
              <a:buFont typeface="Vazirmatn"/>
              <a:buNone/>
              <a:defRPr sz="3000">
                <a:latin typeface="Vazirmatn"/>
                <a:ea typeface="Vazirmatn"/>
                <a:cs typeface="Vazirmatn"/>
                <a:sym typeface="Vazirmatn"/>
              </a:defRPr>
            </a:lvl9pPr>
          </a:lstStyle>
          <a:p>
            <a:r>
              <a:t>xx%</a:t>
            </a:r>
          </a:p>
        </p:txBody>
      </p:sp>
      <p:sp>
        <p:nvSpPr>
          <p:cNvPr id="1581" name="Google Shape;1581;p13"/>
          <p:cNvSpPr txBox="1"/>
          <p:nvPr>
            <p:ph hasCustomPrompt="1" idx="8" type="title"/>
          </p:nvPr>
        </p:nvSpPr>
        <p:spPr>
          <a:xfrm>
            <a:off x="4939300" y="3329425"/>
            <a:ext cx="769500" cy="4476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i="1" sz="3900">
                <a:solidFill>
                  <a:schemeClr val="dk2"/>
                </a:solidFill>
              </a:defRPr>
            </a:lvl1pPr>
            <a:lvl2pPr lvl="1" rtl="0">
              <a:spcBef>
                <a:spcPts val="0"/>
              </a:spcBef>
              <a:spcAft>
                <a:spcPts val="0"/>
              </a:spcAft>
              <a:buSzPts val="3000"/>
              <a:buFont typeface="Vazirmatn"/>
              <a:buNone/>
              <a:defRPr sz="3000">
                <a:latin typeface="Vazirmatn"/>
                <a:ea typeface="Vazirmatn"/>
                <a:cs typeface="Vazirmatn"/>
                <a:sym typeface="Vazirmatn"/>
              </a:defRPr>
            </a:lvl2pPr>
            <a:lvl3pPr lvl="2" rtl="0">
              <a:spcBef>
                <a:spcPts val="0"/>
              </a:spcBef>
              <a:spcAft>
                <a:spcPts val="0"/>
              </a:spcAft>
              <a:buSzPts val="3000"/>
              <a:buFont typeface="Vazirmatn"/>
              <a:buNone/>
              <a:defRPr sz="3000">
                <a:latin typeface="Vazirmatn"/>
                <a:ea typeface="Vazirmatn"/>
                <a:cs typeface="Vazirmatn"/>
                <a:sym typeface="Vazirmatn"/>
              </a:defRPr>
            </a:lvl3pPr>
            <a:lvl4pPr lvl="3" rtl="0">
              <a:spcBef>
                <a:spcPts val="0"/>
              </a:spcBef>
              <a:spcAft>
                <a:spcPts val="0"/>
              </a:spcAft>
              <a:buSzPts val="3000"/>
              <a:buFont typeface="Vazirmatn"/>
              <a:buNone/>
              <a:defRPr sz="3000">
                <a:latin typeface="Vazirmatn"/>
                <a:ea typeface="Vazirmatn"/>
                <a:cs typeface="Vazirmatn"/>
                <a:sym typeface="Vazirmatn"/>
              </a:defRPr>
            </a:lvl4pPr>
            <a:lvl5pPr lvl="4" rtl="0">
              <a:spcBef>
                <a:spcPts val="0"/>
              </a:spcBef>
              <a:spcAft>
                <a:spcPts val="0"/>
              </a:spcAft>
              <a:buSzPts val="3000"/>
              <a:buFont typeface="Vazirmatn"/>
              <a:buNone/>
              <a:defRPr sz="3000">
                <a:latin typeface="Vazirmatn"/>
                <a:ea typeface="Vazirmatn"/>
                <a:cs typeface="Vazirmatn"/>
                <a:sym typeface="Vazirmatn"/>
              </a:defRPr>
            </a:lvl5pPr>
            <a:lvl6pPr lvl="5" rtl="0">
              <a:spcBef>
                <a:spcPts val="0"/>
              </a:spcBef>
              <a:spcAft>
                <a:spcPts val="0"/>
              </a:spcAft>
              <a:buSzPts val="3000"/>
              <a:buFont typeface="Vazirmatn"/>
              <a:buNone/>
              <a:defRPr sz="3000">
                <a:latin typeface="Vazirmatn"/>
                <a:ea typeface="Vazirmatn"/>
                <a:cs typeface="Vazirmatn"/>
                <a:sym typeface="Vazirmatn"/>
              </a:defRPr>
            </a:lvl6pPr>
            <a:lvl7pPr lvl="6" rtl="0">
              <a:spcBef>
                <a:spcPts val="0"/>
              </a:spcBef>
              <a:spcAft>
                <a:spcPts val="0"/>
              </a:spcAft>
              <a:buSzPts val="3000"/>
              <a:buFont typeface="Vazirmatn"/>
              <a:buNone/>
              <a:defRPr sz="3000">
                <a:latin typeface="Vazirmatn"/>
                <a:ea typeface="Vazirmatn"/>
                <a:cs typeface="Vazirmatn"/>
                <a:sym typeface="Vazirmatn"/>
              </a:defRPr>
            </a:lvl7pPr>
            <a:lvl8pPr lvl="7" rtl="0">
              <a:spcBef>
                <a:spcPts val="0"/>
              </a:spcBef>
              <a:spcAft>
                <a:spcPts val="0"/>
              </a:spcAft>
              <a:buSzPts val="3000"/>
              <a:buFont typeface="Vazirmatn"/>
              <a:buNone/>
              <a:defRPr sz="3000">
                <a:latin typeface="Vazirmatn"/>
                <a:ea typeface="Vazirmatn"/>
                <a:cs typeface="Vazirmatn"/>
                <a:sym typeface="Vazirmatn"/>
              </a:defRPr>
            </a:lvl8pPr>
            <a:lvl9pPr lvl="8" rtl="0">
              <a:spcBef>
                <a:spcPts val="0"/>
              </a:spcBef>
              <a:spcAft>
                <a:spcPts val="0"/>
              </a:spcAft>
              <a:buSzPts val="3000"/>
              <a:buFont typeface="Vazirmatn"/>
              <a:buNone/>
              <a:defRPr sz="3000">
                <a:latin typeface="Vazirmatn"/>
                <a:ea typeface="Vazirmatn"/>
                <a:cs typeface="Vazirmatn"/>
                <a:sym typeface="Vazirmatn"/>
              </a:defRPr>
            </a:lvl9pPr>
          </a:lstStyle>
          <a:p>
            <a:r>
              <a:t>xx%</a:t>
            </a:r>
          </a:p>
        </p:txBody>
      </p:sp>
      <p:sp>
        <p:nvSpPr>
          <p:cNvPr id="1582" name="Google Shape;1582;p13"/>
          <p:cNvSpPr txBox="1"/>
          <p:nvPr>
            <p:ph idx="9" type="subTitle"/>
          </p:nvPr>
        </p:nvSpPr>
        <p:spPr>
          <a:xfrm>
            <a:off x="1482725" y="1473250"/>
            <a:ext cx="2721900" cy="812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1583" name="Google Shape;1583;p13"/>
          <p:cNvSpPr txBox="1"/>
          <p:nvPr>
            <p:ph idx="13" type="subTitle"/>
          </p:nvPr>
        </p:nvSpPr>
        <p:spPr>
          <a:xfrm>
            <a:off x="5708825" y="1473739"/>
            <a:ext cx="2721900" cy="812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b="1" sz="2200">
                <a:solidFill>
                  <a:schemeClr val="dk1"/>
                </a:solidFill>
                <a:latin typeface="Vazirmatn"/>
                <a:ea typeface="Vazirmatn"/>
                <a:cs typeface="Vazirmatn"/>
                <a:sym typeface="Vazirmatn"/>
              </a:defRPr>
            </a:lvl1pPr>
            <a:lvl2pPr lvl="1" rtl="0">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1584" name="Google Shape;1584;p13"/>
          <p:cNvSpPr txBox="1"/>
          <p:nvPr>
            <p:ph idx="14" type="subTitle"/>
          </p:nvPr>
        </p:nvSpPr>
        <p:spPr>
          <a:xfrm>
            <a:off x="1482725" y="3206176"/>
            <a:ext cx="2721900" cy="812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1585" name="Google Shape;1585;p13"/>
          <p:cNvSpPr txBox="1"/>
          <p:nvPr>
            <p:ph idx="15" type="subTitle"/>
          </p:nvPr>
        </p:nvSpPr>
        <p:spPr>
          <a:xfrm>
            <a:off x="5708825" y="3206179"/>
            <a:ext cx="2721900" cy="812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1586" name="Google Shape;1586;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587" name="Shape 1587"/>
        <p:cNvGrpSpPr/>
        <p:nvPr/>
      </p:nvGrpSpPr>
      <p:grpSpPr>
        <a:xfrm>
          <a:off x="0" y="0"/>
          <a:ext cx="0" cy="0"/>
          <a:chOff x="0" y="0"/>
          <a:chExt cx="0" cy="0"/>
        </a:xfrm>
      </p:grpSpPr>
      <p:pic>
        <p:nvPicPr>
          <p:cNvPr id="1588" name="Google Shape;1588;p14"/>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1589" name="Google Shape;1589;p14"/>
          <p:cNvGrpSpPr/>
          <p:nvPr/>
        </p:nvGrpSpPr>
        <p:grpSpPr>
          <a:xfrm>
            <a:off x="67144" y="-365709"/>
            <a:ext cx="9563990" cy="5915779"/>
            <a:chOff x="67144" y="-365709"/>
            <a:chExt cx="9563990" cy="5915779"/>
          </a:xfrm>
        </p:grpSpPr>
        <p:grpSp>
          <p:nvGrpSpPr>
            <p:cNvPr id="1590" name="Google Shape;1590;p14"/>
            <p:cNvGrpSpPr/>
            <p:nvPr/>
          </p:nvGrpSpPr>
          <p:grpSpPr>
            <a:xfrm rot="1825564">
              <a:off x="3871890" y="-41457"/>
              <a:ext cx="1513122" cy="855162"/>
              <a:chOff x="4710963" y="556836"/>
              <a:chExt cx="599550" cy="338855"/>
            </a:xfrm>
          </p:grpSpPr>
          <p:sp>
            <p:nvSpPr>
              <p:cNvPr id="1591" name="Google Shape;1591;p14"/>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14"/>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14"/>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14"/>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5" name="Google Shape;1595;p14"/>
            <p:cNvSpPr/>
            <p:nvPr/>
          </p:nvSpPr>
          <p:spPr>
            <a:xfrm rot="1849050">
              <a:off x="7969469" y="1396304"/>
              <a:ext cx="1226666" cy="791204"/>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96" name="Google Shape;1596;p14"/>
            <p:cNvGrpSpPr/>
            <p:nvPr/>
          </p:nvGrpSpPr>
          <p:grpSpPr>
            <a:xfrm rot="2179146">
              <a:off x="7284428" y="4500928"/>
              <a:ext cx="789052" cy="903211"/>
              <a:chOff x="4838621" y="3330436"/>
              <a:chExt cx="342600" cy="392181"/>
            </a:xfrm>
          </p:grpSpPr>
          <p:sp>
            <p:nvSpPr>
              <p:cNvPr id="1597" name="Google Shape;1597;p14"/>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14"/>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14"/>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14"/>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14"/>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14"/>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14"/>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14"/>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14"/>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14"/>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14"/>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14"/>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14"/>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14"/>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14"/>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14"/>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4"/>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14"/>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14"/>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14"/>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4"/>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14"/>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14"/>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14"/>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14"/>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2" name="Google Shape;1622;p14"/>
            <p:cNvGrpSpPr/>
            <p:nvPr/>
          </p:nvGrpSpPr>
          <p:grpSpPr>
            <a:xfrm rot="1964156">
              <a:off x="8424633" y="3731014"/>
              <a:ext cx="1046684" cy="898494"/>
              <a:chOff x="3639393" y="3293465"/>
              <a:chExt cx="543616" cy="466651"/>
            </a:xfrm>
          </p:grpSpPr>
          <p:sp>
            <p:nvSpPr>
              <p:cNvPr id="1623" name="Google Shape;1623;p14"/>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14"/>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14"/>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14"/>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4"/>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14"/>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14"/>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14"/>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4"/>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14"/>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3" name="Google Shape;1633;p14"/>
            <p:cNvSpPr/>
            <p:nvPr/>
          </p:nvSpPr>
          <p:spPr>
            <a:xfrm rot="-1056041">
              <a:off x="167982" y="4452532"/>
              <a:ext cx="766806" cy="785640"/>
            </a:xfrm>
            <a:custGeom>
              <a:rect b="b" l="l" r="r" t="t"/>
              <a:pathLst>
                <a:path extrusionOk="0" h="6556" w="6399">
                  <a:moveTo>
                    <a:pt x="4209" y="1"/>
                  </a:moveTo>
                  <a:cubicBezTo>
                    <a:pt x="4183" y="1"/>
                    <a:pt x="4161" y="15"/>
                    <a:pt x="4157" y="50"/>
                  </a:cubicBezTo>
                  <a:cubicBezTo>
                    <a:pt x="4034" y="948"/>
                    <a:pt x="3930" y="1851"/>
                    <a:pt x="3787" y="2749"/>
                  </a:cubicBezTo>
                  <a:cubicBezTo>
                    <a:pt x="3726" y="3134"/>
                    <a:pt x="3655" y="3523"/>
                    <a:pt x="3528" y="3892"/>
                  </a:cubicBezTo>
                  <a:cubicBezTo>
                    <a:pt x="3428" y="4194"/>
                    <a:pt x="3140" y="4929"/>
                    <a:pt x="2735" y="5071"/>
                  </a:cubicBezTo>
                  <a:cubicBezTo>
                    <a:pt x="2783" y="3656"/>
                    <a:pt x="2913" y="2243"/>
                    <a:pt x="2816" y="831"/>
                  </a:cubicBezTo>
                  <a:lnTo>
                    <a:pt x="2816" y="831"/>
                  </a:lnTo>
                  <a:cubicBezTo>
                    <a:pt x="2845" y="883"/>
                    <a:pt x="2867" y="935"/>
                    <a:pt x="2890" y="993"/>
                  </a:cubicBezTo>
                  <a:cubicBezTo>
                    <a:pt x="2900" y="1024"/>
                    <a:pt x="2927" y="1037"/>
                    <a:pt x="2953" y="1037"/>
                  </a:cubicBezTo>
                  <a:cubicBezTo>
                    <a:pt x="2993" y="1037"/>
                    <a:pt x="3033" y="1006"/>
                    <a:pt x="3013" y="957"/>
                  </a:cubicBezTo>
                  <a:cubicBezTo>
                    <a:pt x="2961" y="815"/>
                    <a:pt x="2893" y="698"/>
                    <a:pt x="2799" y="575"/>
                  </a:cubicBezTo>
                  <a:cubicBezTo>
                    <a:pt x="2797" y="540"/>
                    <a:pt x="2761" y="510"/>
                    <a:pt x="2726" y="510"/>
                  </a:cubicBezTo>
                  <a:cubicBezTo>
                    <a:pt x="2707" y="510"/>
                    <a:pt x="2688" y="519"/>
                    <a:pt x="2676" y="543"/>
                  </a:cubicBezTo>
                  <a:cubicBezTo>
                    <a:pt x="2589" y="724"/>
                    <a:pt x="2498" y="909"/>
                    <a:pt x="2414" y="1090"/>
                  </a:cubicBezTo>
                  <a:cubicBezTo>
                    <a:pt x="2390" y="1143"/>
                    <a:pt x="2433" y="1190"/>
                    <a:pt x="2475" y="1190"/>
                  </a:cubicBezTo>
                  <a:cubicBezTo>
                    <a:pt x="2495" y="1190"/>
                    <a:pt x="2515" y="1180"/>
                    <a:pt x="2527" y="1155"/>
                  </a:cubicBezTo>
                  <a:cubicBezTo>
                    <a:pt x="2579" y="1058"/>
                    <a:pt x="2637" y="960"/>
                    <a:pt x="2689" y="863"/>
                  </a:cubicBezTo>
                  <a:lnTo>
                    <a:pt x="2689" y="863"/>
                  </a:lnTo>
                  <a:cubicBezTo>
                    <a:pt x="2773" y="2269"/>
                    <a:pt x="2586" y="3682"/>
                    <a:pt x="2579" y="5091"/>
                  </a:cubicBezTo>
                  <a:cubicBezTo>
                    <a:pt x="2524" y="5088"/>
                    <a:pt x="2472" y="5075"/>
                    <a:pt x="2411" y="5046"/>
                  </a:cubicBezTo>
                  <a:cubicBezTo>
                    <a:pt x="2229" y="4958"/>
                    <a:pt x="2090" y="4650"/>
                    <a:pt x="1993" y="4479"/>
                  </a:cubicBezTo>
                  <a:cubicBezTo>
                    <a:pt x="1889" y="4297"/>
                    <a:pt x="1795" y="4109"/>
                    <a:pt x="1704" y="3921"/>
                  </a:cubicBezTo>
                  <a:cubicBezTo>
                    <a:pt x="1523" y="3526"/>
                    <a:pt x="1374" y="3118"/>
                    <a:pt x="1261" y="2700"/>
                  </a:cubicBezTo>
                  <a:cubicBezTo>
                    <a:pt x="1031" y="1855"/>
                    <a:pt x="950" y="980"/>
                    <a:pt x="995" y="105"/>
                  </a:cubicBezTo>
                  <a:cubicBezTo>
                    <a:pt x="997" y="86"/>
                    <a:pt x="981" y="76"/>
                    <a:pt x="965" y="76"/>
                  </a:cubicBezTo>
                  <a:cubicBezTo>
                    <a:pt x="949" y="76"/>
                    <a:pt x="932" y="86"/>
                    <a:pt x="930" y="105"/>
                  </a:cubicBezTo>
                  <a:cubicBezTo>
                    <a:pt x="833" y="1103"/>
                    <a:pt x="946" y="2107"/>
                    <a:pt x="1244" y="3063"/>
                  </a:cubicBezTo>
                  <a:cubicBezTo>
                    <a:pt x="1390" y="3523"/>
                    <a:pt x="1578" y="3970"/>
                    <a:pt x="1808" y="4394"/>
                  </a:cubicBezTo>
                  <a:cubicBezTo>
                    <a:pt x="1921" y="4605"/>
                    <a:pt x="2067" y="4942"/>
                    <a:pt x="2291" y="5114"/>
                  </a:cubicBezTo>
                  <a:cubicBezTo>
                    <a:pt x="1546" y="5084"/>
                    <a:pt x="794" y="5052"/>
                    <a:pt x="49" y="5016"/>
                  </a:cubicBezTo>
                  <a:cubicBezTo>
                    <a:pt x="48" y="5016"/>
                    <a:pt x="47" y="5016"/>
                    <a:pt x="46" y="5016"/>
                  </a:cubicBezTo>
                  <a:cubicBezTo>
                    <a:pt x="0" y="5016"/>
                    <a:pt x="1" y="5091"/>
                    <a:pt x="49" y="5094"/>
                  </a:cubicBezTo>
                  <a:cubicBezTo>
                    <a:pt x="891" y="5175"/>
                    <a:pt x="1740" y="5227"/>
                    <a:pt x="2586" y="5269"/>
                  </a:cubicBezTo>
                  <a:cubicBezTo>
                    <a:pt x="2589" y="5690"/>
                    <a:pt x="2608" y="6108"/>
                    <a:pt x="2663" y="6523"/>
                  </a:cubicBezTo>
                  <a:cubicBezTo>
                    <a:pt x="2665" y="6544"/>
                    <a:pt x="2683" y="6556"/>
                    <a:pt x="2699" y="6556"/>
                  </a:cubicBezTo>
                  <a:cubicBezTo>
                    <a:pt x="2715" y="6556"/>
                    <a:pt x="2730" y="6545"/>
                    <a:pt x="2728" y="6523"/>
                  </a:cubicBezTo>
                  <a:cubicBezTo>
                    <a:pt x="2715" y="6108"/>
                    <a:pt x="2718" y="5690"/>
                    <a:pt x="2731" y="5272"/>
                  </a:cubicBezTo>
                  <a:cubicBezTo>
                    <a:pt x="3836" y="5321"/>
                    <a:pt x="4941" y="5337"/>
                    <a:pt x="6049" y="5347"/>
                  </a:cubicBezTo>
                  <a:cubicBezTo>
                    <a:pt x="6026" y="5363"/>
                    <a:pt x="6007" y="5373"/>
                    <a:pt x="5987" y="5389"/>
                  </a:cubicBezTo>
                  <a:cubicBezTo>
                    <a:pt x="5880" y="5450"/>
                    <a:pt x="5777" y="5515"/>
                    <a:pt x="5666" y="5577"/>
                  </a:cubicBezTo>
                  <a:cubicBezTo>
                    <a:pt x="5605" y="5616"/>
                    <a:pt x="5644" y="5698"/>
                    <a:pt x="5704" y="5698"/>
                  </a:cubicBezTo>
                  <a:cubicBezTo>
                    <a:pt x="5713" y="5698"/>
                    <a:pt x="5724" y="5695"/>
                    <a:pt x="5734" y="5690"/>
                  </a:cubicBezTo>
                  <a:cubicBezTo>
                    <a:pt x="5854" y="5632"/>
                    <a:pt x="5961" y="5567"/>
                    <a:pt x="6068" y="5496"/>
                  </a:cubicBezTo>
                  <a:lnTo>
                    <a:pt x="6334" y="5337"/>
                  </a:lnTo>
                  <a:cubicBezTo>
                    <a:pt x="6373" y="5318"/>
                    <a:pt x="6376" y="5272"/>
                    <a:pt x="6356" y="5243"/>
                  </a:cubicBezTo>
                  <a:lnTo>
                    <a:pt x="6373" y="5227"/>
                  </a:lnTo>
                  <a:cubicBezTo>
                    <a:pt x="6399" y="5191"/>
                    <a:pt x="6399" y="5139"/>
                    <a:pt x="6360" y="5120"/>
                  </a:cubicBezTo>
                  <a:cubicBezTo>
                    <a:pt x="6204" y="5042"/>
                    <a:pt x="6052" y="4987"/>
                    <a:pt x="5880" y="4958"/>
                  </a:cubicBezTo>
                  <a:cubicBezTo>
                    <a:pt x="5875" y="4957"/>
                    <a:pt x="5871" y="4957"/>
                    <a:pt x="5866" y="4957"/>
                  </a:cubicBezTo>
                  <a:cubicBezTo>
                    <a:pt x="5793" y="4957"/>
                    <a:pt x="5768" y="5072"/>
                    <a:pt x="5845" y="5088"/>
                  </a:cubicBezTo>
                  <a:cubicBezTo>
                    <a:pt x="5974" y="5110"/>
                    <a:pt x="6091" y="5149"/>
                    <a:pt x="6214" y="5201"/>
                  </a:cubicBezTo>
                  <a:lnTo>
                    <a:pt x="6201" y="5214"/>
                  </a:lnTo>
                  <a:cubicBezTo>
                    <a:pt x="5090" y="5208"/>
                    <a:pt x="3985" y="5175"/>
                    <a:pt x="2880" y="5136"/>
                  </a:cubicBezTo>
                  <a:cubicBezTo>
                    <a:pt x="3039" y="5039"/>
                    <a:pt x="3169" y="4877"/>
                    <a:pt x="3266" y="4735"/>
                  </a:cubicBezTo>
                  <a:cubicBezTo>
                    <a:pt x="3538" y="4333"/>
                    <a:pt x="3700" y="3863"/>
                    <a:pt x="3804" y="3393"/>
                  </a:cubicBezTo>
                  <a:cubicBezTo>
                    <a:pt x="4050" y="2311"/>
                    <a:pt x="4134" y="1184"/>
                    <a:pt x="4286" y="86"/>
                  </a:cubicBezTo>
                  <a:cubicBezTo>
                    <a:pt x="4292" y="35"/>
                    <a:pt x="4247" y="1"/>
                    <a:pt x="42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4" name="Google Shape;1634;p14"/>
          <p:cNvGrpSpPr/>
          <p:nvPr/>
        </p:nvGrpSpPr>
        <p:grpSpPr>
          <a:xfrm>
            <a:off x="-242977" y="-154240"/>
            <a:ext cx="9492059" cy="5264029"/>
            <a:chOff x="-242977" y="-154240"/>
            <a:chExt cx="9492059" cy="5264029"/>
          </a:xfrm>
        </p:grpSpPr>
        <p:grpSp>
          <p:nvGrpSpPr>
            <p:cNvPr id="1635" name="Google Shape;1635;p14"/>
            <p:cNvGrpSpPr/>
            <p:nvPr/>
          </p:nvGrpSpPr>
          <p:grpSpPr>
            <a:xfrm rot="2567276">
              <a:off x="6884460" y="59427"/>
              <a:ext cx="733465" cy="266411"/>
              <a:chOff x="3720033" y="657636"/>
              <a:chExt cx="380942" cy="138367"/>
            </a:xfrm>
          </p:grpSpPr>
          <p:sp>
            <p:nvSpPr>
              <p:cNvPr id="1636" name="Google Shape;1636;p14"/>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4"/>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14"/>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14"/>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14"/>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14"/>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2" name="Google Shape;1642;p14"/>
            <p:cNvGrpSpPr/>
            <p:nvPr/>
          </p:nvGrpSpPr>
          <p:grpSpPr>
            <a:xfrm rot="-2367188">
              <a:off x="8755666" y="1033916"/>
              <a:ext cx="493112" cy="177777"/>
              <a:chOff x="3781827" y="2039675"/>
              <a:chExt cx="256107" cy="92332"/>
            </a:xfrm>
          </p:grpSpPr>
          <p:sp>
            <p:nvSpPr>
              <p:cNvPr id="1643" name="Google Shape;1643;p14"/>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14"/>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14"/>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14"/>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14"/>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8" name="Google Shape;1648;p14"/>
            <p:cNvGrpSpPr/>
            <p:nvPr/>
          </p:nvGrpSpPr>
          <p:grpSpPr>
            <a:xfrm rot="-1825424">
              <a:off x="6294351" y="4511476"/>
              <a:ext cx="738169" cy="441832"/>
              <a:chOff x="4884983" y="2824599"/>
              <a:chExt cx="253545" cy="151760"/>
            </a:xfrm>
          </p:grpSpPr>
          <p:sp>
            <p:nvSpPr>
              <p:cNvPr id="1649" name="Google Shape;1649;p14"/>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14"/>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14"/>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14"/>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14"/>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14"/>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14"/>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14"/>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14"/>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8" name="Google Shape;1658;p14"/>
            <p:cNvGrpSpPr/>
            <p:nvPr/>
          </p:nvGrpSpPr>
          <p:grpSpPr>
            <a:xfrm rot="-1659384">
              <a:off x="5334293" y="195507"/>
              <a:ext cx="824112" cy="228854"/>
              <a:chOff x="4799352" y="1342220"/>
              <a:chExt cx="428026" cy="118862"/>
            </a:xfrm>
          </p:grpSpPr>
          <p:sp>
            <p:nvSpPr>
              <p:cNvPr id="1659" name="Google Shape;1659;p14"/>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14"/>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14"/>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14"/>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14"/>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14"/>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14"/>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14"/>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7" name="Google Shape;1667;p14"/>
            <p:cNvGrpSpPr/>
            <p:nvPr/>
          </p:nvGrpSpPr>
          <p:grpSpPr>
            <a:xfrm rot="3351159">
              <a:off x="7953181" y="336927"/>
              <a:ext cx="1029142" cy="202722"/>
              <a:chOff x="4737493" y="4305992"/>
              <a:chExt cx="547410" cy="107830"/>
            </a:xfrm>
          </p:grpSpPr>
          <p:sp>
            <p:nvSpPr>
              <p:cNvPr id="1668" name="Google Shape;1668;p14"/>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14"/>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4"/>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14"/>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14"/>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14"/>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14"/>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14"/>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14"/>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14"/>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14"/>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14"/>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14"/>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1" name="Google Shape;1681;p14"/>
            <p:cNvGrpSpPr/>
            <p:nvPr/>
          </p:nvGrpSpPr>
          <p:grpSpPr>
            <a:xfrm rot="2567276">
              <a:off x="-250090" y="3949327"/>
              <a:ext cx="733465" cy="266411"/>
              <a:chOff x="3720033" y="657636"/>
              <a:chExt cx="380942" cy="138367"/>
            </a:xfrm>
          </p:grpSpPr>
          <p:sp>
            <p:nvSpPr>
              <p:cNvPr id="1682" name="Google Shape;1682;p14"/>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14"/>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14"/>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14"/>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4"/>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14"/>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88" name="Google Shape;1688;p14"/>
          <p:cNvSpPr txBox="1"/>
          <p:nvPr>
            <p:ph type="title"/>
          </p:nvPr>
        </p:nvSpPr>
        <p:spPr>
          <a:xfrm>
            <a:off x="713225" y="2161875"/>
            <a:ext cx="5067600" cy="15114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5000"/>
            </a:lvl1pPr>
            <a:lvl2pPr lvl="1" rtl="0">
              <a:spcBef>
                <a:spcPts val="0"/>
              </a:spcBef>
              <a:spcAft>
                <a:spcPts val="0"/>
              </a:spcAft>
              <a:buSzPts val="3600"/>
              <a:buFont typeface="Vazirmatn"/>
              <a:buNone/>
              <a:defRPr sz="3600">
                <a:latin typeface="Vazirmatn"/>
                <a:ea typeface="Vazirmatn"/>
                <a:cs typeface="Vazirmatn"/>
                <a:sym typeface="Vazirmatn"/>
              </a:defRPr>
            </a:lvl2pPr>
            <a:lvl3pPr lvl="2" rtl="0">
              <a:spcBef>
                <a:spcPts val="0"/>
              </a:spcBef>
              <a:spcAft>
                <a:spcPts val="0"/>
              </a:spcAft>
              <a:buSzPts val="3600"/>
              <a:buFont typeface="Vazirmatn"/>
              <a:buNone/>
              <a:defRPr sz="3600">
                <a:latin typeface="Vazirmatn"/>
                <a:ea typeface="Vazirmatn"/>
                <a:cs typeface="Vazirmatn"/>
                <a:sym typeface="Vazirmatn"/>
              </a:defRPr>
            </a:lvl3pPr>
            <a:lvl4pPr lvl="3" rtl="0">
              <a:spcBef>
                <a:spcPts val="0"/>
              </a:spcBef>
              <a:spcAft>
                <a:spcPts val="0"/>
              </a:spcAft>
              <a:buSzPts val="3600"/>
              <a:buFont typeface="Vazirmatn"/>
              <a:buNone/>
              <a:defRPr sz="3600">
                <a:latin typeface="Vazirmatn"/>
                <a:ea typeface="Vazirmatn"/>
                <a:cs typeface="Vazirmatn"/>
                <a:sym typeface="Vazirmatn"/>
              </a:defRPr>
            </a:lvl4pPr>
            <a:lvl5pPr lvl="4" rtl="0">
              <a:spcBef>
                <a:spcPts val="0"/>
              </a:spcBef>
              <a:spcAft>
                <a:spcPts val="0"/>
              </a:spcAft>
              <a:buSzPts val="3600"/>
              <a:buFont typeface="Vazirmatn"/>
              <a:buNone/>
              <a:defRPr sz="3600">
                <a:latin typeface="Vazirmatn"/>
                <a:ea typeface="Vazirmatn"/>
                <a:cs typeface="Vazirmatn"/>
                <a:sym typeface="Vazirmatn"/>
              </a:defRPr>
            </a:lvl5pPr>
            <a:lvl6pPr lvl="5" rtl="0">
              <a:spcBef>
                <a:spcPts val="0"/>
              </a:spcBef>
              <a:spcAft>
                <a:spcPts val="0"/>
              </a:spcAft>
              <a:buSzPts val="3600"/>
              <a:buFont typeface="Vazirmatn"/>
              <a:buNone/>
              <a:defRPr sz="3600">
                <a:latin typeface="Vazirmatn"/>
                <a:ea typeface="Vazirmatn"/>
                <a:cs typeface="Vazirmatn"/>
                <a:sym typeface="Vazirmatn"/>
              </a:defRPr>
            </a:lvl6pPr>
            <a:lvl7pPr lvl="6" rtl="0">
              <a:spcBef>
                <a:spcPts val="0"/>
              </a:spcBef>
              <a:spcAft>
                <a:spcPts val="0"/>
              </a:spcAft>
              <a:buSzPts val="3600"/>
              <a:buFont typeface="Vazirmatn"/>
              <a:buNone/>
              <a:defRPr sz="3600">
                <a:latin typeface="Vazirmatn"/>
                <a:ea typeface="Vazirmatn"/>
                <a:cs typeface="Vazirmatn"/>
                <a:sym typeface="Vazirmatn"/>
              </a:defRPr>
            </a:lvl7pPr>
            <a:lvl8pPr lvl="7" rtl="0">
              <a:spcBef>
                <a:spcPts val="0"/>
              </a:spcBef>
              <a:spcAft>
                <a:spcPts val="0"/>
              </a:spcAft>
              <a:buSzPts val="3600"/>
              <a:buFont typeface="Vazirmatn"/>
              <a:buNone/>
              <a:defRPr sz="3600">
                <a:latin typeface="Vazirmatn"/>
                <a:ea typeface="Vazirmatn"/>
                <a:cs typeface="Vazirmatn"/>
                <a:sym typeface="Vazirmatn"/>
              </a:defRPr>
            </a:lvl8pPr>
            <a:lvl9pPr lvl="8" rtl="0">
              <a:spcBef>
                <a:spcPts val="0"/>
              </a:spcBef>
              <a:spcAft>
                <a:spcPts val="0"/>
              </a:spcAft>
              <a:buSzPts val="3600"/>
              <a:buFont typeface="Vazirmatn"/>
              <a:buNone/>
              <a:defRPr sz="3600">
                <a:latin typeface="Vazirmatn"/>
                <a:ea typeface="Vazirmatn"/>
                <a:cs typeface="Vazirmatn"/>
                <a:sym typeface="Vazirmatn"/>
              </a:defRPr>
            </a:lvl9pPr>
          </a:lstStyle>
          <a:p/>
        </p:txBody>
      </p:sp>
      <p:sp>
        <p:nvSpPr>
          <p:cNvPr id="1689" name="Google Shape;1689;p14"/>
          <p:cNvSpPr txBox="1"/>
          <p:nvPr>
            <p:ph hasCustomPrompt="1" idx="2" type="title"/>
          </p:nvPr>
        </p:nvSpPr>
        <p:spPr>
          <a:xfrm>
            <a:off x="713225" y="1095225"/>
            <a:ext cx="1652100" cy="915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i="1" sz="8000">
                <a:solidFill>
                  <a:schemeClr val="dk2"/>
                </a:solidFill>
              </a:defRPr>
            </a:lvl1pPr>
            <a:lvl2pPr lvl="1"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2pPr>
            <a:lvl3pPr lvl="2"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3pPr>
            <a:lvl4pPr lvl="3"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4pPr>
            <a:lvl5pPr lvl="4"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5pPr>
            <a:lvl6pPr lvl="5"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6pPr>
            <a:lvl7pPr lvl="6"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7pPr>
            <a:lvl8pPr lvl="7"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8pPr>
            <a:lvl9pPr lvl="8"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9pPr>
          </a:lstStyle>
          <a:p>
            <a:r>
              <a:t>xx%</a:t>
            </a:r>
          </a:p>
        </p:txBody>
      </p:sp>
      <p:sp>
        <p:nvSpPr>
          <p:cNvPr id="1690" name="Google Shape;1690;p14"/>
          <p:cNvSpPr txBox="1"/>
          <p:nvPr>
            <p:ph idx="1" type="subTitle"/>
          </p:nvPr>
        </p:nvSpPr>
        <p:spPr>
          <a:xfrm>
            <a:off x="713225" y="3673275"/>
            <a:ext cx="50676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691" name="Google Shape;1691;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692" name="Shape 1692"/>
        <p:cNvGrpSpPr/>
        <p:nvPr/>
      </p:nvGrpSpPr>
      <p:grpSpPr>
        <a:xfrm>
          <a:off x="0" y="0"/>
          <a:ext cx="0" cy="0"/>
          <a:chOff x="0" y="0"/>
          <a:chExt cx="0" cy="0"/>
        </a:xfrm>
      </p:grpSpPr>
      <p:pic>
        <p:nvPicPr>
          <p:cNvPr id="1693" name="Google Shape;1693;p15"/>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1694" name="Google Shape;1694;p15"/>
          <p:cNvGrpSpPr/>
          <p:nvPr/>
        </p:nvGrpSpPr>
        <p:grpSpPr>
          <a:xfrm>
            <a:off x="-618112" y="-655564"/>
            <a:ext cx="10471056" cy="6026185"/>
            <a:chOff x="-618112" y="-655564"/>
            <a:chExt cx="10471056" cy="6026185"/>
          </a:xfrm>
        </p:grpSpPr>
        <p:grpSp>
          <p:nvGrpSpPr>
            <p:cNvPr id="1695" name="Google Shape;1695;p15"/>
            <p:cNvGrpSpPr/>
            <p:nvPr/>
          </p:nvGrpSpPr>
          <p:grpSpPr>
            <a:xfrm rot="-1244566">
              <a:off x="-505711" y="-60606"/>
              <a:ext cx="1410581" cy="892908"/>
              <a:chOff x="4808808" y="1957984"/>
              <a:chExt cx="404920" cy="256310"/>
            </a:xfrm>
          </p:grpSpPr>
          <p:sp>
            <p:nvSpPr>
              <p:cNvPr id="1696" name="Google Shape;1696;p15"/>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15"/>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8" name="Google Shape;1698;p15"/>
            <p:cNvGrpSpPr/>
            <p:nvPr/>
          </p:nvGrpSpPr>
          <p:grpSpPr>
            <a:xfrm rot="935572">
              <a:off x="-163275" y="2577068"/>
              <a:ext cx="873825" cy="1222061"/>
              <a:chOff x="3735990" y="4115688"/>
              <a:chExt cx="349166" cy="488320"/>
            </a:xfrm>
          </p:grpSpPr>
          <p:sp>
            <p:nvSpPr>
              <p:cNvPr id="1699" name="Google Shape;1699;p15"/>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15"/>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15"/>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15"/>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15"/>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15"/>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5"/>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15"/>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5"/>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15"/>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15"/>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15"/>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15"/>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15"/>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15"/>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15"/>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15"/>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15"/>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15"/>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15"/>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15"/>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0" name="Google Shape;1720;p15"/>
            <p:cNvGrpSpPr/>
            <p:nvPr/>
          </p:nvGrpSpPr>
          <p:grpSpPr>
            <a:xfrm rot="2179146">
              <a:off x="-120884" y="4321478"/>
              <a:ext cx="789052" cy="903211"/>
              <a:chOff x="4838621" y="3330436"/>
              <a:chExt cx="342600" cy="392181"/>
            </a:xfrm>
          </p:grpSpPr>
          <p:sp>
            <p:nvSpPr>
              <p:cNvPr id="1721" name="Google Shape;1721;p15"/>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15"/>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15"/>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15"/>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15"/>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15"/>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15"/>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15"/>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15"/>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15"/>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15"/>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15"/>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15"/>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15"/>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15"/>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15"/>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15"/>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15"/>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15"/>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15"/>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15"/>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15"/>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15"/>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15"/>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15"/>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6" name="Google Shape;1746;p15"/>
            <p:cNvGrpSpPr/>
            <p:nvPr/>
          </p:nvGrpSpPr>
          <p:grpSpPr>
            <a:xfrm rot="-1218727">
              <a:off x="2425356" y="-515721"/>
              <a:ext cx="969680" cy="915366"/>
              <a:chOff x="3712416" y="2719728"/>
              <a:chExt cx="383381" cy="361907"/>
            </a:xfrm>
          </p:grpSpPr>
          <p:sp>
            <p:nvSpPr>
              <p:cNvPr id="1747" name="Google Shape;1747;p15"/>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15"/>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15"/>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15"/>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15"/>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15"/>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15"/>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15"/>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15"/>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15"/>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15"/>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15"/>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15"/>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15"/>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15"/>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15"/>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15"/>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15"/>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15"/>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15"/>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15"/>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15"/>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15"/>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0" name="Google Shape;1770;p15"/>
            <p:cNvGrpSpPr/>
            <p:nvPr/>
          </p:nvGrpSpPr>
          <p:grpSpPr>
            <a:xfrm rot="-1557759">
              <a:off x="8472385" y="4060797"/>
              <a:ext cx="1265942" cy="811397"/>
              <a:chOff x="6925286" y="2716904"/>
              <a:chExt cx="562593" cy="366373"/>
            </a:xfrm>
          </p:grpSpPr>
          <p:sp>
            <p:nvSpPr>
              <p:cNvPr id="1771" name="Google Shape;1771;p15"/>
              <p:cNvSpPr/>
              <p:nvPr/>
            </p:nvSpPr>
            <p:spPr>
              <a:xfrm>
                <a:off x="6974472" y="2716904"/>
                <a:ext cx="513408" cy="366373"/>
              </a:xfrm>
              <a:custGeom>
                <a:rect b="b" l="l" r="r" t="t"/>
                <a:pathLst>
                  <a:path extrusionOk="0" h="5579" w="7818">
                    <a:moveTo>
                      <a:pt x="3859" y="1235"/>
                    </a:moveTo>
                    <a:cubicBezTo>
                      <a:pt x="4180" y="1618"/>
                      <a:pt x="4478" y="2010"/>
                      <a:pt x="4769" y="2411"/>
                    </a:cubicBezTo>
                    <a:cubicBezTo>
                      <a:pt x="4656" y="2512"/>
                      <a:pt x="4539" y="2609"/>
                      <a:pt x="4426" y="2709"/>
                    </a:cubicBezTo>
                    <a:lnTo>
                      <a:pt x="4108" y="2453"/>
                    </a:lnTo>
                    <a:cubicBezTo>
                      <a:pt x="3888" y="2282"/>
                      <a:pt x="3652" y="2120"/>
                      <a:pt x="3422" y="1951"/>
                    </a:cubicBezTo>
                    <a:cubicBezTo>
                      <a:pt x="3564" y="1718"/>
                      <a:pt x="3710" y="1475"/>
                      <a:pt x="3859" y="1235"/>
                    </a:cubicBezTo>
                    <a:close/>
                    <a:moveTo>
                      <a:pt x="4847" y="2515"/>
                    </a:moveTo>
                    <a:cubicBezTo>
                      <a:pt x="5106" y="2871"/>
                      <a:pt x="5356" y="3231"/>
                      <a:pt x="5612" y="3587"/>
                    </a:cubicBezTo>
                    <a:lnTo>
                      <a:pt x="5378" y="3587"/>
                    </a:lnTo>
                    <a:cubicBezTo>
                      <a:pt x="5106" y="3309"/>
                      <a:pt x="4818" y="3046"/>
                      <a:pt x="4523" y="2790"/>
                    </a:cubicBezTo>
                    <a:cubicBezTo>
                      <a:pt x="4633" y="2696"/>
                      <a:pt x="4737" y="2606"/>
                      <a:pt x="4847" y="2515"/>
                    </a:cubicBezTo>
                    <a:close/>
                    <a:moveTo>
                      <a:pt x="7604" y="182"/>
                    </a:moveTo>
                    <a:lnTo>
                      <a:pt x="7604" y="182"/>
                    </a:lnTo>
                    <a:cubicBezTo>
                      <a:pt x="7585" y="762"/>
                      <a:pt x="7572" y="1345"/>
                      <a:pt x="7581" y="1925"/>
                    </a:cubicBezTo>
                    <a:cubicBezTo>
                      <a:pt x="7588" y="2470"/>
                      <a:pt x="7555" y="3062"/>
                      <a:pt x="7666" y="3600"/>
                    </a:cubicBezTo>
                    <a:cubicBezTo>
                      <a:pt x="7037" y="3600"/>
                      <a:pt x="6405" y="3594"/>
                      <a:pt x="5774" y="3594"/>
                    </a:cubicBezTo>
                    <a:cubicBezTo>
                      <a:pt x="5498" y="3208"/>
                      <a:pt x="5226" y="2819"/>
                      <a:pt x="4948" y="2434"/>
                    </a:cubicBezTo>
                    <a:cubicBezTo>
                      <a:pt x="5832" y="1682"/>
                      <a:pt x="6713" y="924"/>
                      <a:pt x="7604" y="182"/>
                    </a:cubicBezTo>
                    <a:close/>
                    <a:moveTo>
                      <a:pt x="4423" y="2884"/>
                    </a:moveTo>
                    <a:cubicBezTo>
                      <a:pt x="4688" y="3108"/>
                      <a:pt x="4944" y="3344"/>
                      <a:pt x="5191" y="3594"/>
                    </a:cubicBezTo>
                    <a:cubicBezTo>
                      <a:pt x="4633" y="3597"/>
                      <a:pt x="4073" y="3613"/>
                      <a:pt x="3519" y="3652"/>
                    </a:cubicBezTo>
                    <a:cubicBezTo>
                      <a:pt x="3823" y="3399"/>
                      <a:pt x="4121" y="3143"/>
                      <a:pt x="4423" y="2884"/>
                    </a:cubicBezTo>
                    <a:close/>
                    <a:moveTo>
                      <a:pt x="2262" y="1183"/>
                    </a:moveTo>
                    <a:cubicBezTo>
                      <a:pt x="2560" y="1491"/>
                      <a:pt x="2900" y="1747"/>
                      <a:pt x="3244" y="1993"/>
                    </a:cubicBezTo>
                    <a:cubicBezTo>
                      <a:pt x="2822" y="2703"/>
                      <a:pt x="2414" y="3415"/>
                      <a:pt x="2025" y="4138"/>
                    </a:cubicBezTo>
                    <a:cubicBezTo>
                      <a:pt x="1847" y="4137"/>
                      <a:pt x="1669" y="4136"/>
                      <a:pt x="1490" y="4136"/>
                    </a:cubicBezTo>
                    <a:cubicBezTo>
                      <a:pt x="1053" y="4136"/>
                      <a:pt x="616" y="4140"/>
                      <a:pt x="179" y="4154"/>
                    </a:cubicBezTo>
                    <a:cubicBezTo>
                      <a:pt x="940" y="3221"/>
                      <a:pt x="1582" y="2175"/>
                      <a:pt x="2262" y="1183"/>
                    </a:cubicBezTo>
                    <a:close/>
                    <a:moveTo>
                      <a:pt x="3354" y="2071"/>
                    </a:moveTo>
                    <a:cubicBezTo>
                      <a:pt x="3548" y="2207"/>
                      <a:pt x="3746" y="2346"/>
                      <a:pt x="3937" y="2492"/>
                    </a:cubicBezTo>
                    <a:cubicBezTo>
                      <a:pt x="4070" y="2593"/>
                      <a:pt x="4199" y="2696"/>
                      <a:pt x="4329" y="2803"/>
                    </a:cubicBezTo>
                    <a:cubicBezTo>
                      <a:pt x="4008" y="3085"/>
                      <a:pt x="3687" y="3373"/>
                      <a:pt x="3373" y="3665"/>
                    </a:cubicBezTo>
                    <a:cubicBezTo>
                      <a:pt x="3344" y="3675"/>
                      <a:pt x="3341" y="3710"/>
                      <a:pt x="3363" y="3726"/>
                    </a:cubicBezTo>
                    <a:cubicBezTo>
                      <a:pt x="3371" y="3736"/>
                      <a:pt x="3385" y="3742"/>
                      <a:pt x="3398" y="3742"/>
                    </a:cubicBezTo>
                    <a:cubicBezTo>
                      <a:pt x="3408" y="3742"/>
                      <a:pt x="3417" y="3740"/>
                      <a:pt x="3425" y="3733"/>
                    </a:cubicBezTo>
                    <a:cubicBezTo>
                      <a:pt x="3957" y="3768"/>
                      <a:pt x="4492" y="3776"/>
                      <a:pt x="5029" y="3776"/>
                    </a:cubicBezTo>
                    <a:cubicBezTo>
                      <a:pt x="5142" y="3776"/>
                      <a:pt x="5255" y="3776"/>
                      <a:pt x="5369" y="3775"/>
                    </a:cubicBezTo>
                    <a:cubicBezTo>
                      <a:pt x="5492" y="3901"/>
                      <a:pt x="5612" y="4031"/>
                      <a:pt x="5725" y="4164"/>
                    </a:cubicBezTo>
                    <a:cubicBezTo>
                      <a:pt x="5285" y="4152"/>
                      <a:pt x="4844" y="4149"/>
                      <a:pt x="4404" y="4149"/>
                    </a:cubicBezTo>
                    <a:cubicBezTo>
                      <a:pt x="3995" y="4149"/>
                      <a:pt x="3587" y="4151"/>
                      <a:pt x="3179" y="4151"/>
                    </a:cubicBezTo>
                    <a:cubicBezTo>
                      <a:pt x="3086" y="4151"/>
                      <a:pt x="2993" y="4151"/>
                      <a:pt x="2900" y="4151"/>
                    </a:cubicBezTo>
                    <a:cubicBezTo>
                      <a:pt x="2651" y="4151"/>
                      <a:pt x="2408" y="4148"/>
                      <a:pt x="2162" y="4148"/>
                    </a:cubicBezTo>
                    <a:cubicBezTo>
                      <a:pt x="2547" y="3448"/>
                      <a:pt x="2942" y="2755"/>
                      <a:pt x="3354" y="2071"/>
                    </a:cubicBezTo>
                    <a:close/>
                    <a:moveTo>
                      <a:pt x="5738" y="3762"/>
                    </a:moveTo>
                    <a:cubicBezTo>
                      <a:pt x="6127" y="4310"/>
                      <a:pt x="6519" y="4844"/>
                      <a:pt x="6950" y="5359"/>
                    </a:cubicBezTo>
                    <a:cubicBezTo>
                      <a:pt x="5997" y="5401"/>
                      <a:pt x="5041" y="5430"/>
                      <a:pt x="4089" y="5443"/>
                    </a:cubicBezTo>
                    <a:cubicBezTo>
                      <a:pt x="3623" y="5450"/>
                      <a:pt x="3159" y="5450"/>
                      <a:pt x="2693" y="5450"/>
                    </a:cubicBezTo>
                    <a:cubicBezTo>
                      <a:pt x="2453" y="5450"/>
                      <a:pt x="2207" y="5438"/>
                      <a:pt x="1963" y="5438"/>
                    </a:cubicBezTo>
                    <a:cubicBezTo>
                      <a:pt x="1785" y="5438"/>
                      <a:pt x="1607" y="5444"/>
                      <a:pt x="1433" y="5466"/>
                    </a:cubicBezTo>
                    <a:cubicBezTo>
                      <a:pt x="1646" y="5071"/>
                      <a:pt x="1867" y="4672"/>
                      <a:pt x="2084" y="4277"/>
                    </a:cubicBezTo>
                    <a:lnTo>
                      <a:pt x="2900" y="4277"/>
                    </a:lnTo>
                    <a:cubicBezTo>
                      <a:pt x="3574" y="4280"/>
                      <a:pt x="4250" y="4290"/>
                      <a:pt x="4924" y="4290"/>
                    </a:cubicBezTo>
                    <a:cubicBezTo>
                      <a:pt x="5196" y="4290"/>
                      <a:pt x="5467" y="4288"/>
                      <a:pt x="5738" y="4284"/>
                    </a:cubicBezTo>
                    <a:cubicBezTo>
                      <a:pt x="5787" y="4284"/>
                      <a:pt x="5806" y="4235"/>
                      <a:pt x="5793" y="4199"/>
                    </a:cubicBezTo>
                    <a:cubicBezTo>
                      <a:pt x="5842" y="4196"/>
                      <a:pt x="5881" y="4131"/>
                      <a:pt x="5838" y="4086"/>
                    </a:cubicBezTo>
                    <a:cubicBezTo>
                      <a:pt x="5741" y="3976"/>
                      <a:pt x="5644" y="3872"/>
                      <a:pt x="5547" y="3765"/>
                    </a:cubicBezTo>
                    <a:cubicBezTo>
                      <a:pt x="5612" y="3765"/>
                      <a:pt x="5673" y="3765"/>
                      <a:pt x="5738" y="3762"/>
                    </a:cubicBezTo>
                    <a:close/>
                    <a:moveTo>
                      <a:pt x="7678" y="0"/>
                    </a:moveTo>
                    <a:cubicBezTo>
                      <a:pt x="7667" y="0"/>
                      <a:pt x="7656" y="3"/>
                      <a:pt x="7646" y="7"/>
                    </a:cubicBezTo>
                    <a:cubicBezTo>
                      <a:pt x="7639" y="5"/>
                      <a:pt x="7632" y="4"/>
                      <a:pt x="7625" y="4"/>
                    </a:cubicBezTo>
                    <a:cubicBezTo>
                      <a:pt x="7609" y="4"/>
                      <a:pt x="7595" y="9"/>
                      <a:pt x="7581" y="20"/>
                    </a:cubicBezTo>
                    <a:cubicBezTo>
                      <a:pt x="6668" y="778"/>
                      <a:pt x="5761" y="1540"/>
                      <a:pt x="4867" y="2317"/>
                    </a:cubicBezTo>
                    <a:cubicBezTo>
                      <a:pt x="4556" y="1893"/>
                      <a:pt x="4235" y="1472"/>
                      <a:pt x="3895" y="1070"/>
                    </a:cubicBezTo>
                    <a:cubicBezTo>
                      <a:pt x="3883" y="1057"/>
                      <a:pt x="3867" y="1051"/>
                      <a:pt x="3851" y="1051"/>
                    </a:cubicBezTo>
                    <a:cubicBezTo>
                      <a:pt x="3827" y="1051"/>
                      <a:pt x="3803" y="1064"/>
                      <a:pt x="3791" y="1083"/>
                    </a:cubicBezTo>
                    <a:cubicBezTo>
                      <a:pt x="3629" y="1345"/>
                      <a:pt x="3470" y="1608"/>
                      <a:pt x="3312" y="1870"/>
                    </a:cubicBezTo>
                    <a:cubicBezTo>
                      <a:pt x="2955" y="1618"/>
                      <a:pt x="2602" y="1349"/>
                      <a:pt x="2301" y="1025"/>
                    </a:cubicBezTo>
                    <a:cubicBezTo>
                      <a:pt x="2288" y="1012"/>
                      <a:pt x="2272" y="1006"/>
                      <a:pt x="2256" y="1006"/>
                    </a:cubicBezTo>
                    <a:cubicBezTo>
                      <a:pt x="2233" y="1006"/>
                      <a:pt x="2209" y="1018"/>
                      <a:pt x="2194" y="1038"/>
                    </a:cubicBezTo>
                    <a:cubicBezTo>
                      <a:pt x="1484" y="2074"/>
                      <a:pt x="798" y="3134"/>
                      <a:pt x="59" y="4151"/>
                    </a:cubicBezTo>
                    <a:lnTo>
                      <a:pt x="53" y="4151"/>
                    </a:lnTo>
                    <a:cubicBezTo>
                      <a:pt x="1" y="4154"/>
                      <a:pt x="1" y="4229"/>
                      <a:pt x="53" y="4232"/>
                    </a:cubicBezTo>
                    <a:lnTo>
                      <a:pt x="88" y="4232"/>
                    </a:lnTo>
                    <a:cubicBezTo>
                      <a:pt x="707" y="4261"/>
                      <a:pt x="1329" y="4264"/>
                      <a:pt x="1944" y="4264"/>
                    </a:cubicBezTo>
                    <a:cubicBezTo>
                      <a:pt x="1724" y="4672"/>
                      <a:pt x="1510" y="5087"/>
                      <a:pt x="1303" y="5508"/>
                    </a:cubicBezTo>
                    <a:cubicBezTo>
                      <a:pt x="1287" y="5539"/>
                      <a:pt x="1315" y="5567"/>
                      <a:pt x="1340" y="5567"/>
                    </a:cubicBezTo>
                    <a:cubicBezTo>
                      <a:pt x="1352" y="5567"/>
                      <a:pt x="1364" y="5561"/>
                      <a:pt x="1371" y="5547"/>
                    </a:cubicBezTo>
                    <a:cubicBezTo>
                      <a:pt x="1378" y="5541"/>
                      <a:pt x="1381" y="5531"/>
                      <a:pt x="1384" y="5528"/>
                    </a:cubicBezTo>
                    <a:cubicBezTo>
                      <a:pt x="1620" y="5569"/>
                      <a:pt x="1866" y="5579"/>
                      <a:pt x="2111" y="5579"/>
                    </a:cubicBezTo>
                    <a:cubicBezTo>
                      <a:pt x="2303" y="5579"/>
                      <a:pt x="2495" y="5573"/>
                      <a:pt x="2683" y="5573"/>
                    </a:cubicBezTo>
                    <a:cubicBezTo>
                      <a:pt x="2800" y="5574"/>
                      <a:pt x="2916" y="5574"/>
                      <a:pt x="3033" y="5574"/>
                    </a:cubicBezTo>
                    <a:cubicBezTo>
                      <a:pt x="3383" y="5574"/>
                      <a:pt x="3733" y="5571"/>
                      <a:pt x="4083" y="5563"/>
                    </a:cubicBezTo>
                    <a:cubicBezTo>
                      <a:pt x="5035" y="5554"/>
                      <a:pt x="5987" y="5524"/>
                      <a:pt x="6940" y="5479"/>
                    </a:cubicBezTo>
                    <a:cubicBezTo>
                      <a:pt x="6979" y="5479"/>
                      <a:pt x="7001" y="5447"/>
                      <a:pt x="7005" y="5414"/>
                    </a:cubicBezTo>
                    <a:cubicBezTo>
                      <a:pt x="7012" y="5418"/>
                      <a:pt x="7019" y="5419"/>
                      <a:pt x="7026" y="5419"/>
                    </a:cubicBezTo>
                    <a:cubicBezTo>
                      <a:pt x="7072" y="5419"/>
                      <a:pt x="7115" y="5352"/>
                      <a:pt x="7076" y="5301"/>
                    </a:cubicBezTo>
                    <a:cubicBezTo>
                      <a:pt x="6655" y="4802"/>
                      <a:pt x="6273" y="4277"/>
                      <a:pt x="5890" y="3746"/>
                    </a:cubicBezTo>
                    <a:cubicBezTo>
                      <a:pt x="6506" y="3733"/>
                      <a:pt x="7118" y="3717"/>
                      <a:pt x="7724" y="3714"/>
                    </a:cubicBezTo>
                    <a:cubicBezTo>
                      <a:pt x="7729" y="3714"/>
                      <a:pt x="7735" y="3715"/>
                      <a:pt x="7739" y="3715"/>
                    </a:cubicBezTo>
                    <a:cubicBezTo>
                      <a:pt x="7818" y="3715"/>
                      <a:pt x="7813" y="3600"/>
                      <a:pt x="7734" y="3597"/>
                    </a:cubicBezTo>
                    <a:cubicBezTo>
                      <a:pt x="7792" y="3027"/>
                      <a:pt x="7714" y="2424"/>
                      <a:pt x="7711" y="1851"/>
                    </a:cubicBezTo>
                    <a:cubicBezTo>
                      <a:pt x="7704" y="1255"/>
                      <a:pt x="7717" y="662"/>
                      <a:pt x="7743" y="66"/>
                    </a:cubicBezTo>
                    <a:cubicBezTo>
                      <a:pt x="7746" y="22"/>
                      <a:pt x="7712" y="0"/>
                      <a:pt x="76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15"/>
              <p:cNvSpPr/>
              <p:nvPr/>
            </p:nvSpPr>
            <p:spPr>
              <a:xfrm>
                <a:off x="6925286" y="2954095"/>
                <a:ext cx="32375" cy="47020"/>
              </a:xfrm>
              <a:custGeom>
                <a:rect b="b" l="l" r="r" t="t"/>
                <a:pathLst>
                  <a:path extrusionOk="0" h="716" w="493">
                    <a:moveTo>
                      <a:pt x="209" y="215"/>
                    </a:moveTo>
                    <a:lnTo>
                      <a:pt x="270" y="348"/>
                    </a:lnTo>
                    <a:cubicBezTo>
                      <a:pt x="273" y="361"/>
                      <a:pt x="283" y="380"/>
                      <a:pt x="296" y="406"/>
                    </a:cubicBezTo>
                    <a:cubicBezTo>
                      <a:pt x="248" y="406"/>
                      <a:pt x="199" y="409"/>
                      <a:pt x="150" y="419"/>
                    </a:cubicBezTo>
                    <a:cubicBezTo>
                      <a:pt x="167" y="348"/>
                      <a:pt x="186" y="280"/>
                      <a:pt x="209" y="215"/>
                    </a:cubicBezTo>
                    <a:close/>
                    <a:moveTo>
                      <a:pt x="204" y="1"/>
                    </a:moveTo>
                    <a:cubicBezTo>
                      <a:pt x="177" y="1"/>
                      <a:pt x="150" y="18"/>
                      <a:pt x="141" y="46"/>
                    </a:cubicBezTo>
                    <a:cubicBezTo>
                      <a:pt x="95" y="176"/>
                      <a:pt x="56" y="309"/>
                      <a:pt x="31" y="442"/>
                    </a:cubicBezTo>
                    <a:cubicBezTo>
                      <a:pt x="14" y="458"/>
                      <a:pt x="14" y="484"/>
                      <a:pt x="24" y="500"/>
                    </a:cubicBezTo>
                    <a:cubicBezTo>
                      <a:pt x="14" y="555"/>
                      <a:pt x="8" y="617"/>
                      <a:pt x="5" y="672"/>
                    </a:cubicBezTo>
                    <a:cubicBezTo>
                      <a:pt x="1" y="699"/>
                      <a:pt x="25" y="715"/>
                      <a:pt x="49" y="715"/>
                    </a:cubicBezTo>
                    <a:cubicBezTo>
                      <a:pt x="68" y="715"/>
                      <a:pt x="86" y="706"/>
                      <a:pt x="92" y="685"/>
                    </a:cubicBezTo>
                    <a:cubicBezTo>
                      <a:pt x="105" y="630"/>
                      <a:pt x="112" y="575"/>
                      <a:pt x="124" y="519"/>
                    </a:cubicBezTo>
                    <a:cubicBezTo>
                      <a:pt x="193" y="516"/>
                      <a:pt x="267" y="510"/>
                      <a:pt x="335" y="506"/>
                    </a:cubicBezTo>
                    <a:cubicBezTo>
                      <a:pt x="338" y="523"/>
                      <a:pt x="345" y="539"/>
                      <a:pt x="348" y="552"/>
                    </a:cubicBezTo>
                    <a:cubicBezTo>
                      <a:pt x="335" y="565"/>
                      <a:pt x="329" y="575"/>
                      <a:pt x="329" y="591"/>
                    </a:cubicBezTo>
                    <a:lnTo>
                      <a:pt x="329" y="604"/>
                    </a:lnTo>
                    <a:cubicBezTo>
                      <a:pt x="329" y="623"/>
                      <a:pt x="338" y="646"/>
                      <a:pt x="354" y="655"/>
                    </a:cubicBezTo>
                    <a:lnTo>
                      <a:pt x="364" y="662"/>
                    </a:lnTo>
                    <a:cubicBezTo>
                      <a:pt x="374" y="667"/>
                      <a:pt x="384" y="669"/>
                      <a:pt x="393" y="669"/>
                    </a:cubicBezTo>
                    <a:cubicBezTo>
                      <a:pt x="414" y="669"/>
                      <a:pt x="433" y="657"/>
                      <a:pt x="448" y="639"/>
                    </a:cubicBezTo>
                    <a:cubicBezTo>
                      <a:pt x="481" y="600"/>
                      <a:pt x="471" y="542"/>
                      <a:pt x="452" y="487"/>
                    </a:cubicBezTo>
                    <a:cubicBezTo>
                      <a:pt x="493" y="462"/>
                      <a:pt x="484" y="393"/>
                      <a:pt x="430" y="393"/>
                    </a:cubicBezTo>
                    <a:cubicBezTo>
                      <a:pt x="428" y="393"/>
                      <a:pt x="427" y="393"/>
                      <a:pt x="426" y="393"/>
                    </a:cubicBezTo>
                    <a:lnTo>
                      <a:pt x="419" y="393"/>
                    </a:lnTo>
                    <a:cubicBezTo>
                      <a:pt x="416" y="387"/>
                      <a:pt x="416" y="380"/>
                      <a:pt x="413" y="374"/>
                    </a:cubicBezTo>
                    <a:cubicBezTo>
                      <a:pt x="371" y="257"/>
                      <a:pt x="316" y="137"/>
                      <a:pt x="254" y="30"/>
                    </a:cubicBezTo>
                    <a:cubicBezTo>
                      <a:pt x="242" y="10"/>
                      <a:pt x="223" y="1"/>
                      <a:pt x="2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15"/>
              <p:cNvSpPr/>
              <p:nvPr/>
            </p:nvSpPr>
            <p:spPr>
              <a:xfrm>
                <a:off x="7221712" y="3023243"/>
                <a:ext cx="34083" cy="42357"/>
              </a:xfrm>
              <a:custGeom>
                <a:rect b="b" l="l" r="r" t="t"/>
                <a:pathLst>
                  <a:path extrusionOk="0" h="645" w="519">
                    <a:moveTo>
                      <a:pt x="185" y="75"/>
                    </a:moveTo>
                    <a:cubicBezTo>
                      <a:pt x="207" y="75"/>
                      <a:pt x="229" y="83"/>
                      <a:pt x="246" y="101"/>
                    </a:cubicBezTo>
                    <a:cubicBezTo>
                      <a:pt x="292" y="150"/>
                      <a:pt x="269" y="231"/>
                      <a:pt x="204" y="250"/>
                    </a:cubicBezTo>
                    <a:cubicBezTo>
                      <a:pt x="150" y="266"/>
                      <a:pt x="155" y="357"/>
                      <a:pt x="211" y="357"/>
                    </a:cubicBezTo>
                    <a:cubicBezTo>
                      <a:pt x="212" y="357"/>
                      <a:pt x="213" y="357"/>
                      <a:pt x="214" y="357"/>
                    </a:cubicBezTo>
                    <a:cubicBezTo>
                      <a:pt x="217" y="357"/>
                      <a:pt x="224" y="357"/>
                      <a:pt x="227" y="354"/>
                    </a:cubicBezTo>
                    <a:cubicBezTo>
                      <a:pt x="250" y="349"/>
                      <a:pt x="273" y="345"/>
                      <a:pt x="296" y="345"/>
                    </a:cubicBezTo>
                    <a:cubicBezTo>
                      <a:pt x="305" y="345"/>
                      <a:pt x="315" y="346"/>
                      <a:pt x="324" y="348"/>
                    </a:cubicBezTo>
                    <a:cubicBezTo>
                      <a:pt x="356" y="357"/>
                      <a:pt x="402" y="374"/>
                      <a:pt x="392" y="412"/>
                    </a:cubicBezTo>
                    <a:cubicBezTo>
                      <a:pt x="386" y="442"/>
                      <a:pt x="327" y="461"/>
                      <a:pt x="308" y="467"/>
                    </a:cubicBezTo>
                    <a:cubicBezTo>
                      <a:pt x="256" y="484"/>
                      <a:pt x="204" y="484"/>
                      <a:pt x="156" y="493"/>
                    </a:cubicBezTo>
                    <a:cubicBezTo>
                      <a:pt x="149" y="487"/>
                      <a:pt x="146" y="484"/>
                      <a:pt x="139" y="477"/>
                    </a:cubicBezTo>
                    <a:cubicBezTo>
                      <a:pt x="139" y="364"/>
                      <a:pt x="117" y="247"/>
                      <a:pt x="78" y="143"/>
                    </a:cubicBezTo>
                    <a:lnTo>
                      <a:pt x="81" y="137"/>
                    </a:lnTo>
                    <a:cubicBezTo>
                      <a:pt x="100" y="101"/>
                      <a:pt x="143" y="75"/>
                      <a:pt x="185" y="75"/>
                    </a:cubicBezTo>
                    <a:close/>
                    <a:moveTo>
                      <a:pt x="206" y="0"/>
                    </a:moveTo>
                    <a:cubicBezTo>
                      <a:pt x="138" y="0"/>
                      <a:pt x="69" y="39"/>
                      <a:pt x="36" y="101"/>
                    </a:cubicBezTo>
                    <a:cubicBezTo>
                      <a:pt x="16" y="105"/>
                      <a:pt x="0" y="118"/>
                      <a:pt x="0" y="137"/>
                    </a:cubicBezTo>
                    <a:cubicBezTo>
                      <a:pt x="16" y="267"/>
                      <a:pt x="29" y="390"/>
                      <a:pt x="26" y="519"/>
                    </a:cubicBezTo>
                    <a:cubicBezTo>
                      <a:pt x="26" y="526"/>
                      <a:pt x="26" y="535"/>
                      <a:pt x="29" y="542"/>
                    </a:cubicBezTo>
                    <a:cubicBezTo>
                      <a:pt x="26" y="552"/>
                      <a:pt x="26" y="555"/>
                      <a:pt x="20" y="565"/>
                    </a:cubicBezTo>
                    <a:cubicBezTo>
                      <a:pt x="7" y="606"/>
                      <a:pt x="45" y="645"/>
                      <a:pt x="84" y="645"/>
                    </a:cubicBezTo>
                    <a:cubicBezTo>
                      <a:pt x="94" y="645"/>
                      <a:pt x="104" y="642"/>
                      <a:pt x="113" y="636"/>
                    </a:cubicBezTo>
                    <a:cubicBezTo>
                      <a:pt x="230" y="558"/>
                      <a:pt x="505" y="613"/>
                      <a:pt x="509" y="396"/>
                    </a:cubicBezTo>
                    <a:cubicBezTo>
                      <a:pt x="518" y="296"/>
                      <a:pt x="437" y="250"/>
                      <a:pt x="353" y="244"/>
                    </a:cubicBezTo>
                    <a:cubicBezTo>
                      <a:pt x="382" y="182"/>
                      <a:pt x="376" y="114"/>
                      <a:pt x="327" y="56"/>
                    </a:cubicBezTo>
                    <a:cubicBezTo>
                      <a:pt x="295" y="17"/>
                      <a:pt x="251" y="0"/>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15"/>
              <p:cNvSpPr/>
              <p:nvPr/>
            </p:nvSpPr>
            <p:spPr>
              <a:xfrm>
                <a:off x="7422721" y="2861438"/>
                <a:ext cx="45115" cy="39402"/>
              </a:xfrm>
              <a:custGeom>
                <a:rect b="b" l="l" r="r" t="t"/>
                <a:pathLst>
                  <a:path extrusionOk="0" h="600" w="687">
                    <a:moveTo>
                      <a:pt x="485" y="1"/>
                    </a:moveTo>
                    <a:cubicBezTo>
                      <a:pt x="376" y="1"/>
                      <a:pt x="266" y="50"/>
                      <a:pt x="182" y="120"/>
                    </a:cubicBezTo>
                    <a:cubicBezTo>
                      <a:pt x="98" y="188"/>
                      <a:pt x="1" y="311"/>
                      <a:pt x="59" y="427"/>
                    </a:cubicBezTo>
                    <a:cubicBezTo>
                      <a:pt x="115" y="537"/>
                      <a:pt x="257" y="599"/>
                      <a:pt x="394" y="599"/>
                    </a:cubicBezTo>
                    <a:cubicBezTo>
                      <a:pt x="502" y="599"/>
                      <a:pt x="607" y="560"/>
                      <a:pt x="661" y="476"/>
                    </a:cubicBezTo>
                    <a:cubicBezTo>
                      <a:pt x="687" y="442"/>
                      <a:pt x="655" y="388"/>
                      <a:pt x="615" y="388"/>
                    </a:cubicBezTo>
                    <a:cubicBezTo>
                      <a:pt x="609" y="388"/>
                      <a:pt x="603" y="389"/>
                      <a:pt x="597" y="392"/>
                    </a:cubicBezTo>
                    <a:cubicBezTo>
                      <a:pt x="532" y="414"/>
                      <a:pt x="483" y="460"/>
                      <a:pt x="409" y="463"/>
                    </a:cubicBezTo>
                    <a:cubicBezTo>
                      <a:pt x="398" y="464"/>
                      <a:pt x="386" y="465"/>
                      <a:pt x="373" y="465"/>
                    </a:cubicBezTo>
                    <a:cubicBezTo>
                      <a:pt x="307" y="465"/>
                      <a:pt x="224" y="443"/>
                      <a:pt x="188" y="392"/>
                    </a:cubicBezTo>
                    <a:cubicBezTo>
                      <a:pt x="127" y="307"/>
                      <a:pt x="253" y="210"/>
                      <a:pt x="311" y="168"/>
                    </a:cubicBezTo>
                    <a:cubicBezTo>
                      <a:pt x="383" y="123"/>
                      <a:pt x="454" y="107"/>
                      <a:pt x="535" y="97"/>
                    </a:cubicBezTo>
                    <a:cubicBezTo>
                      <a:pt x="593" y="87"/>
                      <a:pt x="571" y="6"/>
                      <a:pt x="522" y="3"/>
                    </a:cubicBezTo>
                    <a:cubicBezTo>
                      <a:pt x="510" y="2"/>
                      <a:pt x="497" y="1"/>
                      <a:pt x="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75" name="Google Shape;1775;p15"/>
          <p:cNvGrpSpPr/>
          <p:nvPr/>
        </p:nvGrpSpPr>
        <p:grpSpPr>
          <a:xfrm>
            <a:off x="161836" y="-154240"/>
            <a:ext cx="9132118" cy="5623682"/>
            <a:chOff x="161836" y="-154240"/>
            <a:chExt cx="9132118" cy="5623682"/>
          </a:xfrm>
        </p:grpSpPr>
        <p:grpSp>
          <p:nvGrpSpPr>
            <p:cNvPr id="1776" name="Google Shape;1776;p15"/>
            <p:cNvGrpSpPr/>
            <p:nvPr/>
          </p:nvGrpSpPr>
          <p:grpSpPr>
            <a:xfrm rot="2567276">
              <a:off x="1405435" y="59427"/>
              <a:ext cx="733465" cy="266411"/>
              <a:chOff x="3720033" y="657636"/>
              <a:chExt cx="380942" cy="138367"/>
            </a:xfrm>
          </p:grpSpPr>
          <p:sp>
            <p:nvSpPr>
              <p:cNvPr id="1777" name="Google Shape;1777;p15"/>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15"/>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15"/>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15"/>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15"/>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15"/>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3" name="Google Shape;1783;p15"/>
            <p:cNvGrpSpPr/>
            <p:nvPr/>
          </p:nvGrpSpPr>
          <p:grpSpPr>
            <a:xfrm rot="-2367118">
              <a:off x="288029" y="930323"/>
              <a:ext cx="718345" cy="258976"/>
              <a:chOff x="3781827" y="2039675"/>
              <a:chExt cx="256107" cy="92332"/>
            </a:xfrm>
          </p:grpSpPr>
          <p:sp>
            <p:nvSpPr>
              <p:cNvPr id="1784" name="Google Shape;1784;p15"/>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15"/>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15"/>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15"/>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15"/>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9" name="Google Shape;1789;p15"/>
            <p:cNvGrpSpPr/>
            <p:nvPr/>
          </p:nvGrpSpPr>
          <p:grpSpPr>
            <a:xfrm rot="-1659311">
              <a:off x="168998" y="1866068"/>
              <a:ext cx="976949" cy="271291"/>
              <a:chOff x="4799352" y="1342220"/>
              <a:chExt cx="428026" cy="118862"/>
            </a:xfrm>
          </p:grpSpPr>
          <p:sp>
            <p:nvSpPr>
              <p:cNvPr id="1790" name="Google Shape;1790;p15"/>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15"/>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15"/>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15"/>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15"/>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15"/>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15"/>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15"/>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8" name="Google Shape;1798;p15"/>
            <p:cNvGrpSpPr/>
            <p:nvPr/>
          </p:nvGrpSpPr>
          <p:grpSpPr>
            <a:xfrm rot="-1423834">
              <a:off x="791245" y="4779742"/>
              <a:ext cx="1423164" cy="421139"/>
              <a:chOff x="5813594" y="2813041"/>
              <a:chExt cx="591605" cy="175073"/>
            </a:xfrm>
          </p:grpSpPr>
          <p:sp>
            <p:nvSpPr>
              <p:cNvPr id="1799" name="Google Shape;1799;p15"/>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15"/>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15"/>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15"/>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15"/>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15"/>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15"/>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15"/>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15"/>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15"/>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15"/>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15"/>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15"/>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15"/>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15"/>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4" name="Google Shape;1814;p15"/>
            <p:cNvGrpSpPr/>
            <p:nvPr/>
          </p:nvGrpSpPr>
          <p:grpSpPr>
            <a:xfrm rot="3805024">
              <a:off x="8639878" y="3581204"/>
              <a:ext cx="795279" cy="175551"/>
              <a:chOff x="7968422" y="675563"/>
              <a:chExt cx="462304" cy="102049"/>
            </a:xfrm>
          </p:grpSpPr>
          <p:sp>
            <p:nvSpPr>
              <p:cNvPr id="1815" name="Google Shape;1815;p15"/>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15"/>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15"/>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15"/>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15"/>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15"/>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15"/>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15"/>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15"/>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15"/>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15"/>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15"/>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15"/>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8" name="Google Shape;1828;p15"/>
            <p:cNvGrpSpPr/>
            <p:nvPr/>
          </p:nvGrpSpPr>
          <p:grpSpPr>
            <a:xfrm rot="-2418407">
              <a:off x="7846020" y="4875901"/>
              <a:ext cx="668803" cy="400774"/>
              <a:chOff x="5983345" y="4283994"/>
              <a:chExt cx="253151" cy="151694"/>
            </a:xfrm>
          </p:grpSpPr>
          <p:sp>
            <p:nvSpPr>
              <p:cNvPr id="1829" name="Google Shape;1829;p15"/>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15"/>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15"/>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15"/>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15"/>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15"/>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15"/>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15"/>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15"/>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838" name="Google Shape;1838;p15"/>
          <p:cNvSpPr txBox="1"/>
          <p:nvPr>
            <p:ph type="title"/>
          </p:nvPr>
        </p:nvSpPr>
        <p:spPr>
          <a:xfrm>
            <a:off x="2730128" y="3112350"/>
            <a:ext cx="5700600" cy="459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b="0" sz="2200">
                <a:latin typeface="Vazirmatn SemiBold"/>
                <a:ea typeface="Vazirmatn SemiBold"/>
                <a:cs typeface="Vazirmatn SemiBold"/>
                <a:sym typeface="Vazirmatn SemiBold"/>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839" name="Google Shape;1839;p15"/>
          <p:cNvSpPr txBox="1"/>
          <p:nvPr>
            <p:ph idx="1" type="subTitle"/>
          </p:nvPr>
        </p:nvSpPr>
        <p:spPr>
          <a:xfrm>
            <a:off x="2730075" y="1571850"/>
            <a:ext cx="5700600" cy="1540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5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1840" name="Google Shape;1840;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4">
    <p:spTree>
      <p:nvGrpSpPr>
        <p:cNvPr id="1841" name="Shape 1841"/>
        <p:cNvGrpSpPr/>
        <p:nvPr/>
      </p:nvGrpSpPr>
      <p:grpSpPr>
        <a:xfrm>
          <a:off x="0" y="0"/>
          <a:ext cx="0" cy="0"/>
          <a:chOff x="0" y="0"/>
          <a:chExt cx="0" cy="0"/>
        </a:xfrm>
      </p:grpSpPr>
      <p:pic>
        <p:nvPicPr>
          <p:cNvPr id="1842" name="Google Shape;1842;p16"/>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843" name="Google Shape;1843;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844" name="Google Shape;1844;p16"/>
          <p:cNvGrpSpPr/>
          <p:nvPr/>
        </p:nvGrpSpPr>
        <p:grpSpPr>
          <a:xfrm>
            <a:off x="-294557" y="781396"/>
            <a:ext cx="9345051" cy="3183912"/>
            <a:chOff x="-294557" y="781396"/>
            <a:chExt cx="9345051" cy="3183912"/>
          </a:xfrm>
        </p:grpSpPr>
        <p:grpSp>
          <p:nvGrpSpPr>
            <p:cNvPr id="1845" name="Google Shape;1845;p16"/>
            <p:cNvGrpSpPr/>
            <p:nvPr/>
          </p:nvGrpSpPr>
          <p:grpSpPr>
            <a:xfrm rot="2258642">
              <a:off x="-339773" y="1074563"/>
              <a:ext cx="1029115" cy="202717"/>
              <a:chOff x="4737493" y="4305992"/>
              <a:chExt cx="547410" cy="107830"/>
            </a:xfrm>
          </p:grpSpPr>
          <p:sp>
            <p:nvSpPr>
              <p:cNvPr id="1846" name="Google Shape;1846;p16"/>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16"/>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16"/>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16"/>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16"/>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16"/>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16"/>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16"/>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16"/>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16"/>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16"/>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16"/>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16"/>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9" name="Google Shape;1859;p16"/>
            <p:cNvGrpSpPr/>
            <p:nvPr/>
          </p:nvGrpSpPr>
          <p:grpSpPr>
            <a:xfrm rot="-2416383">
              <a:off x="8592812" y="3648847"/>
              <a:ext cx="447780" cy="194821"/>
              <a:chOff x="8075001" y="4307963"/>
              <a:chExt cx="238179" cy="103627"/>
            </a:xfrm>
          </p:grpSpPr>
          <p:sp>
            <p:nvSpPr>
              <p:cNvPr id="1860" name="Google Shape;1860;p16"/>
              <p:cNvSpPr/>
              <p:nvPr/>
            </p:nvSpPr>
            <p:spPr>
              <a:xfrm>
                <a:off x="8075001" y="4316959"/>
                <a:ext cx="78476" cy="92857"/>
              </a:xfrm>
              <a:custGeom>
                <a:rect b="b" l="l" r="r" t="t"/>
                <a:pathLst>
                  <a:path extrusionOk="0" h="1414" w="1195">
                    <a:moveTo>
                      <a:pt x="695" y="0"/>
                    </a:moveTo>
                    <a:cubicBezTo>
                      <a:pt x="482" y="0"/>
                      <a:pt x="258" y="67"/>
                      <a:pt x="152" y="165"/>
                    </a:cubicBezTo>
                    <a:cubicBezTo>
                      <a:pt x="0" y="304"/>
                      <a:pt x="91" y="450"/>
                      <a:pt x="220" y="567"/>
                    </a:cubicBezTo>
                    <a:cubicBezTo>
                      <a:pt x="321" y="661"/>
                      <a:pt x="437" y="729"/>
                      <a:pt x="551" y="797"/>
                    </a:cubicBezTo>
                    <a:cubicBezTo>
                      <a:pt x="638" y="852"/>
                      <a:pt x="755" y="904"/>
                      <a:pt x="803" y="997"/>
                    </a:cubicBezTo>
                    <a:cubicBezTo>
                      <a:pt x="898" y="1180"/>
                      <a:pt x="708" y="1286"/>
                      <a:pt x="543" y="1286"/>
                    </a:cubicBezTo>
                    <a:cubicBezTo>
                      <a:pt x="538" y="1286"/>
                      <a:pt x="533" y="1286"/>
                      <a:pt x="528" y="1286"/>
                    </a:cubicBezTo>
                    <a:cubicBezTo>
                      <a:pt x="447" y="1286"/>
                      <a:pt x="447" y="1409"/>
                      <a:pt x="528" y="1412"/>
                    </a:cubicBezTo>
                    <a:cubicBezTo>
                      <a:pt x="542" y="1413"/>
                      <a:pt x="556" y="1413"/>
                      <a:pt x="570" y="1413"/>
                    </a:cubicBezTo>
                    <a:cubicBezTo>
                      <a:pt x="864" y="1413"/>
                      <a:pt x="1148" y="1219"/>
                      <a:pt x="907" y="910"/>
                    </a:cubicBezTo>
                    <a:cubicBezTo>
                      <a:pt x="774" y="742"/>
                      <a:pt x="551" y="664"/>
                      <a:pt x="382" y="537"/>
                    </a:cubicBezTo>
                    <a:cubicBezTo>
                      <a:pt x="259" y="450"/>
                      <a:pt x="175" y="294"/>
                      <a:pt x="337" y="194"/>
                    </a:cubicBezTo>
                    <a:cubicBezTo>
                      <a:pt x="415" y="145"/>
                      <a:pt x="531" y="126"/>
                      <a:pt x="616" y="116"/>
                    </a:cubicBezTo>
                    <a:cubicBezTo>
                      <a:pt x="635" y="115"/>
                      <a:pt x="656" y="114"/>
                      <a:pt x="677" y="114"/>
                    </a:cubicBezTo>
                    <a:cubicBezTo>
                      <a:pt x="854" y="114"/>
                      <a:pt x="1095" y="166"/>
                      <a:pt x="1118" y="359"/>
                    </a:cubicBezTo>
                    <a:cubicBezTo>
                      <a:pt x="1121" y="378"/>
                      <a:pt x="1135" y="386"/>
                      <a:pt x="1150" y="386"/>
                    </a:cubicBezTo>
                    <a:cubicBezTo>
                      <a:pt x="1169" y="386"/>
                      <a:pt x="1189" y="373"/>
                      <a:pt x="1189" y="353"/>
                    </a:cubicBezTo>
                    <a:cubicBezTo>
                      <a:pt x="1194" y="97"/>
                      <a:pt x="953" y="0"/>
                      <a:pt x="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16"/>
              <p:cNvSpPr/>
              <p:nvPr/>
            </p:nvSpPr>
            <p:spPr>
              <a:xfrm>
                <a:off x="8142639" y="4370938"/>
                <a:ext cx="40321" cy="8012"/>
              </a:xfrm>
              <a:custGeom>
                <a:rect b="b" l="l" r="r" t="t"/>
                <a:pathLst>
                  <a:path extrusionOk="0" h="122" w="614">
                    <a:moveTo>
                      <a:pt x="556" y="0"/>
                    </a:moveTo>
                    <a:cubicBezTo>
                      <a:pt x="554" y="0"/>
                      <a:pt x="553" y="0"/>
                      <a:pt x="551" y="1"/>
                    </a:cubicBezTo>
                    <a:cubicBezTo>
                      <a:pt x="412" y="11"/>
                      <a:pt x="275" y="25"/>
                      <a:pt x="134" y="25"/>
                    </a:cubicBezTo>
                    <a:cubicBezTo>
                      <a:pt x="108" y="25"/>
                      <a:pt x="82" y="24"/>
                      <a:pt x="55" y="23"/>
                    </a:cubicBezTo>
                    <a:cubicBezTo>
                      <a:pt x="0" y="23"/>
                      <a:pt x="3" y="104"/>
                      <a:pt x="55" y="111"/>
                    </a:cubicBezTo>
                    <a:cubicBezTo>
                      <a:pt x="125" y="117"/>
                      <a:pt x="197" y="121"/>
                      <a:pt x="268" y="121"/>
                    </a:cubicBezTo>
                    <a:cubicBezTo>
                      <a:pt x="369" y="121"/>
                      <a:pt x="469" y="113"/>
                      <a:pt x="564" y="94"/>
                    </a:cubicBezTo>
                    <a:cubicBezTo>
                      <a:pt x="614" y="85"/>
                      <a:pt x="604" y="0"/>
                      <a:pt x="5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16"/>
              <p:cNvSpPr/>
              <p:nvPr/>
            </p:nvSpPr>
            <p:spPr>
              <a:xfrm>
                <a:off x="8139881" y="4360431"/>
                <a:ext cx="44524" cy="6567"/>
              </a:xfrm>
              <a:custGeom>
                <a:rect b="b" l="l" r="r" t="t"/>
                <a:pathLst>
                  <a:path extrusionOk="0" h="100" w="678">
                    <a:moveTo>
                      <a:pt x="520" y="1"/>
                    </a:moveTo>
                    <a:cubicBezTo>
                      <a:pt x="364" y="1"/>
                      <a:pt x="205" y="8"/>
                      <a:pt x="49" y="21"/>
                    </a:cubicBezTo>
                    <a:cubicBezTo>
                      <a:pt x="8" y="28"/>
                      <a:pt x="0" y="96"/>
                      <a:pt x="46" y="96"/>
                    </a:cubicBezTo>
                    <a:cubicBezTo>
                      <a:pt x="47" y="96"/>
                      <a:pt x="48" y="96"/>
                      <a:pt x="49" y="96"/>
                    </a:cubicBezTo>
                    <a:cubicBezTo>
                      <a:pt x="136" y="91"/>
                      <a:pt x="224" y="89"/>
                      <a:pt x="311" y="89"/>
                    </a:cubicBezTo>
                    <a:cubicBezTo>
                      <a:pt x="413" y="89"/>
                      <a:pt x="513" y="92"/>
                      <a:pt x="612" y="99"/>
                    </a:cubicBezTo>
                    <a:cubicBezTo>
                      <a:pt x="615" y="99"/>
                      <a:pt x="618" y="100"/>
                      <a:pt x="620" y="100"/>
                    </a:cubicBezTo>
                    <a:cubicBezTo>
                      <a:pt x="677" y="100"/>
                      <a:pt x="674" y="2"/>
                      <a:pt x="612" y="2"/>
                    </a:cubicBezTo>
                    <a:cubicBezTo>
                      <a:pt x="582" y="1"/>
                      <a:pt x="551"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16"/>
              <p:cNvSpPr/>
              <p:nvPr/>
            </p:nvSpPr>
            <p:spPr>
              <a:xfrm>
                <a:off x="8170942" y="4307963"/>
                <a:ext cx="62978" cy="103627"/>
              </a:xfrm>
              <a:custGeom>
                <a:rect b="b" l="l" r="r" t="t"/>
                <a:pathLst>
                  <a:path extrusionOk="0" h="1578" w="959">
                    <a:moveTo>
                      <a:pt x="845" y="1"/>
                    </a:moveTo>
                    <a:cubicBezTo>
                      <a:pt x="818" y="1"/>
                      <a:pt x="791" y="16"/>
                      <a:pt x="784" y="49"/>
                    </a:cubicBezTo>
                    <a:cubicBezTo>
                      <a:pt x="706" y="496"/>
                      <a:pt x="658" y="950"/>
                      <a:pt x="629" y="1410"/>
                    </a:cubicBezTo>
                    <a:cubicBezTo>
                      <a:pt x="515" y="1300"/>
                      <a:pt x="428" y="1031"/>
                      <a:pt x="376" y="927"/>
                    </a:cubicBezTo>
                    <a:cubicBezTo>
                      <a:pt x="279" y="746"/>
                      <a:pt x="188" y="558"/>
                      <a:pt x="94" y="373"/>
                    </a:cubicBezTo>
                    <a:cubicBezTo>
                      <a:pt x="86" y="355"/>
                      <a:pt x="72" y="348"/>
                      <a:pt x="59" y="348"/>
                    </a:cubicBezTo>
                    <a:cubicBezTo>
                      <a:pt x="30" y="348"/>
                      <a:pt x="1" y="380"/>
                      <a:pt x="16" y="415"/>
                    </a:cubicBezTo>
                    <a:cubicBezTo>
                      <a:pt x="136" y="687"/>
                      <a:pt x="266" y="950"/>
                      <a:pt x="399" y="1215"/>
                    </a:cubicBezTo>
                    <a:cubicBezTo>
                      <a:pt x="467" y="1348"/>
                      <a:pt x="515" y="1526"/>
                      <a:pt x="674" y="1575"/>
                    </a:cubicBezTo>
                    <a:cubicBezTo>
                      <a:pt x="680" y="1577"/>
                      <a:pt x="687" y="1578"/>
                      <a:pt x="693" y="1578"/>
                    </a:cubicBezTo>
                    <a:cubicBezTo>
                      <a:pt x="726" y="1578"/>
                      <a:pt x="752" y="1549"/>
                      <a:pt x="755" y="1514"/>
                    </a:cubicBezTo>
                    <a:cubicBezTo>
                      <a:pt x="784" y="1060"/>
                      <a:pt x="833" y="610"/>
                      <a:pt x="901" y="163"/>
                    </a:cubicBezTo>
                    <a:cubicBezTo>
                      <a:pt x="933" y="150"/>
                      <a:pt x="959" y="114"/>
                      <a:pt x="933" y="75"/>
                    </a:cubicBezTo>
                    <a:cubicBezTo>
                      <a:pt x="927" y="59"/>
                      <a:pt x="914" y="49"/>
                      <a:pt x="904" y="33"/>
                    </a:cubicBezTo>
                    <a:cubicBezTo>
                      <a:pt x="892" y="12"/>
                      <a:pt x="868" y="1"/>
                      <a:pt x="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16"/>
              <p:cNvSpPr/>
              <p:nvPr/>
            </p:nvSpPr>
            <p:spPr>
              <a:xfrm>
                <a:off x="8243702" y="4368508"/>
                <a:ext cx="18322" cy="12871"/>
              </a:xfrm>
              <a:custGeom>
                <a:rect b="b" l="l" r="r" t="t"/>
                <a:pathLst>
                  <a:path extrusionOk="0" h="196" w="279">
                    <a:moveTo>
                      <a:pt x="194" y="0"/>
                    </a:moveTo>
                    <a:cubicBezTo>
                      <a:pt x="166" y="0"/>
                      <a:pt x="138" y="13"/>
                      <a:pt x="113" y="34"/>
                    </a:cubicBezTo>
                    <a:cubicBezTo>
                      <a:pt x="108" y="33"/>
                      <a:pt x="102" y="32"/>
                      <a:pt x="97" y="32"/>
                    </a:cubicBezTo>
                    <a:cubicBezTo>
                      <a:pt x="61" y="32"/>
                      <a:pt x="27" y="59"/>
                      <a:pt x="16" y="93"/>
                    </a:cubicBezTo>
                    <a:cubicBezTo>
                      <a:pt x="0" y="148"/>
                      <a:pt x="36" y="180"/>
                      <a:pt x="84" y="190"/>
                    </a:cubicBezTo>
                    <a:cubicBezTo>
                      <a:pt x="98" y="194"/>
                      <a:pt x="111" y="195"/>
                      <a:pt x="123" y="195"/>
                    </a:cubicBezTo>
                    <a:cubicBezTo>
                      <a:pt x="198" y="195"/>
                      <a:pt x="261" y="135"/>
                      <a:pt x="269" y="60"/>
                    </a:cubicBezTo>
                    <a:cubicBezTo>
                      <a:pt x="279" y="28"/>
                      <a:pt x="243" y="5"/>
                      <a:pt x="211" y="2"/>
                    </a:cubicBezTo>
                    <a:cubicBezTo>
                      <a:pt x="205" y="1"/>
                      <a:pt x="199" y="0"/>
                      <a:pt x="1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16"/>
              <p:cNvSpPr/>
              <p:nvPr/>
            </p:nvSpPr>
            <p:spPr>
              <a:xfrm>
                <a:off x="8268590" y="4320505"/>
                <a:ext cx="44590" cy="78870"/>
              </a:xfrm>
              <a:custGeom>
                <a:rect b="b" l="l" r="r" t="t"/>
                <a:pathLst>
                  <a:path extrusionOk="0" h="1201" w="679">
                    <a:moveTo>
                      <a:pt x="207" y="0"/>
                    </a:moveTo>
                    <a:cubicBezTo>
                      <a:pt x="198" y="0"/>
                      <a:pt x="188" y="6"/>
                      <a:pt x="181" y="20"/>
                    </a:cubicBezTo>
                    <a:cubicBezTo>
                      <a:pt x="52" y="296"/>
                      <a:pt x="0" y="752"/>
                      <a:pt x="159" y="1028"/>
                    </a:cubicBezTo>
                    <a:cubicBezTo>
                      <a:pt x="217" y="1128"/>
                      <a:pt x="338" y="1200"/>
                      <a:pt x="450" y="1200"/>
                    </a:cubicBezTo>
                    <a:cubicBezTo>
                      <a:pt x="533" y="1200"/>
                      <a:pt x="610" y="1161"/>
                      <a:pt x="654" y="1067"/>
                    </a:cubicBezTo>
                    <a:cubicBezTo>
                      <a:pt x="679" y="1018"/>
                      <a:pt x="642" y="978"/>
                      <a:pt x="602" y="978"/>
                    </a:cubicBezTo>
                    <a:cubicBezTo>
                      <a:pt x="584" y="978"/>
                      <a:pt x="565" y="986"/>
                      <a:pt x="551" y="1005"/>
                    </a:cubicBezTo>
                    <a:cubicBezTo>
                      <a:pt x="513" y="1058"/>
                      <a:pt x="473" y="1079"/>
                      <a:pt x="434" y="1079"/>
                    </a:cubicBezTo>
                    <a:cubicBezTo>
                      <a:pt x="340" y="1079"/>
                      <a:pt x="255" y="951"/>
                      <a:pt x="227" y="866"/>
                    </a:cubicBezTo>
                    <a:cubicBezTo>
                      <a:pt x="204" y="785"/>
                      <a:pt x="194" y="694"/>
                      <a:pt x="191" y="610"/>
                    </a:cubicBezTo>
                    <a:lnTo>
                      <a:pt x="191" y="610"/>
                    </a:lnTo>
                    <a:cubicBezTo>
                      <a:pt x="292" y="613"/>
                      <a:pt x="389" y="610"/>
                      <a:pt x="492" y="623"/>
                    </a:cubicBezTo>
                    <a:cubicBezTo>
                      <a:pt x="494" y="623"/>
                      <a:pt x="496" y="623"/>
                      <a:pt x="498" y="623"/>
                    </a:cubicBezTo>
                    <a:cubicBezTo>
                      <a:pt x="560" y="623"/>
                      <a:pt x="562" y="513"/>
                      <a:pt x="495" y="513"/>
                    </a:cubicBezTo>
                    <a:cubicBezTo>
                      <a:pt x="494" y="513"/>
                      <a:pt x="493" y="513"/>
                      <a:pt x="492" y="513"/>
                    </a:cubicBezTo>
                    <a:cubicBezTo>
                      <a:pt x="389" y="513"/>
                      <a:pt x="288" y="516"/>
                      <a:pt x="191" y="532"/>
                    </a:cubicBezTo>
                    <a:cubicBezTo>
                      <a:pt x="191" y="367"/>
                      <a:pt x="224" y="205"/>
                      <a:pt x="243" y="43"/>
                    </a:cubicBezTo>
                    <a:cubicBezTo>
                      <a:pt x="245" y="22"/>
                      <a:pt x="226" y="0"/>
                      <a:pt x="2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66" name="Google Shape;1866;p16"/>
          <p:cNvGrpSpPr/>
          <p:nvPr/>
        </p:nvGrpSpPr>
        <p:grpSpPr>
          <a:xfrm>
            <a:off x="-507479" y="0"/>
            <a:ext cx="10092495" cy="4836424"/>
            <a:chOff x="-507479" y="0"/>
            <a:chExt cx="10092495" cy="4836424"/>
          </a:xfrm>
        </p:grpSpPr>
        <p:grpSp>
          <p:nvGrpSpPr>
            <p:cNvPr id="1867" name="Google Shape;1867;p16"/>
            <p:cNvGrpSpPr/>
            <p:nvPr/>
          </p:nvGrpSpPr>
          <p:grpSpPr>
            <a:xfrm rot="-2520871">
              <a:off x="8466656" y="3910272"/>
              <a:ext cx="1026559" cy="668517"/>
              <a:chOff x="6925286" y="2716904"/>
              <a:chExt cx="562593" cy="366373"/>
            </a:xfrm>
          </p:grpSpPr>
          <p:sp>
            <p:nvSpPr>
              <p:cNvPr id="1868" name="Google Shape;1868;p16"/>
              <p:cNvSpPr/>
              <p:nvPr/>
            </p:nvSpPr>
            <p:spPr>
              <a:xfrm>
                <a:off x="6974472" y="2716904"/>
                <a:ext cx="513408" cy="366373"/>
              </a:xfrm>
              <a:custGeom>
                <a:rect b="b" l="l" r="r" t="t"/>
                <a:pathLst>
                  <a:path extrusionOk="0" h="5579" w="7818">
                    <a:moveTo>
                      <a:pt x="3859" y="1235"/>
                    </a:moveTo>
                    <a:cubicBezTo>
                      <a:pt x="4180" y="1618"/>
                      <a:pt x="4478" y="2010"/>
                      <a:pt x="4769" y="2411"/>
                    </a:cubicBezTo>
                    <a:cubicBezTo>
                      <a:pt x="4656" y="2512"/>
                      <a:pt x="4539" y="2609"/>
                      <a:pt x="4426" y="2709"/>
                    </a:cubicBezTo>
                    <a:lnTo>
                      <a:pt x="4108" y="2453"/>
                    </a:lnTo>
                    <a:cubicBezTo>
                      <a:pt x="3888" y="2282"/>
                      <a:pt x="3652" y="2120"/>
                      <a:pt x="3422" y="1951"/>
                    </a:cubicBezTo>
                    <a:cubicBezTo>
                      <a:pt x="3564" y="1718"/>
                      <a:pt x="3710" y="1475"/>
                      <a:pt x="3859" y="1235"/>
                    </a:cubicBezTo>
                    <a:close/>
                    <a:moveTo>
                      <a:pt x="4847" y="2515"/>
                    </a:moveTo>
                    <a:cubicBezTo>
                      <a:pt x="5106" y="2871"/>
                      <a:pt x="5356" y="3231"/>
                      <a:pt x="5612" y="3587"/>
                    </a:cubicBezTo>
                    <a:lnTo>
                      <a:pt x="5378" y="3587"/>
                    </a:lnTo>
                    <a:cubicBezTo>
                      <a:pt x="5106" y="3309"/>
                      <a:pt x="4818" y="3046"/>
                      <a:pt x="4523" y="2790"/>
                    </a:cubicBezTo>
                    <a:cubicBezTo>
                      <a:pt x="4633" y="2696"/>
                      <a:pt x="4737" y="2606"/>
                      <a:pt x="4847" y="2515"/>
                    </a:cubicBezTo>
                    <a:close/>
                    <a:moveTo>
                      <a:pt x="7604" y="182"/>
                    </a:moveTo>
                    <a:lnTo>
                      <a:pt x="7604" y="182"/>
                    </a:lnTo>
                    <a:cubicBezTo>
                      <a:pt x="7585" y="762"/>
                      <a:pt x="7572" y="1345"/>
                      <a:pt x="7581" y="1925"/>
                    </a:cubicBezTo>
                    <a:cubicBezTo>
                      <a:pt x="7588" y="2470"/>
                      <a:pt x="7555" y="3062"/>
                      <a:pt x="7666" y="3600"/>
                    </a:cubicBezTo>
                    <a:cubicBezTo>
                      <a:pt x="7037" y="3600"/>
                      <a:pt x="6405" y="3594"/>
                      <a:pt x="5774" y="3594"/>
                    </a:cubicBezTo>
                    <a:cubicBezTo>
                      <a:pt x="5498" y="3208"/>
                      <a:pt x="5226" y="2819"/>
                      <a:pt x="4948" y="2434"/>
                    </a:cubicBezTo>
                    <a:cubicBezTo>
                      <a:pt x="5832" y="1682"/>
                      <a:pt x="6713" y="924"/>
                      <a:pt x="7604" y="182"/>
                    </a:cubicBezTo>
                    <a:close/>
                    <a:moveTo>
                      <a:pt x="4423" y="2884"/>
                    </a:moveTo>
                    <a:cubicBezTo>
                      <a:pt x="4688" y="3108"/>
                      <a:pt x="4944" y="3344"/>
                      <a:pt x="5191" y="3594"/>
                    </a:cubicBezTo>
                    <a:cubicBezTo>
                      <a:pt x="4633" y="3597"/>
                      <a:pt x="4073" y="3613"/>
                      <a:pt x="3519" y="3652"/>
                    </a:cubicBezTo>
                    <a:cubicBezTo>
                      <a:pt x="3823" y="3399"/>
                      <a:pt x="4121" y="3143"/>
                      <a:pt x="4423" y="2884"/>
                    </a:cubicBezTo>
                    <a:close/>
                    <a:moveTo>
                      <a:pt x="2262" y="1183"/>
                    </a:moveTo>
                    <a:cubicBezTo>
                      <a:pt x="2560" y="1491"/>
                      <a:pt x="2900" y="1747"/>
                      <a:pt x="3244" y="1993"/>
                    </a:cubicBezTo>
                    <a:cubicBezTo>
                      <a:pt x="2822" y="2703"/>
                      <a:pt x="2414" y="3415"/>
                      <a:pt x="2025" y="4138"/>
                    </a:cubicBezTo>
                    <a:cubicBezTo>
                      <a:pt x="1847" y="4137"/>
                      <a:pt x="1669" y="4136"/>
                      <a:pt x="1490" y="4136"/>
                    </a:cubicBezTo>
                    <a:cubicBezTo>
                      <a:pt x="1053" y="4136"/>
                      <a:pt x="616" y="4140"/>
                      <a:pt x="179" y="4154"/>
                    </a:cubicBezTo>
                    <a:cubicBezTo>
                      <a:pt x="940" y="3221"/>
                      <a:pt x="1582" y="2175"/>
                      <a:pt x="2262" y="1183"/>
                    </a:cubicBezTo>
                    <a:close/>
                    <a:moveTo>
                      <a:pt x="3354" y="2071"/>
                    </a:moveTo>
                    <a:cubicBezTo>
                      <a:pt x="3548" y="2207"/>
                      <a:pt x="3746" y="2346"/>
                      <a:pt x="3937" y="2492"/>
                    </a:cubicBezTo>
                    <a:cubicBezTo>
                      <a:pt x="4070" y="2593"/>
                      <a:pt x="4199" y="2696"/>
                      <a:pt x="4329" y="2803"/>
                    </a:cubicBezTo>
                    <a:cubicBezTo>
                      <a:pt x="4008" y="3085"/>
                      <a:pt x="3687" y="3373"/>
                      <a:pt x="3373" y="3665"/>
                    </a:cubicBezTo>
                    <a:cubicBezTo>
                      <a:pt x="3344" y="3675"/>
                      <a:pt x="3341" y="3710"/>
                      <a:pt x="3363" y="3726"/>
                    </a:cubicBezTo>
                    <a:cubicBezTo>
                      <a:pt x="3371" y="3736"/>
                      <a:pt x="3385" y="3742"/>
                      <a:pt x="3398" y="3742"/>
                    </a:cubicBezTo>
                    <a:cubicBezTo>
                      <a:pt x="3408" y="3742"/>
                      <a:pt x="3417" y="3740"/>
                      <a:pt x="3425" y="3733"/>
                    </a:cubicBezTo>
                    <a:cubicBezTo>
                      <a:pt x="3957" y="3768"/>
                      <a:pt x="4492" y="3776"/>
                      <a:pt x="5029" y="3776"/>
                    </a:cubicBezTo>
                    <a:cubicBezTo>
                      <a:pt x="5142" y="3776"/>
                      <a:pt x="5255" y="3776"/>
                      <a:pt x="5369" y="3775"/>
                    </a:cubicBezTo>
                    <a:cubicBezTo>
                      <a:pt x="5492" y="3901"/>
                      <a:pt x="5612" y="4031"/>
                      <a:pt x="5725" y="4164"/>
                    </a:cubicBezTo>
                    <a:cubicBezTo>
                      <a:pt x="5285" y="4152"/>
                      <a:pt x="4844" y="4149"/>
                      <a:pt x="4404" y="4149"/>
                    </a:cubicBezTo>
                    <a:cubicBezTo>
                      <a:pt x="3995" y="4149"/>
                      <a:pt x="3587" y="4151"/>
                      <a:pt x="3179" y="4151"/>
                    </a:cubicBezTo>
                    <a:cubicBezTo>
                      <a:pt x="3086" y="4151"/>
                      <a:pt x="2993" y="4151"/>
                      <a:pt x="2900" y="4151"/>
                    </a:cubicBezTo>
                    <a:cubicBezTo>
                      <a:pt x="2651" y="4151"/>
                      <a:pt x="2408" y="4148"/>
                      <a:pt x="2162" y="4148"/>
                    </a:cubicBezTo>
                    <a:cubicBezTo>
                      <a:pt x="2547" y="3448"/>
                      <a:pt x="2942" y="2755"/>
                      <a:pt x="3354" y="2071"/>
                    </a:cubicBezTo>
                    <a:close/>
                    <a:moveTo>
                      <a:pt x="5738" y="3762"/>
                    </a:moveTo>
                    <a:cubicBezTo>
                      <a:pt x="6127" y="4310"/>
                      <a:pt x="6519" y="4844"/>
                      <a:pt x="6950" y="5359"/>
                    </a:cubicBezTo>
                    <a:cubicBezTo>
                      <a:pt x="5997" y="5401"/>
                      <a:pt x="5041" y="5430"/>
                      <a:pt x="4089" y="5443"/>
                    </a:cubicBezTo>
                    <a:cubicBezTo>
                      <a:pt x="3623" y="5450"/>
                      <a:pt x="3159" y="5450"/>
                      <a:pt x="2693" y="5450"/>
                    </a:cubicBezTo>
                    <a:cubicBezTo>
                      <a:pt x="2453" y="5450"/>
                      <a:pt x="2207" y="5438"/>
                      <a:pt x="1963" y="5438"/>
                    </a:cubicBezTo>
                    <a:cubicBezTo>
                      <a:pt x="1785" y="5438"/>
                      <a:pt x="1607" y="5444"/>
                      <a:pt x="1433" y="5466"/>
                    </a:cubicBezTo>
                    <a:cubicBezTo>
                      <a:pt x="1646" y="5071"/>
                      <a:pt x="1867" y="4672"/>
                      <a:pt x="2084" y="4277"/>
                    </a:cubicBezTo>
                    <a:lnTo>
                      <a:pt x="2900" y="4277"/>
                    </a:lnTo>
                    <a:cubicBezTo>
                      <a:pt x="3574" y="4280"/>
                      <a:pt x="4250" y="4290"/>
                      <a:pt x="4924" y="4290"/>
                    </a:cubicBezTo>
                    <a:cubicBezTo>
                      <a:pt x="5196" y="4290"/>
                      <a:pt x="5467" y="4288"/>
                      <a:pt x="5738" y="4284"/>
                    </a:cubicBezTo>
                    <a:cubicBezTo>
                      <a:pt x="5787" y="4284"/>
                      <a:pt x="5806" y="4235"/>
                      <a:pt x="5793" y="4199"/>
                    </a:cubicBezTo>
                    <a:cubicBezTo>
                      <a:pt x="5842" y="4196"/>
                      <a:pt x="5881" y="4131"/>
                      <a:pt x="5838" y="4086"/>
                    </a:cubicBezTo>
                    <a:cubicBezTo>
                      <a:pt x="5741" y="3976"/>
                      <a:pt x="5644" y="3872"/>
                      <a:pt x="5547" y="3765"/>
                    </a:cubicBezTo>
                    <a:cubicBezTo>
                      <a:pt x="5612" y="3765"/>
                      <a:pt x="5673" y="3765"/>
                      <a:pt x="5738" y="3762"/>
                    </a:cubicBezTo>
                    <a:close/>
                    <a:moveTo>
                      <a:pt x="7678" y="0"/>
                    </a:moveTo>
                    <a:cubicBezTo>
                      <a:pt x="7667" y="0"/>
                      <a:pt x="7656" y="3"/>
                      <a:pt x="7646" y="7"/>
                    </a:cubicBezTo>
                    <a:cubicBezTo>
                      <a:pt x="7639" y="5"/>
                      <a:pt x="7632" y="4"/>
                      <a:pt x="7625" y="4"/>
                    </a:cubicBezTo>
                    <a:cubicBezTo>
                      <a:pt x="7609" y="4"/>
                      <a:pt x="7595" y="9"/>
                      <a:pt x="7581" y="20"/>
                    </a:cubicBezTo>
                    <a:cubicBezTo>
                      <a:pt x="6668" y="778"/>
                      <a:pt x="5761" y="1540"/>
                      <a:pt x="4867" y="2317"/>
                    </a:cubicBezTo>
                    <a:cubicBezTo>
                      <a:pt x="4556" y="1893"/>
                      <a:pt x="4235" y="1472"/>
                      <a:pt x="3895" y="1070"/>
                    </a:cubicBezTo>
                    <a:cubicBezTo>
                      <a:pt x="3883" y="1057"/>
                      <a:pt x="3867" y="1051"/>
                      <a:pt x="3851" y="1051"/>
                    </a:cubicBezTo>
                    <a:cubicBezTo>
                      <a:pt x="3827" y="1051"/>
                      <a:pt x="3803" y="1064"/>
                      <a:pt x="3791" y="1083"/>
                    </a:cubicBezTo>
                    <a:cubicBezTo>
                      <a:pt x="3629" y="1345"/>
                      <a:pt x="3470" y="1608"/>
                      <a:pt x="3312" y="1870"/>
                    </a:cubicBezTo>
                    <a:cubicBezTo>
                      <a:pt x="2955" y="1618"/>
                      <a:pt x="2602" y="1349"/>
                      <a:pt x="2301" y="1025"/>
                    </a:cubicBezTo>
                    <a:cubicBezTo>
                      <a:pt x="2288" y="1012"/>
                      <a:pt x="2272" y="1006"/>
                      <a:pt x="2256" y="1006"/>
                    </a:cubicBezTo>
                    <a:cubicBezTo>
                      <a:pt x="2233" y="1006"/>
                      <a:pt x="2209" y="1018"/>
                      <a:pt x="2194" y="1038"/>
                    </a:cubicBezTo>
                    <a:cubicBezTo>
                      <a:pt x="1484" y="2074"/>
                      <a:pt x="798" y="3134"/>
                      <a:pt x="59" y="4151"/>
                    </a:cubicBezTo>
                    <a:lnTo>
                      <a:pt x="53" y="4151"/>
                    </a:lnTo>
                    <a:cubicBezTo>
                      <a:pt x="1" y="4154"/>
                      <a:pt x="1" y="4229"/>
                      <a:pt x="53" y="4232"/>
                    </a:cubicBezTo>
                    <a:lnTo>
                      <a:pt x="88" y="4232"/>
                    </a:lnTo>
                    <a:cubicBezTo>
                      <a:pt x="707" y="4261"/>
                      <a:pt x="1329" y="4264"/>
                      <a:pt x="1944" y="4264"/>
                    </a:cubicBezTo>
                    <a:cubicBezTo>
                      <a:pt x="1724" y="4672"/>
                      <a:pt x="1510" y="5087"/>
                      <a:pt x="1303" y="5508"/>
                    </a:cubicBezTo>
                    <a:cubicBezTo>
                      <a:pt x="1287" y="5539"/>
                      <a:pt x="1315" y="5567"/>
                      <a:pt x="1340" y="5567"/>
                    </a:cubicBezTo>
                    <a:cubicBezTo>
                      <a:pt x="1352" y="5567"/>
                      <a:pt x="1364" y="5561"/>
                      <a:pt x="1371" y="5547"/>
                    </a:cubicBezTo>
                    <a:cubicBezTo>
                      <a:pt x="1378" y="5541"/>
                      <a:pt x="1381" y="5531"/>
                      <a:pt x="1384" y="5528"/>
                    </a:cubicBezTo>
                    <a:cubicBezTo>
                      <a:pt x="1620" y="5569"/>
                      <a:pt x="1866" y="5579"/>
                      <a:pt x="2111" y="5579"/>
                    </a:cubicBezTo>
                    <a:cubicBezTo>
                      <a:pt x="2303" y="5579"/>
                      <a:pt x="2495" y="5573"/>
                      <a:pt x="2683" y="5573"/>
                    </a:cubicBezTo>
                    <a:cubicBezTo>
                      <a:pt x="2800" y="5574"/>
                      <a:pt x="2916" y="5574"/>
                      <a:pt x="3033" y="5574"/>
                    </a:cubicBezTo>
                    <a:cubicBezTo>
                      <a:pt x="3383" y="5574"/>
                      <a:pt x="3733" y="5571"/>
                      <a:pt x="4083" y="5563"/>
                    </a:cubicBezTo>
                    <a:cubicBezTo>
                      <a:pt x="5035" y="5554"/>
                      <a:pt x="5987" y="5524"/>
                      <a:pt x="6940" y="5479"/>
                    </a:cubicBezTo>
                    <a:cubicBezTo>
                      <a:pt x="6979" y="5479"/>
                      <a:pt x="7001" y="5447"/>
                      <a:pt x="7005" y="5414"/>
                    </a:cubicBezTo>
                    <a:cubicBezTo>
                      <a:pt x="7012" y="5418"/>
                      <a:pt x="7019" y="5419"/>
                      <a:pt x="7026" y="5419"/>
                    </a:cubicBezTo>
                    <a:cubicBezTo>
                      <a:pt x="7072" y="5419"/>
                      <a:pt x="7115" y="5352"/>
                      <a:pt x="7076" y="5301"/>
                    </a:cubicBezTo>
                    <a:cubicBezTo>
                      <a:pt x="6655" y="4802"/>
                      <a:pt x="6273" y="4277"/>
                      <a:pt x="5890" y="3746"/>
                    </a:cubicBezTo>
                    <a:cubicBezTo>
                      <a:pt x="6506" y="3733"/>
                      <a:pt x="7118" y="3717"/>
                      <a:pt x="7724" y="3714"/>
                    </a:cubicBezTo>
                    <a:cubicBezTo>
                      <a:pt x="7729" y="3714"/>
                      <a:pt x="7735" y="3715"/>
                      <a:pt x="7739" y="3715"/>
                    </a:cubicBezTo>
                    <a:cubicBezTo>
                      <a:pt x="7818" y="3715"/>
                      <a:pt x="7813" y="3600"/>
                      <a:pt x="7734" y="3597"/>
                    </a:cubicBezTo>
                    <a:cubicBezTo>
                      <a:pt x="7792" y="3027"/>
                      <a:pt x="7714" y="2424"/>
                      <a:pt x="7711" y="1851"/>
                    </a:cubicBezTo>
                    <a:cubicBezTo>
                      <a:pt x="7704" y="1255"/>
                      <a:pt x="7717" y="662"/>
                      <a:pt x="7743" y="66"/>
                    </a:cubicBezTo>
                    <a:cubicBezTo>
                      <a:pt x="7746" y="22"/>
                      <a:pt x="7712" y="0"/>
                      <a:pt x="76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16"/>
              <p:cNvSpPr/>
              <p:nvPr/>
            </p:nvSpPr>
            <p:spPr>
              <a:xfrm>
                <a:off x="6925286" y="2954095"/>
                <a:ext cx="32375" cy="47020"/>
              </a:xfrm>
              <a:custGeom>
                <a:rect b="b" l="l" r="r" t="t"/>
                <a:pathLst>
                  <a:path extrusionOk="0" h="716" w="493">
                    <a:moveTo>
                      <a:pt x="209" y="215"/>
                    </a:moveTo>
                    <a:lnTo>
                      <a:pt x="270" y="348"/>
                    </a:lnTo>
                    <a:cubicBezTo>
                      <a:pt x="273" y="361"/>
                      <a:pt x="283" y="380"/>
                      <a:pt x="296" y="406"/>
                    </a:cubicBezTo>
                    <a:cubicBezTo>
                      <a:pt x="248" y="406"/>
                      <a:pt x="199" y="409"/>
                      <a:pt x="150" y="419"/>
                    </a:cubicBezTo>
                    <a:cubicBezTo>
                      <a:pt x="167" y="348"/>
                      <a:pt x="186" y="280"/>
                      <a:pt x="209" y="215"/>
                    </a:cubicBezTo>
                    <a:close/>
                    <a:moveTo>
                      <a:pt x="204" y="1"/>
                    </a:moveTo>
                    <a:cubicBezTo>
                      <a:pt x="177" y="1"/>
                      <a:pt x="150" y="18"/>
                      <a:pt x="141" y="46"/>
                    </a:cubicBezTo>
                    <a:cubicBezTo>
                      <a:pt x="95" y="176"/>
                      <a:pt x="56" y="309"/>
                      <a:pt x="31" y="442"/>
                    </a:cubicBezTo>
                    <a:cubicBezTo>
                      <a:pt x="14" y="458"/>
                      <a:pt x="14" y="484"/>
                      <a:pt x="24" y="500"/>
                    </a:cubicBezTo>
                    <a:cubicBezTo>
                      <a:pt x="14" y="555"/>
                      <a:pt x="8" y="617"/>
                      <a:pt x="5" y="672"/>
                    </a:cubicBezTo>
                    <a:cubicBezTo>
                      <a:pt x="1" y="699"/>
                      <a:pt x="25" y="715"/>
                      <a:pt x="49" y="715"/>
                    </a:cubicBezTo>
                    <a:cubicBezTo>
                      <a:pt x="68" y="715"/>
                      <a:pt x="86" y="706"/>
                      <a:pt x="92" y="685"/>
                    </a:cubicBezTo>
                    <a:cubicBezTo>
                      <a:pt x="105" y="630"/>
                      <a:pt x="112" y="575"/>
                      <a:pt x="124" y="519"/>
                    </a:cubicBezTo>
                    <a:cubicBezTo>
                      <a:pt x="193" y="516"/>
                      <a:pt x="267" y="510"/>
                      <a:pt x="335" y="506"/>
                    </a:cubicBezTo>
                    <a:cubicBezTo>
                      <a:pt x="338" y="523"/>
                      <a:pt x="345" y="539"/>
                      <a:pt x="348" y="552"/>
                    </a:cubicBezTo>
                    <a:cubicBezTo>
                      <a:pt x="335" y="565"/>
                      <a:pt x="329" y="575"/>
                      <a:pt x="329" y="591"/>
                    </a:cubicBezTo>
                    <a:lnTo>
                      <a:pt x="329" y="604"/>
                    </a:lnTo>
                    <a:cubicBezTo>
                      <a:pt x="329" y="623"/>
                      <a:pt x="338" y="646"/>
                      <a:pt x="354" y="655"/>
                    </a:cubicBezTo>
                    <a:lnTo>
                      <a:pt x="364" y="662"/>
                    </a:lnTo>
                    <a:cubicBezTo>
                      <a:pt x="374" y="667"/>
                      <a:pt x="384" y="669"/>
                      <a:pt x="393" y="669"/>
                    </a:cubicBezTo>
                    <a:cubicBezTo>
                      <a:pt x="414" y="669"/>
                      <a:pt x="433" y="657"/>
                      <a:pt x="448" y="639"/>
                    </a:cubicBezTo>
                    <a:cubicBezTo>
                      <a:pt x="481" y="600"/>
                      <a:pt x="471" y="542"/>
                      <a:pt x="452" y="487"/>
                    </a:cubicBezTo>
                    <a:cubicBezTo>
                      <a:pt x="493" y="462"/>
                      <a:pt x="484" y="393"/>
                      <a:pt x="430" y="393"/>
                    </a:cubicBezTo>
                    <a:cubicBezTo>
                      <a:pt x="428" y="393"/>
                      <a:pt x="427" y="393"/>
                      <a:pt x="426" y="393"/>
                    </a:cubicBezTo>
                    <a:lnTo>
                      <a:pt x="419" y="393"/>
                    </a:lnTo>
                    <a:cubicBezTo>
                      <a:pt x="416" y="387"/>
                      <a:pt x="416" y="380"/>
                      <a:pt x="413" y="374"/>
                    </a:cubicBezTo>
                    <a:cubicBezTo>
                      <a:pt x="371" y="257"/>
                      <a:pt x="316" y="137"/>
                      <a:pt x="254" y="30"/>
                    </a:cubicBezTo>
                    <a:cubicBezTo>
                      <a:pt x="242" y="10"/>
                      <a:pt x="223" y="1"/>
                      <a:pt x="2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16"/>
              <p:cNvSpPr/>
              <p:nvPr/>
            </p:nvSpPr>
            <p:spPr>
              <a:xfrm>
                <a:off x="7221712" y="3023243"/>
                <a:ext cx="34083" cy="42357"/>
              </a:xfrm>
              <a:custGeom>
                <a:rect b="b" l="l" r="r" t="t"/>
                <a:pathLst>
                  <a:path extrusionOk="0" h="645" w="519">
                    <a:moveTo>
                      <a:pt x="185" y="75"/>
                    </a:moveTo>
                    <a:cubicBezTo>
                      <a:pt x="207" y="75"/>
                      <a:pt x="229" y="83"/>
                      <a:pt x="246" y="101"/>
                    </a:cubicBezTo>
                    <a:cubicBezTo>
                      <a:pt x="292" y="150"/>
                      <a:pt x="269" y="231"/>
                      <a:pt x="204" y="250"/>
                    </a:cubicBezTo>
                    <a:cubicBezTo>
                      <a:pt x="150" y="266"/>
                      <a:pt x="155" y="357"/>
                      <a:pt x="211" y="357"/>
                    </a:cubicBezTo>
                    <a:cubicBezTo>
                      <a:pt x="212" y="357"/>
                      <a:pt x="213" y="357"/>
                      <a:pt x="214" y="357"/>
                    </a:cubicBezTo>
                    <a:cubicBezTo>
                      <a:pt x="217" y="357"/>
                      <a:pt x="224" y="357"/>
                      <a:pt x="227" y="354"/>
                    </a:cubicBezTo>
                    <a:cubicBezTo>
                      <a:pt x="250" y="349"/>
                      <a:pt x="273" y="345"/>
                      <a:pt x="296" y="345"/>
                    </a:cubicBezTo>
                    <a:cubicBezTo>
                      <a:pt x="305" y="345"/>
                      <a:pt x="315" y="346"/>
                      <a:pt x="324" y="348"/>
                    </a:cubicBezTo>
                    <a:cubicBezTo>
                      <a:pt x="356" y="357"/>
                      <a:pt x="402" y="374"/>
                      <a:pt x="392" y="412"/>
                    </a:cubicBezTo>
                    <a:cubicBezTo>
                      <a:pt x="386" y="442"/>
                      <a:pt x="327" y="461"/>
                      <a:pt x="308" y="467"/>
                    </a:cubicBezTo>
                    <a:cubicBezTo>
                      <a:pt x="256" y="484"/>
                      <a:pt x="204" y="484"/>
                      <a:pt x="156" y="493"/>
                    </a:cubicBezTo>
                    <a:cubicBezTo>
                      <a:pt x="149" y="487"/>
                      <a:pt x="146" y="484"/>
                      <a:pt x="139" y="477"/>
                    </a:cubicBezTo>
                    <a:cubicBezTo>
                      <a:pt x="139" y="364"/>
                      <a:pt x="117" y="247"/>
                      <a:pt x="78" y="143"/>
                    </a:cubicBezTo>
                    <a:lnTo>
                      <a:pt x="81" y="137"/>
                    </a:lnTo>
                    <a:cubicBezTo>
                      <a:pt x="100" y="101"/>
                      <a:pt x="143" y="75"/>
                      <a:pt x="185" y="75"/>
                    </a:cubicBezTo>
                    <a:close/>
                    <a:moveTo>
                      <a:pt x="206" y="0"/>
                    </a:moveTo>
                    <a:cubicBezTo>
                      <a:pt x="138" y="0"/>
                      <a:pt x="69" y="39"/>
                      <a:pt x="36" y="101"/>
                    </a:cubicBezTo>
                    <a:cubicBezTo>
                      <a:pt x="16" y="105"/>
                      <a:pt x="0" y="118"/>
                      <a:pt x="0" y="137"/>
                    </a:cubicBezTo>
                    <a:cubicBezTo>
                      <a:pt x="16" y="267"/>
                      <a:pt x="29" y="390"/>
                      <a:pt x="26" y="519"/>
                    </a:cubicBezTo>
                    <a:cubicBezTo>
                      <a:pt x="26" y="526"/>
                      <a:pt x="26" y="535"/>
                      <a:pt x="29" y="542"/>
                    </a:cubicBezTo>
                    <a:cubicBezTo>
                      <a:pt x="26" y="552"/>
                      <a:pt x="26" y="555"/>
                      <a:pt x="20" y="565"/>
                    </a:cubicBezTo>
                    <a:cubicBezTo>
                      <a:pt x="7" y="606"/>
                      <a:pt x="45" y="645"/>
                      <a:pt x="84" y="645"/>
                    </a:cubicBezTo>
                    <a:cubicBezTo>
                      <a:pt x="94" y="645"/>
                      <a:pt x="104" y="642"/>
                      <a:pt x="113" y="636"/>
                    </a:cubicBezTo>
                    <a:cubicBezTo>
                      <a:pt x="230" y="558"/>
                      <a:pt x="505" y="613"/>
                      <a:pt x="509" y="396"/>
                    </a:cubicBezTo>
                    <a:cubicBezTo>
                      <a:pt x="518" y="296"/>
                      <a:pt x="437" y="250"/>
                      <a:pt x="353" y="244"/>
                    </a:cubicBezTo>
                    <a:cubicBezTo>
                      <a:pt x="382" y="182"/>
                      <a:pt x="376" y="114"/>
                      <a:pt x="327" y="56"/>
                    </a:cubicBezTo>
                    <a:cubicBezTo>
                      <a:pt x="295" y="17"/>
                      <a:pt x="251" y="0"/>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16"/>
              <p:cNvSpPr/>
              <p:nvPr/>
            </p:nvSpPr>
            <p:spPr>
              <a:xfrm>
                <a:off x="7422721" y="2861438"/>
                <a:ext cx="45115" cy="39402"/>
              </a:xfrm>
              <a:custGeom>
                <a:rect b="b" l="l" r="r" t="t"/>
                <a:pathLst>
                  <a:path extrusionOk="0" h="600" w="687">
                    <a:moveTo>
                      <a:pt x="485" y="1"/>
                    </a:moveTo>
                    <a:cubicBezTo>
                      <a:pt x="376" y="1"/>
                      <a:pt x="266" y="50"/>
                      <a:pt x="182" y="120"/>
                    </a:cubicBezTo>
                    <a:cubicBezTo>
                      <a:pt x="98" y="188"/>
                      <a:pt x="1" y="311"/>
                      <a:pt x="59" y="427"/>
                    </a:cubicBezTo>
                    <a:cubicBezTo>
                      <a:pt x="115" y="537"/>
                      <a:pt x="257" y="599"/>
                      <a:pt x="394" y="599"/>
                    </a:cubicBezTo>
                    <a:cubicBezTo>
                      <a:pt x="502" y="599"/>
                      <a:pt x="607" y="560"/>
                      <a:pt x="661" y="476"/>
                    </a:cubicBezTo>
                    <a:cubicBezTo>
                      <a:pt x="687" y="442"/>
                      <a:pt x="655" y="388"/>
                      <a:pt x="615" y="388"/>
                    </a:cubicBezTo>
                    <a:cubicBezTo>
                      <a:pt x="609" y="388"/>
                      <a:pt x="603" y="389"/>
                      <a:pt x="597" y="392"/>
                    </a:cubicBezTo>
                    <a:cubicBezTo>
                      <a:pt x="532" y="414"/>
                      <a:pt x="483" y="460"/>
                      <a:pt x="409" y="463"/>
                    </a:cubicBezTo>
                    <a:cubicBezTo>
                      <a:pt x="398" y="464"/>
                      <a:pt x="386" y="465"/>
                      <a:pt x="373" y="465"/>
                    </a:cubicBezTo>
                    <a:cubicBezTo>
                      <a:pt x="307" y="465"/>
                      <a:pt x="224" y="443"/>
                      <a:pt x="188" y="392"/>
                    </a:cubicBezTo>
                    <a:cubicBezTo>
                      <a:pt x="127" y="307"/>
                      <a:pt x="253" y="210"/>
                      <a:pt x="311" y="168"/>
                    </a:cubicBezTo>
                    <a:cubicBezTo>
                      <a:pt x="383" y="123"/>
                      <a:pt x="454" y="107"/>
                      <a:pt x="535" y="97"/>
                    </a:cubicBezTo>
                    <a:cubicBezTo>
                      <a:pt x="593" y="87"/>
                      <a:pt x="571" y="6"/>
                      <a:pt x="522" y="3"/>
                    </a:cubicBezTo>
                    <a:cubicBezTo>
                      <a:pt x="510" y="2"/>
                      <a:pt x="497" y="1"/>
                      <a:pt x="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2" name="Google Shape;1872;p16"/>
            <p:cNvGrpSpPr/>
            <p:nvPr/>
          </p:nvGrpSpPr>
          <p:grpSpPr>
            <a:xfrm rot="3247306">
              <a:off x="-272169" y="1607611"/>
              <a:ext cx="765347" cy="971813"/>
              <a:chOff x="7996659" y="1819688"/>
              <a:chExt cx="419434" cy="532584"/>
            </a:xfrm>
          </p:grpSpPr>
          <p:sp>
            <p:nvSpPr>
              <p:cNvPr id="1873" name="Google Shape;1873;p16"/>
              <p:cNvSpPr/>
              <p:nvPr/>
            </p:nvSpPr>
            <p:spPr>
              <a:xfrm>
                <a:off x="7996659" y="1819688"/>
                <a:ext cx="419434" cy="532584"/>
              </a:xfrm>
              <a:custGeom>
                <a:rect b="b" l="l" r="r" t="t"/>
                <a:pathLst>
                  <a:path extrusionOk="0" h="8110" w="6387">
                    <a:moveTo>
                      <a:pt x="3158" y="136"/>
                    </a:moveTo>
                    <a:cubicBezTo>
                      <a:pt x="3547" y="136"/>
                      <a:pt x="3936" y="167"/>
                      <a:pt x="4316" y="246"/>
                    </a:cubicBezTo>
                    <a:cubicBezTo>
                      <a:pt x="4750" y="336"/>
                      <a:pt x="5366" y="485"/>
                      <a:pt x="5647" y="855"/>
                    </a:cubicBezTo>
                    <a:cubicBezTo>
                      <a:pt x="6386" y="1817"/>
                      <a:pt x="3548" y="1992"/>
                      <a:pt x="3078" y="1995"/>
                    </a:cubicBezTo>
                    <a:cubicBezTo>
                      <a:pt x="3044" y="1996"/>
                      <a:pt x="3009" y="1996"/>
                      <a:pt x="2974" y="1996"/>
                    </a:cubicBezTo>
                    <a:cubicBezTo>
                      <a:pt x="2484" y="1996"/>
                      <a:pt x="1994" y="1953"/>
                      <a:pt x="1511" y="1866"/>
                    </a:cubicBezTo>
                    <a:cubicBezTo>
                      <a:pt x="1313" y="1830"/>
                      <a:pt x="769" y="1713"/>
                      <a:pt x="458" y="1493"/>
                    </a:cubicBezTo>
                    <a:cubicBezTo>
                      <a:pt x="399" y="1418"/>
                      <a:pt x="335" y="1344"/>
                      <a:pt x="263" y="1276"/>
                    </a:cubicBezTo>
                    <a:cubicBezTo>
                      <a:pt x="231" y="1208"/>
                      <a:pt x="221" y="1133"/>
                      <a:pt x="247" y="1059"/>
                    </a:cubicBezTo>
                    <a:cubicBezTo>
                      <a:pt x="250" y="1052"/>
                      <a:pt x="254" y="1049"/>
                      <a:pt x="260" y="1039"/>
                    </a:cubicBezTo>
                    <a:cubicBezTo>
                      <a:pt x="684" y="174"/>
                      <a:pt x="2013" y="174"/>
                      <a:pt x="2845" y="142"/>
                    </a:cubicBezTo>
                    <a:cubicBezTo>
                      <a:pt x="2950" y="138"/>
                      <a:pt x="3054" y="136"/>
                      <a:pt x="3158" y="136"/>
                    </a:cubicBezTo>
                    <a:close/>
                    <a:moveTo>
                      <a:pt x="5453" y="1739"/>
                    </a:moveTo>
                    <a:lnTo>
                      <a:pt x="5453" y="1739"/>
                    </a:lnTo>
                    <a:cubicBezTo>
                      <a:pt x="4896" y="2445"/>
                      <a:pt x="4698" y="3349"/>
                      <a:pt x="4701" y="4266"/>
                    </a:cubicBezTo>
                    <a:cubicBezTo>
                      <a:pt x="4685" y="4266"/>
                      <a:pt x="4666" y="4273"/>
                      <a:pt x="4653" y="4289"/>
                    </a:cubicBezTo>
                    <a:cubicBezTo>
                      <a:pt x="4372" y="4750"/>
                      <a:pt x="3818" y="4855"/>
                      <a:pt x="3305" y="4855"/>
                    </a:cubicBezTo>
                    <a:cubicBezTo>
                      <a:pt x="3256" y="4855"/>
                      <a:pt x="3207" y="4854"/>
                      <a:pt x="3159" y="4852"/>
                    </a:cubicBezTo>
                    <a:cubicBezTo>
                      <a:pt x="2631" y="4833"/>
                      <a:pt x="2009" y="4703"/>
                      <a:pt x="1643" y="4292"/>
                    </a:cubicBezTo>
                    <a:cubicBezTo>
                      <a:pt x="1702" y="3813"/>
                      <a:pt x="1559" y="3365"/>
                      <a:pt x="1329" y="2922"/>
                    </a:cubicBezTo>
                    <a:cubicBezTo>
                      <a:pt x="1125" y="2523"/>
                      <a:pt x="918" y="2112"/>
                      <a:pt x="655" y="1742"/>
                    </a:cubicBezTo>
                    <a:lnTo>
                      <a:pt x="655" y="1742"/>
                    </a:lnTo>
                    <a:cubicBezTo>
                      <a:pt x="931" y="1885"/>
                      <a:pt x="1251" y="1950"/>
                      <a:pt x="1543" y="2002"/>
                    </a:cubicBezTo>
                    <a:cubicBezTo>
                      <a:pt x="2039" y="2087"/>
                      <a:pt x="2549" y="2133"/>
                      <a:pt x="3060" y="2133"/>
                    </a:cubicBezTo>
                    <a:cubicBezTo>
                      <a:pt x="3658" y="2133"/>
                      <a:pt x="4256" y="2070"/>
                      <a:pt x="4831" y="1934"/>
                    </a:cubicBezTo>
                    <a:cubicBezTo>
                      <a:pt x="5022" y="1888"/>
                      <a:pt x="5252" y="1830"/>
                      <a:pt x="5453" y="1739"/>
                    </a:cubicBezTo>
                    <a:close/>
                    <a:moveTo>
                      <a:pt x="1627" y="4431"/>
                    </a:moveTo>
                    <a:cubicBezTo>
                      <a:pt x="1983" y="4882"/>
                      <a:pt x="2758" y="4985"/>
                      <a:pt x="3279" y="4985"/>
                    </a:cubicBezTo>
                    <a:cubicBezTo>
                      <a:pt x="3736" y="4985"/>
                      <a:pt x="4462" y="4907"/>
                      <a:pt x="4705" y="4451"/>
                    </a:cubicBezTo>
                    <a:cubicBezTo>
                      <a:pt x="4724" y="4982"/>
                      <a:pt x="4967" y="5432"/>
                      <a:pt x="5252" y="5870"/>
                    </a:cubicBezTo>
                    <a:cubicBezTo>
                      <a:pt x="5408" y="6113"/>
                      <a:pt x="5586" y="6349"/>
                      <a:pt x="5712" y="6615"/>
                    </a:cubicBezTo>
                    <a:cubicBezTo>
                      <a:pt x="5997" y="7191"/>
                      <a:pt x="5615" y="7499"/>
                      <a:pt x="5106" y="7677"/>
                    </a:cubicBezTo>
                    <a:cubicBezTo>
                      <a:pt x="4455" y="7904"/>
                      <a:pt x="3762" y="7975"/>
                      <a:pt x="3072" y="7979"/>
                    </a:cubicBezTo>
                    <a:cubicBezTo>
                      <a:pt x="2992" y="7979"/>
                      <a:pt x="2912" y="7979"/>
                      <a:pt x="2831" y="7979"/>
                    </a:cubicBezTo>
                    <a:cubicBezTo>
                      <a:pt x="2247" y="7979"/>
                      <a:pt x="1634" y="7961"/>
                      <a:pt x="1073" y="7813"/>
                    </a:cubicBezTo>
                    <a:cubicBezTo>
                      <a:pt x="707" y="7716"/>
                      <a:pt x="150" y="7525"/>
                      <a:pt x="241" y="7046"/>
                    </a:cubicBezTo>
                    <a:cubicBezTo>
                      <a:pt x="305" y="6728"/>
                      <a:pt x="548" y="6407"/>
                      <a:pt x="733" y="6145"/>
                    </a:cubicBezTo>
                    <a:cubicBezTo>
                      <a:pt x="1060" y="5662"/>
                      <a:pt x="1417" y="5193"/>
                      <a:pt x="1582" y="4626"/>
                    </a:cubicBezTo>
                    <a:cubicBezTo>
                      <a:pt x="1601" y="4561"/>
                      <a:pt x="1614" y="4496"/>
                      <a:pt x="1627" y="4431"/>
                    </a:cubicBezTo>
                    <a:close/>
                    <a:moveTo>
                      <a:pt x="3211" y="1"/>
                    </a:moveTo>
                    <a:cubicBezTo>
                      <a:pt x="3107" y="1"/>
                      <a:pt x="3005" y="3"/>
                      <a:pt x="2907" y="6"/>
                    </a:cubicBezTo>
                    <a:cubicBezTo>
                      <a:pt x="2356" y="22"/>
                      <a:pt x="1776" y="74"/>
                      <a:pt x="1238" y="200"/>
                    </a:cubicBezTo>
                    <a:cubicBezTo>
                      <a:pt x="782" y="307"/>
                      <a:pt x="357" y="531"/>
                      <a:pt x="156" y="978"/>
                    </a:cubicBezTo>
                    <a:cubicBezTo>
                      <a:pt x="150" y="997"/>
                      <a:pt x="153" y="1017"/>
                      <a:pt x="160" y="1033"/>
                    </a:cubicBezTo>
                    <a:cubicBezTo>
                      <a:pt x="143" y="1085"/>
                      <a:pt x="143" y="1143"/>
                      <a:pt x="156" y="1195"/>
                    </a:cubicBezTo>
                    <a:cubicBezTo>
                      <a:pt x="134" y="1205"/>
                      <a:pt x="114" y="1237"/>
                      <a:pt x="137" y="1263"/>
                    </a:cubicBezTo>
                    <a:lnTo>
                      <a:pt x="234" y="1386"/>
                    </a:lnTo>
                    <a:cubicBezTo>
                      <a:pt x="263" y="1431"/>
                      <a:pt x="296" y="1470"/>
                      <a:pt x="331" y="1506"/>
                    </a:cubicBezTo>
                    <a:cubicBezTo>
                      <a:pt x="704" y="1998"/>
                      <a:pt x="999" y="2536"/>
                      <a:pt x="1271" y="3090"/>
                    </a:cubicBezTo>
                    <a:cubicBezTo>
                      <a:pt x="1653" y="3868"/>
                      <a:pt x="1566" y="4577"/>
                      <a:pt x="1135" y="5309"/>
                    </a:cubicBezTo>
                    <a:cubicBezTo>
                      <a:pt x="820" y="5837"/>
                      <a:pt x="341" y="6326"/>
                      <a:pt x="150" y="6913"/>
                    </a:cubicBezTo>
                    <a:cubicBezTo>
                      <a:pt x="1" y="7376"/>
                      <a:pt x="260" y="7629"/>
                      <a:pt x="665" y="7807"/>
                    </a:cubicBezTo>
                    <a:cubicBezTo>
                      <a:pt x="1242" y="8060"/>
                      <a:pt x="1903" y="8076"/>
                      <a:pt x="2521" y="8098"/>
                    </a:cubicBezTo>
                    <a:cubicBezTo>
                      <a:pt x="2696" y="8105"/>
                      <a:pt x="2871" y="8109"/>
                      <a:pt x="3046" y="8109"/>
                    </a:cubicBezTo>
                    <a:cubicBezTo>
                      <a:pt x="3554" y="8109"/>
                      <a:pt x="4063" y="8075"/>
                      <a:pt x="4559" y="7969"/>
                    </a:cubicBezTo>
                    <a:cubicBezTo>
                      <a:pt x="5000" y="7878"/>
                      <a:pt x="5758" y="7726"/>
                      <a:pt x="5936" y="7230"/>
                    </a:cubicBezTo>
                    <a:cubicBezTo>
                      <a:pt x="6098" y="6761"/>
                      <a:pt x="5664" y="6252"/>
                      <a:pt x="5430" y="5892"/>
                    </a:cubicBezTo>
                    <a:cubicBezTo>
                      <a:pt x="5226" y="5581"/>
                      <a:pt x="5016" y="5261"/>
                      <a:pt x="4912" y="4901"/>
                    </a:cubicBezTo>
                    <a:cubicBezTo>
                      <a:pt x="4802" y="4525"/>
                      <a:pt x="4844" y="4127"/>
                      <a:pt x="4870" y="3738"/>
                    </a:cubicBezTo>
                    <a:cubicBezTo>
                      <a:pt x="4941" y="2873"/>
                      <a:pt x="5200" y="2115"/>
                      <a:pt x="5842" y="1506"/>
                    </a:cubicBezTo>
                    <a:cubicBezTo>
                      <a:pt x="5874" y="1480"/>
                      <a:pt x="5868" y="1438"/>
                      <a:pt x="5842" y="1415"/>
                    </a:cubicBezTo>
                    <a:cubicBezTo>
                      <a:pt x="6014" y="1127"/>
                      <a:pt x="5852" y="819"/>
                      <a:pt x="5612" y="625"/>
                    </a:cubicBezTo>
                    <a:cubicBezTo>
                      <a:pt x="4988" y="119"/>
                      <a:pt x="4026" y="1"/>
                      <a:pt x="32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16"/>
              <p:cNvSpPr/>
              <p:nvPr/>
            </p:nvSpPr>
            <p:spPr>
              <a:xfrm>
                <a:off x="8107507" y="2077631"/>
                <a:ext cx="23510" cy="12346"/>
              </a:xfrm>
              <a:custGeom>
                <a:rect b="b" l="l" r="r" t="t"/>
                <a:pathLst>
                  <a:path extrusionOk="0" h="188" w="358">
                    <a:moveTo>
                      <a:pt x="290" y="1"/>
                    </a:moveTo>
                    <a:cubicBezTo>
                      <a:pt x="285" y="1"/>
                      <a:pt x="279" y="2"/>
                      <a:pt x="273" y="4"/>
                    </a:cubicBezTo>
                    <a:cubicBezTo>
                      <a:pt x="192" y="40"/>
                      <a:pt x="104" y="82"/>
                      <a:pt x="30" y="121"/>
                    </a:cubicBezTo>
                    <a:cubicBezTo>
                      <a:pt x="1" y="141"/>
                      <a:pt x="13" y="188"/>
                      <a:pt x="44" y="188"/>
                    </a:cubicBezTo>
                    <a:cubicBezTo>
                      <a:pt x="48" y="188"/>
                      <a:pt x="52" y="187"/>
                      <a:pt x="56" y="186"/>
                    </a:cubicBezTo>
                    <a:cubicBezTo>
                      <a:pt x="146" y="153"/>
                      <a:pt x="231" y="118"/>
                      <a:pt x="315" y="79"/>
                    </a:cubicBezTo>
                    <a:cubicBezTo>
                      <a:pt x="358" y="56"/>
                      <a:pt x="330" y="1"/>
                      <a:pt x="2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16"/>
              <p:cNvSpPr/>
              <p:nvPr/>
            </p:nvSpPr>
            <p:spPr>
              <a:xfrm>
                <a:off x="8140472" y="2069947"/>
                <a:ext cx="31981" cy="10113"/>
              </a:xfrm>
              <a:custGeom>
                <a:rect b="b" l="l" r="r" t="t"/>
                <a:pathLst>
                  <a:path extrusionOk="0" h="154" w="487">
                    <a:moveTo>
                      <a:pt x="419" y="1"/>
                    </a:moveTo>
                    <a:cubicBezTo>
                      <a:pt x="415" y="1"/>
                      <a:pt x="412" y="1"/>
                      <a:pt x="409" y="2"/>
                    </a:cubicBezTo>
                    <a:cubicBezTo>
                      <a:pt x="283" y="18"/>
                      <a:pt x="153" y="50"/>
                      <a:pt x="33" y="89"/>
                    </a:cubicBezTo>
                    <a:cubicBezTo>
                      <a:pt x="2" y="102"/>
                      <a:pt x="1" y="154"/>
                      <a:pt x="36" y="154"/>
                    </a:cubicBezTo>
                    <a:cubicBezTo>
                      <a:pt x="38" y="154"/>
                      <a:pt x="39" y="154"/>
                      <a:pt x="40" y="154"/>
                    </a:cubicBezTo>
                    <a:cubicBezTo>
                      <a:pt x="169" y="144"/>
                      <a:pt x="309" y="121"/>
                      <a:pt x="435" y="86"/>
                    </a:cubicBezTo>
                    <a:cubicBezTo>
                      <a:pt x="487" y="74"/>
                      <a:pt x="470" y="1"/>
                      <a:pt x="4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16"/>
              <p:cNvSpPr/>
              <p:nvPr/>
            </p:nvSpPr>
            <p:spPr>
              <a:xfrm>
                <a:off x="8189854" y="2068306"/>
                <a:ext cx="32638" cy="6304"/>
              </a:xfrm>
              <a:custGeom>
                <a:rect b="b" l="l" r="r" t="t"/>
                <a:pathLst>
                  <a:path extrusionOk="0" h="96" w="497">
                    <a:moveTo>
                      <a:pt x="431" y="1"/>
                    </a:moveTo>
                    <a:cubicBezTo>
                      <a:pt x="305" y="1"/>
                      <a:pt x="175" y="4"/>
                      <a:pt x="49" y="10"/>
                    </a:cubicBezTo>
                    <a:cubicBezTo>
                      <a:pt x="0" y="10"/>
                      <a:pt x="0" y="85"/>
                      <a:pt x="49" y="85"/>
                    </a:cubicBezTo>
                    <a:cubicBezTo>
                      <a:pt x="152" y="90"/>
                      <a:pt x="257" y="95"/>
                      <a:pt x="361" y="95"/>
                    </a:cubicBezTo>
                    <a:cubicBezTo>
                      <a:pt x="385" y="95"/>
                      <a:pt x="408" y="95"/>
                      <a:pt x="431" y="95"/>
                    </a:cubicBezTo>
                    <a:cubicBezTo>
                      <a:pt x="432" y="95"/>
                      <a:pt x="433" y="95"/>
                      <a:pt x="435" y="95"/>
                    </a:cubicBezTo>
                    <a:cubicBezTo>
                      <a:pt x="496" y="95"/>
                      <a:pt x="495" y="4"/>
                      <a:pt x="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16"/>
              <p:cNvSpPr/>
              <p:nvPr/>
            </p:nvSpPr>
            <p:spPr>
              <a:xfrm>
                <a:off x="8236544" y="2072114"/>
                <a:ext cx="29092" cy="11624"/>
              </a:xfrm>
              <a:custGeom>
                <a:rect b="b" l="l" r="r" t="t"/>
                <a:pathLst>
                  <a:path extrusionOk="0" h="177" w="443">
                    <a:moveTo>
                      <a:pt x="52" y="1"/>
                    </a:moveTo>
                    <a:cubicBezTo>
                      <a:pt x="11" y="1"/>
                      <a:pt x="1" y="73"/>
                      <a:pt x="44" y="82"/>
                    </a:cubicBezTo>
                    <a:cubicBezTo>
                      <a:pt x="154" y="101"/>
                      <a:pt x="255" y="134"/>
                      <a:pt x="355" y="173"/>
                    </a:cubicBezTo>
                    <a:cubicBezTo>
                      <a:pt x="363" y="176"/>
                      <a:pt x="370" y="177"/>
                      <a:pt x="377" y="177"/>
                    </a:cubicBezTo>
                    <a:cubicBezTo>
                      <a:pt x="428" y="177"/>
                      <a:pt x="442" y="95"/>
                      <a:pt x="388" y="72"/>
                    </a:cubicBezTo>
                    <a:cubicBezTo>
                      <a:pt x="284" y="27"/>
                      <a:pt x="171" y="7"/>
                      <a:pt x="57" y="1"/>
                    </a:cubicBezTo>
                    <a:cubicBezTo>
                      <a:pt x="55" y="1"/>
                      <a:pt x="54"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16"/>
              <p:cNvSpPr/>
              <p:nvPr/>
            </p:nvSpPr>
            <p:spPr>
              <a:xfrm>
                <a:off x="8273450" y="2083869"/>
                <a:ext cx="26662" cy="19110"/>
              </a:xfrm>
              <a:custGeom>
                <a:rect b="b" l="l" r="r" t="t"/>
                <a:pathLst>
                  <a:path extrusionOk="0" h="291" w="406">
                    <a:moveTo>
                      <a:pt x="56" y="0"/>
                    </a:moveTo>
                    <a:cubicBezTo>
                      <a:pt x="1" y="0"/>
                      <a:pt x="1" y="84"/>
                      <a:pt x="56" y="88"/>
                    </a:cubicBezTo>
                    <a:cubicBezTo>
                      <a:pt x="169" y="101"/>
                      <a:pt x="234" y="172"/>
                      <a:pt x="292" y="266"/>
                    </a:cubicBezTo>
                    <a:cubicBezTo>
                      <a:pt x="302" y="283"/>
                      <a:pt x="319" y="291"/>
                      <a:pt x="336" y="291"/>
                    </a:cubicBezTo>
                    <a:cubicBezTo>
                      <a:pt x="370" y="291"/>
                      <a:pt x="405" y="261"/>
                      <a:pt x="393" y="220"/>
                    </a:cubicBezTo>
                    <a:cubicBezTo>
                      <a:pt x="347" y="84"/>
                      <a:pt x="195"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16"/>
              <p:cNvSpPr/>
              <p:nvPr/>
            </p:nvSpPr>
            <p:spPr>
              <a:xfrm>
                <a:off x="8016425" y="2252832"/>
                <a:ext cx="29157" cy="21474"/>
              </a:xfrm>
              <a:custGeom>
                <a:rect b="b" l="l" r="r" t="t"/>
                <a:pathLst>
                  <a:path extrusionOk="0" h="327" w="444">
                    <a:moveTo>
                      <a:pt x="376" y="0"/>
                    </a:moveTo>
                    <a:cubicBezTo>
                      <a:pt x="369" y="0"/>
                      <a:pt x="362" y="2"/>
                      <a:pt x="354" y="6"/>
                    </a:cubicBezTo>
                    <a:cubicBezTo>
                      <a:pt x="225" y="67"/>
                      <a:pt x="111" y="165"/>
                      <a:pt x="17" y="271"/>
                    </a:cubicBezTo>
                    <a:cubicBezTo>
                      <a:pt x="0" y="296"/>
                      <a:pt x="17" y="327"/>
                      <a:pt x="40" y="327"/>
                    </a:cubicBezTo>
                    <a:cubicBezTo>
                      <a:pt x="47" y="327"/>
                      <a:pt x="55" y="324"/>
                      <a:pt x="63" y="317"/>
                    </a:cubicBezTo>
                    <a:cubicBezTo>
                      <a:pt x="170" y="223"/>
                      <a:pt x="277" y="152"/>
                      <a:pt x="400" y="84"/>
                    </a:cubicBezTo>
                    <a:cubicBezTo>
                      <a:pt x="444" y="59"/>
                      <a:pt x="417" y="0"/>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16"/>
              <p:cNvSpPr/>
              <p:nvPr/>
            </p:nvSpPr>
            <p:spPr>
              <a:xfrm>
                <a:off x="8061342" y="2237597"/>
                <a:ext cx="38811" cy="13594"/>
              </a:xfrm>
              <a:custGeom>
                <a:rect b="b" l="l" r="r" t="t"/>
                <a:pathLst>
                  <a:path extrusionOk="0" h="207" w="591">
                    <a:moveTo>
                      <a:pt x="522" y="0"/>
                    </a:moveTo>
                    <a:cubicBezTo>
                      <a:pt x="519" y="0"/>
                      <a:pt x="516" y="1"/>
                      <a:pt x="513" y="1"/>
                    </a:cubicBezTo>
                    <a:cubicBezTo>
                      <a:pt x="354" y="40"/>
                      <a:pt x="202" y="86"/>
                      <a:pt x="46" y="131"/>
                    </a:cubicBezTo>
                    <a:cubicBezTo>
                      <a:pt x="1" y="143"/>
                      <a:pt x="18" y="206"/>
                      <a:pt x="60" y="206"/>
                    </a:cubicBezTo>
                    <a:cubicBezTo>
                      <a:pt x="63" y="206"/>
                      <a:pt x="66" y="206"/>
                      <a:pt x="69" y="205"/>
                    </a:cubicBezTo>
                    <a:cubicBezTo>
                      <a:pt x="224" y="166"/>
                      <a:pt x="383" y="134"/>
                      <a:pt x="538" y="92"/>
                    </a:cubicBezTo>
                    <a:cubicBezTo>
                      <a:pt x="591" y="77"/>
                      <a:pt x="573" y="0"/>
                      <a:pt x="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16"/>
              <p:cNvSpPr/>
              <p:nvPr/>
            </p:nvSpPr>
            <p:spPr>
              <a:xfrm>
                <a:off x="8124974" y="2231884"/>
                <a:ext cx="36907" cy="7552"/>
              </a:xfrm>
              <a:custGeom>
                <a:rect b="b" l="l" r="r" t="t"/>
                <a:pathLst>
                  <a:path extrusionOk="0" h="115" w="562">
                    <a:moveTo>
                      <a:pt x="507" y="0"/>
                    </a:moveTo>
                    <a:cubicBezTo>
                      <a:pt x="504" y="0"/>
                      <a:pt x="502" y="0"/>
                      <a:pt x="499" y="1"/>
                    </a:cubicBezTo>
                    <a:cubicBezTo>
                      <a:pt x="350" y="17"/>
                      <a:pt x="204" y="36"/>
                      <a:pt x="49" y="36"/>
                    </a:cubicBezTo>
                    <a:cubicBezTo>
                      <a:pt x="0" y="36"/>
                      <a:pt x="0" y="104"/>
                      <a:pt x="49" y="111"/>
                    </a:cubicBezTo>
                    <a:cubicBezTo>
                      <a:pt x="103" y="113"/>
                      <a:pt x="157" y="115"/>
                      <a:pt x="211" y="115"/>
                    </a:cubicBezTo>
                    <a:cubicBezTo>
                      <a:pt x="311" y="115"/>
                      <a:pt x="411" y="110"/>
                      <a:pt x="512" y="95"/>
                    </a:cubicBezTo>
                    <a:cubicBezTo>
                      <a:pt x="561" y="86"/>
                      <a:pt x="552" y="0"/>
                      <a:pt x="5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16"/>
              <p:cNvSpPr/>
              <p:nvPr/>
            </p:nvSpPr>
            <p:spPr>
              <a:xfrm>
                <a:off x="8183485" y="2230439"/>
                <a:ext cx="40321" cy="7946"/>
              </a:xfrm>
              <a:custGeom>
                <a:rect b="b" l="l" r="r" t="t"/>
                <a:pathLst>
                  <a:path extrusionOk="0" h="121" w="614">
                    <a:moveTo>
                      <a:pt x="238" y="1"/>
                    </a:moveTo>
                    <a:cubicBezTo>
                      <a:pt x="178" y="1"/>
                      <a:pt x="118" y="3"/>
                      <a:pt x="59" y="7"/>
                    </a:cubicBezTo>
                    <a:cubicBezTo>
                      <a:pt x="1" y="10"/>
                      <a:pt x="0" y="91"/>
                      <a:pt x="55" y="91"/>
                    </a:cubicBezTo>
                    <a:cubicBezTo>
                      <a:pt x="56" y="91"/>
                      <a:pt x="57" y="91"/>
                      <a:pt x="59" y="91"/>
                    </a:cubicBezTo>
                    <a:cubicBezTo>
                      <a:pt x="71" y="91"/>
                      <a:pt x="83" y="90"/>
                      <a:pt x="96" y="90"/>
                    </a:cubicBezTo>
                    <a:cubicBezTo>
                      <a:pt x="248" y="90"/>
                      <a:pt x="398" y="108"/>
                      <a:pt x="551" y="120"/>
                    </a:cubicBezTo>
                    <a:cubicBezTo>
                      <a:pt x="553" y="120"/>
                      <a:pt x="555" y="120"/>
                      <a:pt x="557" y="120"/>
                    </a:cubicBezTo>
                    <a:cubicBezTo>
                      <a:pt x="607" y="120"/>
                      <a:pt x="614" y="42"/>
                      <a:pt x="564" y="29"/>
                    </a:cubicBezTo>
                    <a:cubicBezTo>
                      <a:pt x="457" y="8"/>
                      <a:pt x="348" y="1"/>
                      <a:pt x="2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16"/>
              <p:cNvSpPr/>
              <p:nvPr/>
            </p:nvSpPr>
            <p:spPr>
              <a:xfrm>
                <a:off x="8245738" y="2233591"/>
                <a:ext cx="37629" cy="12215"/>
              </a:xfrm>
              <a:custGeom>
                <a:rect b="b" l="l" r="r" t="t"/>
                <a:pathLst>
                  <a:path extrusionOk="0" h="186" w="573">
                    <a:moveTo>
                      <a:pt x="60" y="0"/>
                    </a:moveTo>
                    <a:cubicBezTo>
                      <a:pt x="16" y="0"/>
                      <a:pt x="0" y="63"/>
                      <a:pt x="47" y="78"/>
                    </a:cubicBezTo>
                    <a:cubicBezTo>
                      <a:pt x="193" y="117"/>
                      <a:pt x="342" y="159"/>
                      <a:pt x="491" y="185"/>
                    </a:cubicBezTo>
                    <a:cubicBezTo>
                      <a:pt x="493" y="186"/>
                      <a:pt x="495" y="186"/>
                      <a:pt x="497" y="186"/>
                    </a:cubicBezTo>
                    <a:cubicBezTo>
                      <a:pt x="551" y="186"/>
                      <a:pt x="573" y="107"/>
                      <a:pt x="517" y="91"/>
                    </a:cubicBezTo>
                    <a:cubicBezTo>
                      <a:pt x="371" y="53"/>
                      <a:pt x="215" y="30"/>
                      <a:pt x="66" y="1"/>
                    </a:cubicBezTo>
                    <a:cubicBezTo>
                      <a:pt x="64"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16"/>
              <p:cNvSpPr/>
              <p:nvPr/>
            </p:nvSpPr>
            <p:spPr>
              <a:xfrm>
                <a:off x="8302409" y="2246593"/>
                <a:ext cx="29814" cy="13331"/>
              </a:xfrm>
              <a:custGeom>
                <a:rect b="b" l="l" r="r" t="t"/>
                <a:pathLst>
                  <a:path extrusionOk="0" h="203" w="454">
                    <a:moveTo>
                      <a:pt x="56" y="0"/>
                    </a:moveTo>
                    <a:cubicBezTo>
                      <a:pt x="0" y="0"/>
                      <a:pt x="2" y="88"/>
                      <a:pt x="62" y="98"/>
                    </a:cubicBezTo>
                    <a:cubicBezTo>
                      <a:pt x="165" y="104"/>
                      <a:pt x="256" y="140"/>
                      <a:pt x="344" y="195"/>
                    </a:cubicBezTo>
                    <a:cubicBezTo>
                      <a:pt x="354" y="200"/>
                      <a:pt x="363" y="203"/>
                      <a:pt x="373" y="203"/>
                    </a:cubicBezTo>
                    <a:cubicBezTo>
                      <a:pt x="423" y="203"/>
                      <a:pt x="454" y="131"/>
                      <a:pt x="402" y="101"/>
                    </a:cubicBezTo>
                    <a:cubicBezTo>
                      <a:pt x="301" y="36"/>
                      <a:pt x="182" y="7"/>
                      <a:pt x="62" y="0"/>
                    </a:cubicBezTo>
                    <a:cubicBezTo>
                      <a:pt x="60" y="0"/>
                      <a:pt x="58"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16"/>
              <p:cNvSpPr/>
              <p:nvPr/>
            </p:nvSpPr>
            <p:spPr>
              <a:xfrm>
                <a:off x="8339774" y="2264455"/>
                <a:ext cx="32966" cy="21540"/>
              </a:xfrm>
              <a:custGeom>
                <a:rect b="b" l="l" r="r" t="t"/>
                <a:pathLst>
                  <a:path extrusionOk="0" h="328" w="502">
                    <a:moveTo>
                      <a:pt x="55" y="0"/>
                    </a:moveTo>
                    <a:cubicBezTo>
                      <a:pt x="11" y="0"/>
                      <a:pt x="1" y="74"/>
                      <a:pt x="47" y="91"/>
                    </a:cubicBezTo>
                    <a:cubicBezTo>
                      <a:pt x="179" y="143"/>
                      <a:pt x="273" y="221"/>
                      <a:pt x="380" y="311"/>
                    </a:cubicBezTo>
                    <a:cubicBezTo>
                      <a:pt x="392" y="323"/>
                      <a:pt x="405" y="327"/>
                      <a:pt x="418" y="327"/>
                    </a:cubicBezTo>
                    <a:cubicBezTo>
                      <a:pt x="462" y="327"/>
                      <a:pt x="501" y="273"/>
                      <a:pt x="461" y="230"/>
                    </a:cubicBezTo>
                    <a:cubicBezTo>
                      <a:pt x="358" y="124"/>
                      <a:pt x="209" y="49"/>
                      <a:pt x="73" y="4"/>
                    </a:cubicBezTo>
                    <a:cubicBezTo>
                      <a:pt x="66" y="1"/>
                      <a:pt x="60"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6" name="Google Shape;1886;p16"/>
            <p:cNvSpPr/>
            <p:nvPr/>
          </p:nvSpPr>
          <p:spPr>
            <a:xfrm rot="1928001">
              <a:off x="-208619" y="143756"/>
              <a:ext cx="766803" cy="785631"/>
            </a:xfrm>
            <a:custGeom>
              <a:rect b="b" l="l" r="r" t="t"/>
              <a:pathLst>
                <a:path extrusionOk="0" h="6556" w="6399">
                  <a:moveTo>
                    <a:pt x="4209" y="1"/>
                  </a:moveTo>
                  <a:cubicBezTo>
                    <a:pt x="4183" y="1"/>
                    <a:pt x="4161" y="15"/>
                    <a:pt x="4157" y="50"/>
                  </a:cubicBezTo>
                  <a:cubicBezTo>
                    <a:pt x="4034" y="948"/>
                    <a:pt x="3930" y="1851"/>
                    <a:pt x="3787" y="2749"/>
                  </a:cubicBezTo>
                  <a:cubicBezTo>
                    <a:pt x="3726" y="3134"/>
                    <a:pt x="3655" y="3523"/>
                    <a:pt x="3528" y="3892"/>
                  </a:cubicBezTo>
                  <a:cubicBezTo>
                    <a:pt x="3428" y="4194"/>
                    <a:pt x="3140" y="4929"/>
                    <a:pt x="2735" y="5071"/>
                  </a:cubicBezTo>
                  <a:cubicBezTo>
                    <a:pt x="2783" y="3656"/>
                    <a:pt x="2913" y="2243"/>
                    <a:pt x="2816" y="831"/>
                  </a:cubicBezTo>
                  <a:lnTo>
                    <a:pt x="2816" y="831"/>
                  </a:lnTo>
                  <a:cubicBezTo>
                    <a:pt x="2845" y="883"/>
                    <a:pt x="2867" y="935"/>
                    <a:pt x="2890" y="993"/>
                  </a:cubicBezTo>
                  <a:cubicBezTo>
                    <a:pt x="2900" y="1024"/>
                    <a:pt x="2927" y="1037"/>
                    <a:pt x="2953" y="1037"/>
                  </a:cubicBezTo>
                  <a:cubicBezTo>
                    <a:pt x="2993" y="1037"/>
                    <a:pt x="3033" y="1006"/>
                    <a:pt x="3013" y="957"/>
                  </a:cubicBezTo>
                  <a:cubicBezTo>
                    <a:pt x="2961" y="815"/>
                    <a:pt x="2893" y="698"/>
                    <a:pt x="2799" y="575"/>
                  </a:cubicBezTo>
                  <a:cubicBezTo>
                    <a:pt x="2797" y="540"/>
                    <a:pt x="2761" y="510"/>
                    <a:pt x="2726" y="510"/>
                  </a:cubicBezTo>
                  <a:cubicBezTo>
                    <a:pt x="2707" y="510"/>
                    <a:pt x="2688" y="519"/>
                    <a:pt x="2676" y="543"/>
                  </a:cubicBezTo>
                  <a:cubicBezTo>
                    <a:pt x="2589" y="724"/>
                    <a:pt x="2498" y="909"/>
                    <a:pt x="2414" y="1090"/>
                  </a:cubicBezTo>
                  <a:cubicBezTo>
                    <a:pt x="2390" y="1143"/>
                    <a:pt x="2433" y="1190"/>
                    <a:pt x="2475" y="1190"/>
                  </a:cubicBezTo>
                  <a:cubicBezTo>
                    <a:pt x="2495" y="1190"/>
                    <a:pt x="2515" y="1180"/>
                    <a:pt x="2527" y="1155"/>
                  </a:cubicBezTo>
                  <a:cubicBezTo>
                    <a:pt x="2579" y="1058"/>
                    <a:pt x="2637" y="960"/>
                    <a:pt x="2689" y="863"/>
                  </a:cubicBezTo>
                  <a:lnTo>
                    <a:pt x="2689" y="863"/>
                  </a:lnTo>
                  <a:cubicBezTo>
                    <a:pt x="2773" y="2269"/>
                    <a:pt x="2586" y="3682"/>
                    <a:pt x="2579" y="5091"/>
                  </a:cubicBezTo>
                  <a:cubicBezTo>
                    <a:pt x="2524" y="5088"/>
                    <a:pt x="2472" y="5075"/>
                    <a:pt x="2411" y="5046"/>
                  </a:cubicBezTo>
                  <a:cubicBezTo>
                    <a:pt x="2229" y="4958"/>
                    <a:pt x="2090" y="4650"/>
                    <a:pt x="1993" y="4479"/>
                  </a:cubicBezTo>
                  <a:cubicBezTo>
                    <a:pt x="1889" y="4297"/>
                    <a:pt x="1795" y="4109"/>
                    <a:pt x="1704" y="3921"/>
                  </a:cubicBezTo>
                  <a:cubicBezTo>
                    <a:pt x="1523" y="3526"/>
                    <a:pt x="1374" y="3118"/>
                    <a:pt x="1261" y="2700"/>
                  </a:cubicBezTo>
                  <a:cubicBezTo>
                    <a:pt x="1031" y="1855"/>
                    <a:pt x="950" y="980"/>
                    <a:pt x="995" y="105"/>
                  </a:cubicBezTo>
                  <a:cubicBezTo>
                    <a:pt x="997" y="86"/>
                    <a:pt x="981" y="76"/>
                    <a:pt x="965" y="76"/>
                  </a:cubicBezTo>
                  <a:cubicBezTo>
                    <a:pt x="949" y="76"/>
                    <a:pt x="932" y="86"/>
                    <a:pt x="930" y="105"/>
                  </a:cubicBezTo>
                  <a:cubicBezTo>
                    <a:pt x="833" y="1103"/>
                    <a:pt x="946" y="2107"/>
                    <a:pt x="1244" y="3063"/>
                  </a:cubicBezTo>
                  <a:cubicBezTo>
                    <a:pt x="1390" y="3523"/>
                    <a:pt x="1578" y="3970"/>
                    <a:pt x="1808" y="4394"/>
                  </a:cubicBezTo>
                  <a:cubicBezTo>
                    <a:pt x="1921" y="4605"/>
                    <a:pt x="2067" y="4942"/>
                    <a:pt x="2291" y="5114"/>
                  </a:cubicBezTo>
                  <a:cubicBezTo>
                    <a:pt x="1546" y="5084"/>
                    <a:pt x="794" y="5052"/>
                    <a:pt x="49" y="5016"/>
                  </a:cubicBezTo>
                  <a:cubicBezTo>
                    <a:pt x="48" y="5016"/>
                    <a:pt x="47" y="5016"/>
                    <a:pt x="46" y="5016"/>
                  </a:cubicBezTo>
                  <a:cubicBezTo>
                    <a:pt x="0" y="5016"/>
                    <a:pt x="1" y="5091"/>
                    <a:pt x="49" y="5094"/>
                  </a:cubicBezTo>
                  <a:cubicBezTo>
                    <a:pt x="891" y="5175"/>
                    <a:pt x="1740" y="5227"/>
                    <a:pt x="2586" y="5269"/>
                  </a:cubicBezTo>
                  <a:cubicBezTo>
                    <a:pt x="2589" y="5690"/>
                    <a:pt x="2608" y="6108"/>
                    <a:pt x="2663" y="6523"/>
                  </a:cubicBezTo>
                  <a:cubicBezTo>
                    <a:pt x="2665" y="6544"/>
                    <a:pt x="2683" y="6556"/>
                    <a:pt x="2699" y="6556"/>
                  </a:cubicBezTo>
                  <a:cubicBezTo>
                    <a:pt x="2715" y="6556"/>
                    <a:pt x="2730" y="6545"/>
                    <a:pt x="2728" y="6523"/>
                  </a:cubicBezTo>
                  <a:cubicBezTo>
                    <a:pt x="2715" y="6108"/>
                    <a:pt x="2718" y="5690"/>
                    <a:pt x="2731" y="5272"/>
                  </a:cubicBezTo>
                  <a:cubicBezTo>
                    <a:pt x="3836" y="5321"/>
                    <a:pt x="4941" y="5337"/>
                    <a:pt x="6049" y="5347"/>
                  </a:cubicBezTo>
                  <a:cubicBezTo>
                    <a:pt x="6026" y="5363"/>
                    <a:pt x="6007" y="5373"/>
                    <a:pt x="5987" y="5389"/>
                  </a:cubicBezTo>
                  <a:cubicBezTo>
                    <a:pt x="5880" y="5450"/>
                    <a:pt x="5777" y="5515"/>
                    <a:pt x="5666" y="5577"/>
                  </a:cubicBezTo>
                  <a:cubicBezTo>
                    <a:pt x="5605" y="5616"/>
                    <a:pt x="5644" y="5698"/>
                    <a:pt x="5704" y="5698"/>
                  </a:cubicBezTo>
                  <a:cubicBezTo>
                    <a:pt x="5713" y="5698"/>
                    <a:pt x="5724" y="5695"/>
                    <a:pt x="5734" y="5690"/>
                  </a:cubicBezTo>
                  <a:cubicBezTo>
                    <a:pt x="5854" y="5632"/>
                    <a:pt x="5961" y="5567"/>
                    <a:pt x="6068" y="5496"/>
                  </a:cubicBezTo>
                  <a:lnTo>
                    <a:pt x="6334" y="5337"/>
                  </a:lnTo>
                  <a:cubicBezTo>
                    <a:pt x="6373" y="5318"/>
                    <a:pt x="6376" y="5272"/>
                    <a:pt x="6356" y="5243"/>
                  </a:cubicBezTo>
                  <a:lnTo>
                    <a:pt x="6373" y="5227"/>
                  </a:lnTo>
                  <a:cubicBezTo>
                    <a:pt x="6399" y="5191"/>
                    <a:pt x="6399" y="5139"/>
                    <a:pt x="6360" y="5120"/>
                  </a:cubicBezTo>
                  <a:cubicBezTo>
                    <a:pt x="6204" y="5042"/>
                    <a:pt x="6052" y="4987"/>
                    <a:pt x="5880" y="4958"/>
                  </a:cubicBezTo>
                  <a:cubicBezTo>
                    <a:pt x="5875" y="4957"/>
                    <a:pt x="5871" y="4957"/>
                    <a:pt x="5866" y="4957"/>
                  </a:cubicBezTo>
                  <a:cubicBezTo>
                    <a:pt x="5793" y="4957"/>
                    <a:pt x="5768" y="5072"/>
                    <a:pt x="5845" y="5088"/>
                  </a:cubicBezTo>
                  <a:cubicBezTo>
                    <a:pt x="5974" y="5110"/>
                    <a:pt x="6091" y="5149"/>
                    <a:pt x="6214" y="5201"/>
                  </a:cubicBezTo>
                  <a:lnTo>
                    <a:pt x="6201" y="5214"/>
                  </a:lnTo>
                  <a:cubicBezTo>
                    <a:pt x="5090" y="5208"/>
                    <a:pt x="3985" y="5175"/>
                    <a:pt x="2880" y="5136"/>
                  </a:cubicBezTo>
                  <a:cubicBezTo>
                    <a:pt x="3039" y="5039"/>
                    <a:pt x="3169" y="4877"/>
                    <a:pt x="3266" y="4735"/>
                  </a:cubicBezTo>
                  <a:cubicBezTo>
                    <a:pt x="3538" y="4333"/>
                    <a:pt x="3700" y="3863"/>
                    <a:pt x="3804" y="3393"/>
                  </a:cubicBezTo>
                  <a:cubicBezTo>
                    <a:pt x="4050" y="2311"/>
                    <a:pt x="4134" y="1184"/>
                    <a:pt x="4286" y="86"/>
                  </a:cubicBezTo>
                  <a:cubicBezTo>
                    <a:pt x="4292" y="35"/>
                    <a:pt x="4247" y="1"/>
                    <a:pt x="42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7" name="Google Shape;1887;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5">
    <p:spTree>
      <p:nvGrpSpPr>
        <p:cNvPr id="1888" name="Shape 1888"/>
        <p:cNvGrpSpPr/>
        <p:nvPr/>
      </p:nvGrpSpPr>
      <p:grpSpPr>
        <a:xfrm>
          <a:off x="0" y="0"/>
          <a:ext cx="0" cy="0"/>
          <a:chOff x="0" y="0"/>
          <a:chExt cx="0" cy="0"/>
        </a:xfrm>
      </p:grpSpPr>
      <p:pic>
        <p:nvPicPr>
          <p:cNvPr id="1889" name="Google Shape;1889;p17"/>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890" name="Google Shape;1890;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891" name="Google Shape;1891;p17"/>
          <p:cNvGrpSpPr/>
          <p:nvPr/>
        </p:nvGrpSpPr>
        <p:grpSpPr>
          <a:xfrm>
            <a:off x="80221" y="-355544"/>
            <a:ext cx="9153201" cy="5730011"/>
            <a:chOff x="80221" y="-355544"/>
            <a:chExt cx="9153201" cy="5730011"/>
          </a:xfrm>
        </p:grpSpPr>
        <p:grpSp>
          <p:nvGrpSpPr>
            <p:cNvPr id="1892" name="Google Shape;1892;p17"/>
            <p:cNvGrpSpPr/>
            <p:nvPr/>
          </p:nvGrpSpPr>
          <p:grpSpPr>
            <a:xfrm rot="-1383256">
              <a:off x="7246242" y="-133684"/>
              <a:ext cx="1205862" cy="356849"/>
              <a:chOff x="5813594" y="2813041"/>
              <a:chExt cx="591605" cy="175073"/>
            </a:xfrm>
          </p:grpSpPr>
          <p:sp>
            <p:nvSpPr>
              <p:cNvPr id="1893" name="Google Shape;1893;p17"/>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17"/>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17"/>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17"/>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17"/>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17"/>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17"/>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17"/>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17"/>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17"/>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17"/>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17"/>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17"/>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17"/>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17"/>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8" name="Google Shape;1908;p17"/>
            <p:cNvGrpSpPr/>
            <p:nvPr/>
          </p:nvGrpSpPr>
          <p:grpSpPr>
            <a:xfrm rot="3191386">
              <a:off x="8559561" y="848286"/>
              <a:ext cx="677115" cy="330879"/>
              <a:chOff x="7053208" y="3451133"/>
              <a:chExt cx="306539" cy="149789"/>
            </a:xfrm>
          </p:grpSpPr>
          <p:sp>
            <p:nvSpPr>
              <p:cNvPr id="1909" name="Google Shape;1909;p17"/>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17"/>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17"/>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17"/>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17"/>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17"/>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17"/>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17"/>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17"/>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8" name="Google Shape;1918;p17"/>
            <p:cNvGrpSpPr/>
            <p:nvPr/>
          </p:nvGrpSpPr>
          <p:grpSpPr>
            <a:xfrm rot="-4946701">
              <a:off x="-238012" y="4766590"/>
              <a:ext cx="979619" cy="216229"/>
              <a:chOff x="7968422" y="675563"/>
              <a:chExt cx="462304" cy="102049"/>
            </a:xfrm>
          </p:grpSpPr>
          <p:sp>
            <p:nvSpPr>
              <p:cNvPr id="1919" name="Google Shape;1919;p17"/>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17"/>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17"/>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17"/>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17"/>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17"/>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17"/>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17"/>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17"/>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17"/>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17"/>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17"/>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17"/>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2" name="Google Shape;1932;p17"/>
            <p:cNvGrpSpPr/>
            <p:nvPr/>
          </p:nvGrpSpPr>
          <p:grpSpPr>
            <a:xfrm rot="-2124154">
              <a:off x="1673910" y="4739939"/>
              <a:ext cx="461594" cy="269559"/>
              <a:chOff x="5999959" y="663349"/>
              <a:chExt cx="216246" cy="126280"/>
            </a:xfrm>
          </p:grpSpPr>
          <p:sp>
            <p:nvSpPr>
              <p:cNvPr id="1933" name="Google Shape;1933;p17"/>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17"/>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17"/>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17"/>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17"/>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17"/>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17"/>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40" name="Google Shape;1940;p17"/>
          <p:cNvGrpSpPr/>
          <p:nvPr/>
        </p:nvGrpSpPr>
        <p:grpSpPr>
          <a:xfrm>
            <a:off x="-585943" y="-535136"/>
            <a:ext cx="10141640" cy="5987933"/>
            <a:chOff x="-585943" y="-535136"/>
            <a:chExt cx="10141640" cy="5987933"/>
          </a:xfrm>
        </p:grpSpPr>
        <p:grpSp>
          <p:nvGrpSpPr>
            <p:cNvPr id="1941" name="Google Shape;1941;p17"/>
            <p:cNvGrpSpPr/>
            <p:nvPr/>
          </p:nvGrpSpPr>
          <p:grpSpPr>
            <a:xfrm rot="1663543">
              <a:off x="737281" y="-387735"/>
              <a:ext cx="826112" cy="779840"/>
              <a:chOff x="3712416" y="2719728"/>
              <a:chExt cx="383381" cy="361907"/>
            </a:xfrm>
          </p:grpSpPr>
          <p:sp>
            <p:nvSpPr>
              <p:cNvPr id="1942" name="Google Shape;1942;p17"/>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17"/>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17"/>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17"/>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17"/>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17"/>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17"/>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17"/>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17"/>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17"/>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17"/>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17"/>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17"/>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17"/>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17"/>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17"/>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17"/>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17"/>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17"/>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17"/>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17"/>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17"/>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17"/>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5" name="Google Shape;1965;p17"/>
            <p:cNvGrpSpPr/>
            <p:nvPr/>
          </p:nvGrpSpPr>
          <p:grpSpPr>
            <a:xfrm rot="2304760">
              <a:off x="519034" y="4505919"/>
              <a:ext cx="1081965" cy="684873"/>
              <a:chOff x="4808808" y="1957984"/>
              <a:chExt cx="404920" cy="256310"/>
            </a:xfrm>
          </p:grpSpPr>
          <p:sp>
            <p:nvSpPr>
              <p:cNvPr id="1966" name="Google Shape;1966;p17"/>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17"/>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8" name="Google Shape;1968;p17"/>
            <p:cNvGrpSpPr/>
            <p:nvPr/>
          </p:nvGrpSpPr>
          <p:grpSpPr>
            <a:xfrm rot="1830349">
              <a:off x="8362154" y="-68825"/>
              <a:ext cx="1071906" cy="771565"/>
              <a:chOff x="5859955" y="1906764"/>
              <a:chExt cx="497056" cy="357770"/>
            </a:xfrm>
          </p:grpSpPr>
          <p:sp>
            <p:nvSpPr>
              <p:cNvPr id="1969" name="Google Shape;1969;p17"/>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17"/>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17"/>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17"/>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17"/>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17"/>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17"/>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17"/>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17"/>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17"/>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17"/>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17"/>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17"/>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17"/>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17"/>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17"/>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17"/>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17"/>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17"/>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8" name="Google Shape;1988;p17"/>
            <p:cNvGrpSpPr/>
            <p:nvPr/>
          </p:nvGrpSpPr>
          <p:grpSpPr>
            <a:xfrm rot="-10201885">
              <a:off x="-527256" y="3442705"/>
              <a:ext cx="1071880" cy="771551"/>
              <a:chOff x="5859955" y="1906764"/>
              <a:chExt cx="497056" cy="357770"/>
            </a:xfrm>
          </p:grpSpPr>
          <p:sp>
            <p:nvSpPr>
              <p:cNvPr id="1989" name="Google Shape;1989;p17"/>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17"/>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17"/>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17"/>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17"/>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17"/>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17"/>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17"/>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17"/>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17"/>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17"/>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17"/>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17"/>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17"/>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17"/>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17"/>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17"/>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17"/>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17"/>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008" name="Google Shape;2008;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009" name="Shape 2009"/>
        <p:cNvGrpSpPr/>
        <p:nvPr/>
      </p:nvGrpSpPr>
      <p:grpSpPr>
        <a:xfrm>
          <a:off x="0" y="0"/>
          <a:ext cx="0" cy="0"/>
          <a:chOff x="0" y="0"/>
          <a:chExt cx="0" cy="0"/>
        </a:xfrm>
      </p:grpSpPr>
      <p:pic>
        <p:nvPicPr>
          <p:cNvPr id="2010" name="Google Shape;2010;p18"/>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011" name="Google Shape;2011;p18"/>
          <p:cNvGrpSpPr/>
          <p:nvPr/>
        </p:nvGrpSpPr>
        <p:grpSpPr>
          <a:xfrm>
            <a:off x="-564818" y="-476172"/>
            <a:ext cx="10254429" cy="6096711"/>
            <a:chOff x="-564818" y="-476172"/>
            <a:chExt cx="10254429" cy="6096711"/>
          </a:xfrm>
        </p:grpSpPr>
        <p:grpSp>
          <p:nvGrpSpPr>
            <p:cNvPr id="2012" name="Google Shape;2012;p18"/>
            <p:cNvGrpSpPr/>
            <p:nvPr/>
          </p:nvGrpSpPr>
          <p:grpSpPr>
            <a:xfrm rot="720474">
              <a:off x="8344647" y="1237206"/>
              <a:ext cx="1160214" cy="655733"/>
              <a:chOff x="4710963" y="556836"/>
              <a:chExt cx="599550" cy="338855"/>
            </a:xfrm>
          </p:grpSpPr>
          <p:sp>
            <p:nvSpPr>
              <p:cNvPr id="2013" name="Google Shape;2013;p18"/>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18"/>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18"/>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18"/>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7" name="Google Shape;2017;p18"/>
            <p:cNvGrpSpPr/>
            <p:nvPr/>
          </p:nvGrpSpPr>
          <p:grpSpPr>
            <a:xfrm rot="3407784">
              <a:off x="6676188" y="4701009"/>
              <a:ext cx="705076" cy="807114"/>
              <a:chOff x="4838621" y="3330436"/>
              <a:chExt cx="342600" cy="392181"/>
            </a:xfrm>
          </p:grpSpPr>
          <p:sp>
            <p:nvSpPr>
              <p:cNvPr id="2018" name="Google Shape;2018;p18"/>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18"/>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18"/>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18"/>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18"/>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18"/>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18"/>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18"/>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18"/>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18"/>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18"/>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18"/>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18"/>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18"/>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18"/>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18"/>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18"/>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18"/>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18"/>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18"/>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18"/>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18"/>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18"/>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18"/>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18"/>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3" name="Google Shape;2043;p18"/>
            <p:cNvGrpSpPr/>
            <p:nvPr/>
          </p:nvGrpSpPr>
          <p:grpSpPr>
            <a:xfrm>
              <a:off x="6016833" y="-476172"/>
              <a:ext cx="1005993" cy="949609"/>
              <a:chOff x="3712416" y="2719728"/>
              <a:chExt cx="383381" cy="361907"/>
            </a:xfrm>
          </p:grpSpPr>
          <p:sp>
            <p:nvSpPr>
              <p:cNvPr id="2044" name="Google Shape;2044;p18"/>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18"/>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18"/>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18"/>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18"/>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18"/>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18"/>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18"/>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18"/>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18"/>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18"/>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18"/>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18"/>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18"/>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18"/>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18"/>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18"/>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18"/>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18"/>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18"/>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18"/>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18"/>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18"/>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7" name="Google Shape;2067;p18"/>
            <p:cNvGrpSpPr/>
            <p:nvPr/>
          </p:nvGrpSpPr>
          <p:grpSpPr>
            <a:xfrm rot="-1615669">
              <a:off x="8279915" y="3128080"/>
              <a:ext cx="1236398" cy="1061349"/>
              <a:chOff x="3639393" y="3293465"/>
              <a:chExt cx="543616" cy="466651"/>
            </a:xfrm>
          </p:grpSpPr>
          <p:sp>
            <p:nvSpPr>
              <p:cNvPr id="2068" name="Google Shape;2068;p18"/>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18"/>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18"/>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18"/>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18"/>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18"/>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18"/>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18"/>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18"/>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18"/>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8" name="Google Shape;2078;p18"/>
            <p:cNvGrpSpPr/>
            <p:nvPr/>
          </p:nvGrpSpPr>
          <p:grpSpPr>
            <a:xfrm rot="2304760">
              <a:off x="380759" y="4624406"/>
              <a:ext cx="1081965" cy="684873"/>
              <a:chOff x="4808808" y="1957984"/>
              <a:chExt cx="404920" cy="256310"/>
            </a:xfrm>
          </p:grpSpPr>
          <p:sp>
            <p:nvSpPr>
              <p:cNvPr id="2079" name="Google Shape;2079;p18"/>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18"/>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1" name="Google Shape;2081;p18"/>
            <p:cNvGrpSpPr/>
            <p:nvPr/>
          </p:nvGrpSpPr>
          <p:grpSpPr>
            <a:xfrm rot="1830349">
              <a:off x="8362154" y="-68825"/>
              <a:ext cx="1071906" cy="771565"/>
              <a:chOff x="5859955" y="1906764"/>
              <a:chExt cx="497056" cy="357770"/>
            </a:xfrm>
          </p:grpSpPr>
          <p:sp>
            <p:nvSpPr>
              <p:cNvPr id="2082" name="Google Shape;2082;p18"/>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18"/>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18"/>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18"/>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18"/>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18"/>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18"/>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18"/>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18"/>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18"/>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18"/>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18"/>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18"/>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18"/>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18"/>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18"/>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18"/>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18"/>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18"/>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1" name="Google Shape;2101;p18"/>
            <p:cNvGrpSpPr/>
            <p:nvPr/>
          </p:nvGrpSpPr>
          <p:grpSpPr>
            <a:xfrm rot="1502807">
              <a:off x="8202406" y="4575485"/>
              <a:ext cx="1251098" cy="782722"/>
              <a:chOff x="6880435" y="4156402"/>
              <a:chExt cx="650771" cy="407141"/>
            </a:xfrm>
          </p:grpSpPr>
          <p:sp>
            <p:nvSpPr>
              <p:cNvPr id="2102" name="Google Shape;2102;p18"/>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18"/>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18"/>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18"/>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6" name="Google Shape;2106;p18"/>
            <p:cNvGrpSpPr/>
            <p:nvPr/>
          </p:nvGrpSpPr>
          <p:grpSpPr>
            <a:xfrm rot="-10201885">
              <a:off x="-506131" y="3403855"/>
              <a:ext cx="1071880" cy="771551"/>
              <a:chOff x="5859955" y="1906764"/>
              <a:chExt cx="497056" cy="357770"/>
            </a:xfrm>
          </p:grpSpPr>
          <p:sp>
            <p:nvSpPr>
              <p:cNvPr id="2107" name="Google Shape;2107;p18"/>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18"/>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18"/>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18"/>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18"/>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18"/>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18"/>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18"/>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18"/>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18"/>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18"/>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18"/>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18"/>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18"/>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18"/>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18"/>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18"/>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18"/>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18"/>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26" name="Google Shape;2126;p18"/>
          <p:cNvGrpSpPr/>
          <p:nvPr/>
        </p:nvGrpSpPr>
        <p:grpSpPr>
          <a:xfrm>
            <a:off x="-4" y="-315006"/>
            <a:ext cx="9550379" cy="5663144"/>
            <a:chOff x="-4" y="-315006"/>
            <a:chExt cx="9550379" cy="5663144"/>
          </a:xfrm>
        </p:grpSpPr>
        <p:grpSp>
          <p:nvGrpSpPr>
            <p:cNvPr id="2127" name="Google Shape;2127;p18"/>
            <p:cNvGrpSpPr/>
            <p:nvPr/>
          </p:nvGrpSpPr>
          <p:grpSpPr>
            <a:xfrm rot="1737330">
              <a:off x="8451128" y="2073572"/>
              <a:ext cx="1115783" cy="219789"/>
              <a:chOff x="4737493" y="4305992"/>
              <a:chExt cx="547410" cy="107830"/>
            </a:xfrm>
          </p:grpSpPr>
          <p:sp>
            <p:nvSpPr>
              <p:cNvPr id="2128" name="Google Shape;2128;p18"/>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18"/>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18"/>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18"/>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18"/>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18"/>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18"/>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18"/>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18"/>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18"/>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18"/>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18"/>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18"/>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1" name="Google Shape;2141;p18"/>
            <p:cNvGrpSpPr/>
            <p:nvPr/>
          </p:nvGrpSpPr>
          <p:grpSpPr>
            <a:xfrm rot="-1492893">
              <a:off x="8502898" y="2646172"/>
              <a:ext cx="624817" cy="305315"/>
              <a:chOff x="7053208" y="3451133"/>
              <a:chExt cx="306539" cy="149789"/>
            </a:xfrm>
          </p:grpSpPr>
          <p:sp>
            <p:nvSpPr>
              <p:cNvPr id="2142" name="Google Shape;2142;p18"/>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18"/>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18"/>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18"/>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18"/>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18"/>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18"/>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18"/>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18"/>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1" name="Google Shape;2151;p18"/>
            <p:cNvGrpSpPr/>
            <p:nvPr/>
          </p:nvGrpSpPr>
          <p:grpSpPr>
            <a:xfrm rot="-1892970">
              <a:off x="7654304" y="4754269"/>
              <a:ext cx="522017" cy="188198"/>
              <a:chOff x="3781827" y="2039675"/>
              <a:chExt cx="256107" cy="92332"/>
            </a:xfrm>
          </p:grpSpPr>
          <p:sp>
            <p:nvSpPr>
              <p:cNvPr id="2152" name="Google Shape;2152;p18"/>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18"/>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18"/>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18"/>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18"/>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7" name="Google Shape;2157;p18"/>
            <p:cNvGrpSpPr/>
            <p:nvPr/>
          </p:nvGrpSpPr>
          <p:grpSpPr>
            <a:xfrm rot="2455194">
              <a:off x="5357293" y="-156042"/>
              <a:ext cx="516804" cy="309334"/>
              <a:chOff x="4884983" y="2824599"/>
              <a:chExt cx="253545" cy="151760"/>
            </a:xfrm>
          </p:grpSpPr>
          <p:sp>
            <p:nvSpPr>
              <p:cNvPr id="2158" name="Google Shape;2158;p18"/>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18"/>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18"/>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18"/>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18"/>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18"/>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18"/>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18"/>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18"/>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7" name="Google Shape;2167;p18"/>
            <p:cNvGrpSpPr/>
            <p:nvPr/>
          </p:nvGrpSpPr>
          <p:grpSpPr>
            <a:xfrm rot="2529989">
              <a:off x="8804591" y="4314659"/>
              <a:ext cx="516004" cy="309202"/>
              <a:chOff x="5983345" y="4283994"/>
              <a:chExt cx="253151" cy="151694"/>
            </a:xfrm>
          </p:grpSpPr>
          <p:sp>
            <p:nvSpPr>
              <p:cNvPr id="2168" name="Google Shape;2168;p18"/>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18"/>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18"/>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18"/>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18"/>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18"/>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18"/>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18"/>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18"/>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77" name="Google Shape;2177;p18"/>
            <p:cNvGrpSpPr/>
            <p:nvPr/>
          </p:nvGrpSpPr>
          <p:grpSpPr>
            <a:xfrm rot="-1383256">
              <a:off x="7149117" y="-93147"/>
              <a:ext cx="1205862" cy="356849"/>
              <a:chOff x="5813594" y="2813041"/>
              <a:chExt cx="591605" cy="175073"/>
            </a:xfrm>
          </p:grpSpPr>
          <p:sp>
            <p:nvSpPr>
              <p:cNvPr id="2178" name="Google Shape;2178;p18"/>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18"/>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18"/>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18"/>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18"/>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18"/>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18"/>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18"/>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18"/>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18"/>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18"/>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18"/>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18"/>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18"/>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18"/>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3" name="Google Shape;2193;p18"/>
            <p:cNvGrpSpPr/>
            <p:nvPr/>
          </p:nvGrpSpPr>
          <p:grpSpPr>
            <a:xfrm rot="-1872959">
              <a:off x="8299211" y="767806"/>
              <a:ext cx="677116" cy="330879"/>
              <a:chOff x="7053208" y="3451133"/>
              <a:chExt cx="306539" cy="149789"/>
            </a:xfrm>
          </p:grpSpPr>
          <p:sp>
            <p:nvSpPr>
              <p:cNvPr id="2194" name="Google Shape;2194;p18"/>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18"/>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18"/>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18"/>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18"/>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18"/>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18"/>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18"/>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18"/>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3" name="Google Shape;2203;p18"/>
            <p:cNvGrpSpPr/>
            <p:nvPr/>
          </p:nvGrpSpPr>
          <p:grpSpPr>
            <a:xfrm rot="-4946701">
              <a:off x="-318237" y="4740240"/>
              <a:ext cx="979619" cy="216229"/>
              <a:chOff x="7968422" y="675563"/>
              <a:chExt cx="462304" cy="102049"/>
            </a:xfrm>
          </p:grpSpPr>
          <p:sp>
            <p:nvSpPr>
              <p:cNvPr id="2204" name="Google Shape;2204;p18"/>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18"/>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18"/>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18"/>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18"/>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18"/>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18"/>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18"/>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18"/>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18"/>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18"/>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18"/>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18"/>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7" name="Google Shape;2217;p18"/>
            <p:cNvGrpSpPr/>
            <p:nvPr/>
          </p:nvGrpSpPr>
          <p:grpSpPr>
            <a:xfrm rot="-2124154">
              <a:off x="1593810" y="4969789"/>
              <a:ext cx="461594" cy="269559"/>
              <a:chOff x="5999959" y="663349"/>
              <a:chExt cx="216246" cy="126280"/>
            </a:xfrm>
          </p:grpSpPr>
          <p:sp>
            <p:nvSpPr>
              <p:cNvPr id="2218" name="Google Shape;2218;p18"/>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18"/>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18"/>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18"/>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18"/>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18"/>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18"/>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5" name="Google Shape;2225;p18"/>
            <p:cNvGrpSpPr/>
            <p:nvPr/>
          </p:nvGrpSpPr>
          <p:grpSpPr>
            <a:xfrm rot="621006">
              <a:off x="530508" y="4494785"/>
              <a:ext cx="516793" cy="309327"/>
              <a:chOff x="4884983" y="2824599"/>
              <a:chExt cx="253545" cy="151760"/>
            </a:xfrm>
          </p:grpSpPr>
          <p:sp>
            <p:nvSpPr>
              <p:cNvPr id="2226" name="Google Shape;2226;p18"/>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18"/>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18"/>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18"/>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18"/>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18"/>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18"/>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18"/>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18"/>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35" name="Google Shape;2235;p18"/>
          <p:cNvSpPr txBox="1"/>
          <p:nvPr>
            <p:ph type="title"/>
          </p:nvPr>
        </p:nvSpPr>
        <p:spPr>
          <a:xfrm>
            <a:off x="720000" y="1235675"/>
            <a:ext cx="3852000" cy="17475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36" name="Google Shape;2236;p18"/>
          <p:cNvSpPr txBox="1"/>
          <p:nvPr>
            <p:ph idx="1" type="subTitle"/>
          </p:nvPr>
        </p:nvSpPr>
        <p:spPr>
          <a:xfrm>
            <a:off x="720000" y="2982925"/>
            <a:ext cx="3852000" cy="924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37" name="Google Shape;2237;p18"/>
          <p:cNvSpPr/>
          <p:nvPr>
            <p:ph idx="2" type="pic"/>
          </p:nvPr>
        </p:nvSpPr>
        <p:spPr>
          <a:xfrm>
            <a:off x="4955188" y="741200"/>
            <a:ext cx="3151500" cy="3661200"/>
          </a:xfrm>
          <a:prstGeom prst="rect">
            <a:avLst/>
          </a:prstGeom>
          <a:noFill/>
          <a:ln cap="flat" cmpd="sng" w="19050">
            <a:solidFill>
              <a:schemeClr val="dk2"/>
            </a:solidFill>
            <a:prstDash val="solid"/>
            <a:round/>
            <a:headEnd len="sm" w="sm" type="none"/>
            <a:tailEnd len="sm" w="sm" type="none"/>
          </a:ln>
        </p:spPr>
      </p:sp>
      <p:sp>
        <p:nvSpPr>
          <p:cNvPr id="2238" name="Google Shape;2238;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239" name="Shape 2239"/>
        <p:cNvGrpSpPr/>
        <p:nvPr/>
      </p:nvGrpSpPr>
      <p:grpSpPr>
        <a:xfrm>
          <a:off x="0" y="0"/>
          <a:ext cx="0" cy="0"/>
          <a:chOff x="0" y="0"/>
          <a:chExt cx="0" cy="0"/>
        </a:xfrm>
      </p:grpSpPr>
      <p:sp>
        <p:nvSpPr>
          <p:cNvPr id="2240" name="Google Shape;2240;p19"/>
          <p:cNvSpPr txBox="1"/>
          <p:nvPr>
            <p:ph type="title"/>
          </p:nvPr>
        </p:nvSpPr>
        <p:spPr>
          <a:xfrm>
            <a:off x="974075" y="1336575"/>
            <a:ext cx="2828400" cy="1193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41" name="Google Shape;2241;p19"/>
          <p:cNvSpPr txBox="1"/>
          <p:nvPr>
            <p:ph idx="1" type="subTitle"/>
          </p:nvPr>
        </p:nvSpPr>
        <p:spPr>
          <a:xfrm>
            <a:off x="974075" y="2530200"/>
            <a:ext cx="2828400" cy="114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2242" name="Google Shape;2242;p19"/>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243" name="Google Shape;2243;p19"/>
          <p:cNvGrpSpPr/>
          <p:nvPr/>
        </p:nvGrpSpPr>
        <p:grpSpPr>
          <a:xfrm>
            <a:off x="5379698" y="-146940"/>
            <a:ext cx="4804081" cy="2711158"/>
            <a:chOff x="5379698" y="-146940"/>
            <a:chExt cx="4804081" cy="2711158"/>
          </a:xfrm>
        </p:grpSpPr>
        <p:grpSp>
          <p:nvGrpSpPr>
            <p:cNvPr id="2244" name="Google Shape;2244;p19"/>
            <p:cNvGrpSpPr/>
            <p:nvPr/>
          </p:nvGrpSpPr>
          <p:grpSpPr>
            <a:xfrm rot="2567276">
              <a:off x="5372585" y="66727"/>
              <a:ext cx="733465" cy="266411"/>
              <a:chOff x="3720033" y="657636"/>
              <a:chExt cx="380942" cy="138367"/>
            </a:xfrm>
          </p:grpSpPr>
          <p:sp>
            <p:nvSpPr>
              <p:cNvPr id="2245" name="Google Shape;2245;p19"/>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19"/>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19"/>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19"/>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19"/>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19"/>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1" name="Google Shape;2251;p19"/>
            <p:cNvGrpSpPr/>
            <p:nvPr/>
          </p:nvGrpSpPr>
          <p:grpSpPr>
            <a:xfrm rot="-2367188">
              <a:off x="8331666" y="675916"/>
              <a:ext cx="493112" cy="177777"/>
              <a:chOff x="3781827" y="2039675"/>
              <a:chExt cx="256107" cy="92332"/>
            </a:xfrm>
          </p:grpSpPr>
          <p:sp>
            <p:nvSpPr>
              <p:cNvPr id="2252" name="Google Shape;2252;p19"/>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19"/>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19"/>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19"/>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19"/>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7" name="Google Shape;2257;p19"/>
            <p:cNvGrpSpPr/>
            <p:nvPr/>
          </p:nvGrpSpPr>
          <p:grpSpPr>
            <a:xfrm rot="1269779">
              <a:off x="8688552" y="139101"/>
              <a:ext cx="711265" cy="411419"/>
              <a:chOff x="7058527" y="2000471"/>
              <a:chExt cx="295968" cy="171198"/>
            </a:xfrm>
          </p:grpSpPr>
          <p:sp>
            <p:nvSpPr>
              <p:cNvPr id="2258" name="Google Shape;2258;p19"/>
              <p:cNvSpPr/>
              <p:nvPr/>
            </p:nvSpPr>
            <p:spPr>
              <a:xfrm>
                <a:off x="7058527" y="2045453"/>
                <a:ext cx="52733" cy="57461"/>
              </a:xfrm>
              <a:custGeom>
                <a:rect b="b" l="l" r="r" t="t"/>
                <a:pathLst>
                  <a:path extrusionOk="0" h="875" w="803">
                    <a:moveTo>
                      <a:pt x="123" y="1"/>
                    </a:moveTo>
                    <a:cubicBezTo>
                      <a:pt x="83" y="1"/>
                      <a:pt x="46" y="8"/>
                      <a:pt x="17" y="31"/>
                    </a:cubicBezTo>
                    <a:cubicBezTo>
                      <a:pt x="4" y="44"/>
                      <a:pt x="0" y="70"/>
                      <a:pt x="7" y="86"/>
                    </a:cubicBezTo>
                    <a:cubicBezTo>
                      <a:pt x="23" y="109"/>
                      <a:pt x="30" y="112"/>
                      <a:pt x="65" y="119"/>
                    </a:cubicBezTo>
                    <a:cubicBezTo>
                      <a:pt x="75" y="119"/>
                      <a:pt x="88" y="109"/>
                      <a:pt x="91" y="102"/>
                    </a:cubicBezTo>
                    <a:lnTo>
                      <a:pt x="101" y="93"/>
                    </a:lnTo>
                    <a:lnTo>
                      <a:pt x="101" y="89"/>
                    </a:lnTo>
                    <a:cubicBezTo>
                      <a:pt x="153" y="106"/>
                      <a:pt x="227" y="119"/>
                      <a:pt x="237" y="119"/>
                    </a:cubicBezTo>
                    <a:cubicBezTo>
                      <a:pt x="298" y="125"/>
                      <a:pt x="360" y="135"/>
                      <a:pt x="421" y="144"/>
                    </a:cubicBezTo>
                    <a:lnTo>
                      <a:pt x="425" y="144"/>
                    </a:lnTo>
                    <a:cubicBezTo>
                      <a:pt x="389" y="378"/>
                      <a:pt x="344" y="605"/>
                      <a:pt x="308" y="835"/>
                    </a:cubicBezTo>
                    <a:cubicBezTo>
                      <a:pt x="302" y="858"/>
                      <a:pt x="321" y="874"/>
                      <a:pt x="339" y="874"/>
                    </a:cubicBezTo>
                    <a:cubicBezTo>
                      <a:pt x="351" y="874"/>
                      <a:pt x="363" y="867"/>
                      <a:pt x="366" y="851"/>
                    </a:cubicBezTo>
                    <a:cubicBezTo>
                      <a:pt x="444" y="630"/>
                      <a:pt x="496" y="387"/>
                      <a:pt x="528" y="164"/>
                    </a:cubicBezTo>
                    <a:cubicBezTo>
                      <a:pt x="593" y="170"/>
                      <a:pt x="658" y="183"/>
                      <a:pt x="723" y="187"/>
                    </a:cubicBezTo>
                    <a:cubicBezTo>
                      <a:pt x="724" y="187"/>
                      <a:pt x="725" y="187"/>
                      <a:pt x="726" y="187"/>
                    </a:cubicBezTo>
                    <a:cubicBezTo>
                      <a:pt x="788" y="187"/>
                      <a:pt x="803" y="86"/>
                      <a:pt x="745" y="73"/>
                    </a:cubicBezTo>
                    <a:cubicBezTo>
                      <a:pt x="600" y="51"/>
                      <a:pt x="454" y="41"/>
                      <a:pt x="308" y="25"/>
                    </a:cubicBezTo>
                    <a:cubicBezTo>
                      <a:pt x="253" y="19"/>
                      <a:pt x="185" y="1"/>
                      <a:pt x="1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19"/>
              <p:cNvSpPr/>
              <p:nvPr/>
            </p:nvSpPr>
            <p:spPr>
              <a:xfrm>
                <a:off x="7101671" y="2074019"/>
                <a:ext cx="26399" cy="6304"/>
              </a:xfrm>
              <a:custGeom>
                <a:rect b="b" l="l" r="r" t="t"/>
                <a:pathLst>
                  <a:path extrusionOk="0" h="96" w="402">
                    <a:moveTo>
                      <a:pt x="344" y="1"/>
                    </a:moveTo>
                    <a:cubicBezTo>
                      <a:pt x="343" y="1"/>
                      <a:pt x="342" y="1"/>
                      <a:pt x="341" y="1"/>
                    </a:cubicBezTo>
                    <a:cubicBezTo>
                      <a:pt x="244" y="11"/>
                      <a:pt x="147" y="11"/>
                      <a:pt x="50" y="11"/>
                    </a:cubicBezTo>
                    <a:cubicBezTo>
                      <a:pt x="1" y="11"/>
                      <a:pt x="1" y="89"/>
                      <a:pt x="50" y="89"/>
                    </a:cubicBezTo>
                    <a:cubicBezTo>
                      <a:pt x="147" y="89"/>
                      <a:pt x="244" y="92"/>
                      <a:pt x="341" y="95"/>
                    </a:cubicBezTo>
                    <a:cubicBezTo>
                      <a:pt x="343" y="95"/>
                      <a:pt x="345" y="95"/>
                      <a:pt x="347" y="95"/>
                    </a:cubicBezTo>
                    <a:cubicBezTo>
                      <a:pt x="402" y="95"/>
                      <a:pt x="401" y="1"/>
                      <a:pt x="3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19"/>
              <p:cNvSpPr/>
              <p:nvPr/>
            </p:nvSpPr>
            <p:spPr>
              <a:xfrm>
                <a:off x="7105939" y="2062593"/>
                <a:ext cx="30734" cy="5976"/>
              </a:xfrm>
              <a:custGeom>
                <a:rect b="b" l="l" r="r" t="t"/>
                <a:pathLst>
                  <a:path extrusionOk="0" h="91" w="468">
                    <a:moveTo>
                      <a:pt x="49" y="0"/>
                    </a:moveTo>
                    <a:cubicBezTo>
                      <a:pt x="1" y="0"/>
                      <a:pt x="7" y="68"/>
                      <a:pt x="49" y="71"/>
                    </a:cubicBezTo>
                    <a:cubicBezTo>
                      <a:pt x="169" y="81"/>
                      <a:pt x="289" y="88"/>
                      <a:pt x="412" y="91"/>
                    </a:cubicBezTo>
                    <a:cubicBezTo>
                      <a:pt x="467" y="91"/>
                      <a:pt x="467" y="3"/>
                      <a:pt x="412" y="3"/>
                    </a:cubicBezTo>
                    <a:cubicBezTo>
                      <a:pt x="292" y="0"/>
                      <a:pt x="172" y="0"/>
                      <a:pt x="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19"/>
              <p:cNvSpPr/>
              <p:nvPr/>
            </p:nvSpPr>
            <p:spPr>
              <a:xfrm>
                <a:off x="7135161" y="2047949"/>
                <a:ext cx="52142" cy="55557"/>
              </a:xfrm>
              <a:custGeom>
                <a:rect b="b" l="l" r="r" t="t"/>
                <a:pathLst>
                  <a:path extrusionOk="0" h="846" w="794">
                    <a:moveTo>
                      <a:pt x="208" y="1"/>
                    </a:moveTo>
                    <a:cubicBezTo>
                      <a:pt x="142" y="1"/>
                      <a:pt x="77" y="26"/>
                      <a:pt x="26" y="84"/>
                    </a:cubicBezTo>
                    <a:cubicBezTo>
                      <a:pt x="1" y="111"/>
                      <a:pt x="24" y="146"/>
                      <a:pt x="53" y="146"/>
                    </a:cubicBezTo>
                    <a:cubicBezTo>
                      <a:pt x="62" y="146"/>
                      <a:pt x="72" y="143"/>
                      <a:pt x="81" y="136"/>
                    </a:cubicBezTo>
                    <a:cubicBezTo>
                      <a:pt x="123" y="100"/>
                      <a:pt x="165" y="85"/>
                      <a:pt x="203" y="85"/>
                    </a:cubicBezTo>
                    <a:cubicBezTo>
                      <a:pt x="331" y="85"/>
                      <a:pt x="426" y="249"/>
                      <a:pt x="388" y="388"/>
                    </a:cubicBezTo>
                    <a:cubicBezTo>
                      <a:pt x="346" y="534"/>
                      <a:pt x="213" y="628"/>
                      <a:pt x="81" y="686"/>
                    </a:cubicBezTo>
                    <a:cubicBezTo>
                      <a:pt x="32" y="709"/>
                      <a:pt x="42" y="793"/>
                      <a:pt x="97" y="800"/>
                    </a:cubicBezTo>
                    <a:cubicBezTo>
                      <a:pt x="231" y="826"/>
                      <a:pt x="373" y="846"/>
                      <a:pt x="513" y="846"/>
                    </a:cubicBezTo>
                    <a:cubicBezTo>
                      <a:pt x="583" y="846"/>
                      <a:pt x="652" y="841"/>
                      <a:pt x="719" y="829"/>
                    </a:cubicBezTo>
                    <a:cubicBezTo>
                      <a:pt x="793" y="816"/>
                      <a:pt x="771" y="716"/>
                      <a:pt x="706" y="716"/>
                    </a:cubicBezTo>
                    <a:cubicBezTo>
                      <a:pt x="560" y="712"/>
                      <a:pt x="424" y="716"/>
                      <a:pt x="281" y="703"/>
                    </a:cubicBezTo>
                    <a:cubicBezTo>
                      <a:pt x="437" y="583"/>
                      <a:pt x="554" y="408"/>
                      <a:pt x="486" y="200"/>
                    </a:cubicBezTo>
                    <a:cubicBezTo>
                      <a:pt x="446" y="82"/>
                      <a:pt x="326" y="1"/>
                      <a:pt x="2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19"/>
              <p:cNvSpPr/>
              <p:nvPr/>
            </p:nvSpPr>
            <p:spPr>
              <a:xfrm>
                <a:off x="7197414" y="2048737"/>
                <a:ext cx="53258" cy="54703"/>
              </a:xfrm>
              <a:custGeom>
                <a:rect b="b" l="l" r="r" t="t"/>
                <a:pathLst>
                  <a:path extrusionOk="0" h="833" w="811">
                    <a:moveTo>
                      <a:pt x="171" y="1"/>
                    </a:moveTo>
                    <a:cubicBezTo>
                      <a:pt x="112" y="1"/>
                      <a:pt x="56" y="26"/>
                      <a:pt x="17" y="78"/>
                    </a:cubicBezTo>
                    <a:cubicBezTo>
                      <a:pt x="0" y="107"/>
                      <a:pt x="24" y="134"/>
                      <a:pt x="51" y="134"/>
                    </a:cubicBezTo>
                    <a:cubicBezTo>
                      <a:pt x="61" y="134"/>
                      <a:pt x="70" y="131"/>
                      <a:pt x="79" y="124"/>
                    </a:cubicBezTo>
                    <a:cubicBezTo>
                      <a:pt x="107" y="100"/>
                      <a:pt x="134" y="90"/>
                      <a:pt x="161" y="90"/>
                    </a:cubicBezTo>
                    <a:cubicBezTo>
                      <a:pt x="191" y="90"/>
                      <a:pt x="220" y="102"/>
                      <a:pt x="250" y="120"/>
                    </a:cubicBezTo>
                    <a:cubicBezTo>
                      <a:pt x="205" y="286"/>
                      <a:pt x="179" y="483"/>
                      <a:pt x="179" y="658"/>
                    </a:cubicBezTo>
                    <a:cubicBezTo>
                      <a:pt x="179" y="691"/>
                      <a:pt x="202" y="707"/>
                      <a:pt x="227" y="707"/>
                    </a:cubicBezTo>
                    <a:cubicBezTo>
                      <a:pt x="252" y="707"/>
                      <a:pt x="278" y="691"/>
                      <a:pt x="283" y="658"/>
                    </a:cubicBezTo>
                    <a:cubicBezTo>
                      <a:pt x="292" y="496"/>
                      <a:pt x="305" y="331"/>
                      <a:pt x="309" y="169"/>
                    </a:cubicBezTo>
                    <a:cubicBezTo>
                      <a:pt x="380" y="231"/>
                      <a:pt x="445" y="312"/>
                      <a:pt x="500" y="344"/>
                    </a:cubicBezTo>
                    <a:cubicBezTo>
                      <a:pt x="500" y="393"/>
                      <a:pt x="503" y="435"/>
                      <a:pt x="500" y="483"/>
                    </a:cubicBezTo>
                    <a:cubicBezTo>
                      <a:pt x="496" y="532"/>
                      <a:pt x="493" y="577"/>
                      <a:pt x="487" y="626"/>
                    </a:cubicBezTo>
                    <a:cubicBezTo>
                      <a:pt x="483" y="642"/>
                      <a:pt x="483" y="691"/>
                      <a:pt x="477" y="716"/>
                    </a:cubicBezTo>
                    <a:cubicBezTo>
                      <a:pt x="464" y="720"/>
                      <a:pt x="454" y="726"/>
                      <a:pt x="448" y="736"/>
                    </a:cubicBezTo>
                    <a:cubicBezTo>
                      <a:pt x="448" y="739"/>
                      <a:pt x="445" y="739"/>
                      <a:pt x="445" y="742"/>
                    </a:cubicBezTo>
                    <a:cubicBezTo>
                      <a:pt x="435" y="762"/>
                      <a:pt x="435" y="781"/>
                      <a:pt x="445" y="797"/>
                    </a:cubicBezTo>
                    <a:cubicBezTo>
                      <a:pt x="445" y="801"/>
                      <a:pt x="448" y="801"/>
                      <a:pt x="448" y="804"/>
                    </a:cubicBezTo>
                    <a:cubicBezTo>
                      <a:pt x="459" y="821"/>
                      <a:pt x="477" y="833"/>
                      <a:pt x="496" y="833"/>
                    </a:cubicBezTo>
                    <a:cubicBezTo>
                      <a:pt x="506" y="833"/>
                      <a:pt x="516" y="830"/>
                      <a:pt x="526" y="823"/>
                    </a:cubicBezTo>
                    <a:cubicBezTo>
                      <a:pt x="594" y="785"/>
                      <a:pt x="584" y="671"/>
                      <a:pt x="594" y="600"/>
                    </a:cubicBezTo>
                    <a:cubicBezTo>
                      <a:pt x="597" y="522"/>
                      <a:pt x="597" y="444"/>
                      <a:pt x="590" y="367"/>
                    </a:cubicBezTo>
                    <a:lnTo>
                      <a:pt x="590" y="367"/>
                    </a:lnTo>
                    <a:cubicBezTo>
                      <a:pt x="600" y="368"/>
                      <a:pt x="610" y="369"/>
                      <a:pt x="620" y="369"/>
                    </a:cubicBezTo>
                    <a:cubicBezTo>
                      <a:pt x="685" y="369"/>
                      <a:pt x="749" y="341"/>
                      <a:pt x="788" y="279"/>
                    </a:cubicBezTo>
                    <a:cubicBezTo>
                      <a:pt x="811" y="236"/>
                      <a:pt x="770" y="198"/>
                      <a:pt x="731" y="198"/>
                    </a:cubicBezTo>
                    <a:cubicBezTo>
                      <a:pt x="714" y="198"/>
                      <a:pt x="698" y="204"/>
                      <a:pt x="688" y="221"/>
                    </a:cubicBezTo>
                    <a:cubicBezTo>
                      <a:pt x="667" y="252"/>
                      <a:pt x="641" y="266"/>
                      <a:pt x="613" y="266"/>
                    </a:cubicBezTo>
                    <a:cubicBezTo>
                      <a:pt x="597" y="266"/>
                      <a:pt x="581" y="261"/>
                      <a:pt x="564" y="253"/>
                    </a:cubicBezTo>
                    <a:cubicBezTo>
                      <a:pt x="564" y="250"/>
                      <a:pt x="564" y="247"/>
                      <a:pt x="561" y="247"/>
                    </a:cubicBezTo>
                    <a:cubicBezTo>
                      <a:pt x="559" y="228"/>
                      <a:pt x="543" y="221"/>
                      <a:pt x="528" y="221"/>
                    </a:cubicBezTo>
                    <a:cubicBezTo>
                      <a:pt x="523" y="221"/>
                      <a:pt x="517" y="222"/>
                      <a:pt x="513" y="224"/>
                    </a:cubicBezTo>
                    <a:cubicBezTo>
                      <a:pt x="422" y="166"/>
                      <a:pt x="331" y="52"/>
                      <a:pt x="276" y="26"/>
                    </a:cubicBezTo>
                    <a:cubicBezTo>
                      <a:pt x="242" y="10"/>
                      <a:pt x="206" y="1"/>
                      <a:pt x="1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19"/>
              <p:cNvSpPr/>
              <p:nvPr/>
            </p:nvSpPr>
            <p:spPr>
              <a:xfrm>
                <a:off x="7259668" y="2000471"/>
                <a:ext cx="94827" cy="137316"/>
              </a:xfrm>
              <a:custGeom>
                <a:rect b="b" l="l" r="r" t="t"/>
                <a:pathLst>
                  <a:path extrusionOk="0" h="2091" w="1444">
                    <a:moveTo>
                      <a:pt x="803" y="0"/>
                    </a:moveTo>
                    <a:cubicBezTo>
                      <a:pt x="666" y="0"/>
                      <a:pt x="526" y="13"/>
                      <a:pt x="408" y="13"/>
                    </a:cubicBezTo>
                    <a:cubicBezTo>
                      <a:pt x="401" y="13"/>
                      <a:pt x="394" y="13"/>
                      <a:pt x="387" y="13"/>
                    </a:cubicBezTo>
                    <a:cubicBezTo>
                      <a:pt x="349" y="13"/>
                      <a:pt x="323" y="46"/>
                      <a:pt x="323" y="78"/>
                    </a:cubicBezTo>
                    <a:cubicBezTo>
                      <a:pt x="326" y="395"/>
                      <a:pt x="410" y="703"/>
                      <a:pt x="410" y="1021"/>
                    </a:cubicBezTo>
                    <a:cubicBezTo>
                      <a:pt x="410" y="1302"/>
                      <a:pt x="371" y="1578"/>
                      <a:pt x="294" y="1843"/>
                    </a:cubicBezTo>
                    <a:cubicBezTo>
                      <a:pt x="183" y="1562"/>
                      <a:pt x="122" y="1273"/>
                      <a:pt x="89" y="969"/>
                    </a:cubicBezTo>
                    <a:cubicBezTo>
                      <a:pt x="88" y="941"/>
                      <a:pt x="65" y="927"/>
                      <a:pt x="43" y="927"/>
                    </a:cubicBezTo>
                    <a:cubicBezTo>
                      <a:pt x="21" y="927"/>
                      <a:pt x="0" y="941"/>
                      <a:pt x="2" y="969"/>
                    </a:cubicBezTo>
                    <a:cubicBezTo>
                      <a:pt x="25" y="1341"/>
                      <a:pt x="112" y="1694"/>
                      <a:pt x="245" y="2048"/>
                    </a:cubicBezTo>
                    <a:cubicBezTo>
                      <a:pt x="255" y="2076"/>
                      <a:pt x="280" y="2090"/>
                      <a:pt x="305" y="2090"/>
                    </a:cubicBezTo>
                    <a:cubicBezTo>
                      <a:pt x="329" y="2090"/>
                      <a:pt x="354" y="2076"/>
                      <a:pt x="365" y="2048"/>
                    </a:cubicBezTo>
                    <a:cubicBezTo>
                      <a:pt x="459" y="1782"/>
                      <a:pt x="517" y="1513"/>
                      <a:pt x="537" y="1238"/>
                    </a:cubicBezTo>
                    <a:cubicBezTo>
                      <a:pt x="815" y="1247"/>
                      <a:pt x="1094" y="1254"/>
                      <a:pt x="1376" y="1254"/>
                    </a:cubicBezTo>
                    <a:cubicBezTo>
                      <a:pt x="1444" y="1247"/>
                      <a:pt x="1444" y="1134"/>
                      <a:pt x="1369" y="1134"/>
                    </a:cubicBezTo>
                    <a:cubicBezTo>
                      <a:pt x="1094" y="1134"/>
                      <a:pt x="815" y="1140"/>
                      <a:pt x="537" y="1150"/>
                    </a:cubicBezTo>
                    <a:cubicBezTo>
                      <a:pt x="540" y="1047"/>
                      <a:pt x="540" y="946"/>
                      <a:pt x="533" y="839"/>
                    </a:cubicBezTo>
                    <a:cubicBezTo>
                      <a:pt x="524" y="713"/>
                      <a:pt x="397" y="298"/>
                      <a:pt x="452" y="208"/>
                    </a:cubicBezTo>
                    <a:cubicBezTo>
                      <a:pt x="486" y="151"/>
                      <a:pt x="537" y="140"/>
                      <a:pt x="594" y="140"/>
                    </a:cubicBezTo>
                    <a:cubicBezTo>
                      <a:pt x="637" y="140"/>
                      <a:pt x="682" y="146"/>
                      <a:pt x="728" y="146"/>
                    </a:cubicBezTo>
                    <a:cubicBezTo>
                      <a:pt x="752" y="146"/>
                      <a:pt x="855" y="148"/>
                      <a:pt x="939" y="148"/>
                    </a:cubicBezTo>
                    <a:cubicBezTo>
                      <a:pt x="1002" y="148"/>
                      <a:pt x="1055" y="147"/>
                      <a:pt x="1055" y="143"/>
                    </a:cubicBezTo>
                    <a:cubicBezTo>
                      <a:pt x="1058" y="184"/>
                      <a:pt x="1091" y="205"/>
                      <a:pt x="1123" y="205"/>
                    </a:cubicBezTo>
                    <a:cubicBezTo>
                      <a:pt x="1154" y="205"/>
                      <a:pt x="1184" y="184"/>
                      <a:pt x="1184" y="143"/>
                    </a:cubicBezTo>
                    <a:lnTo>
                      <a:pt x="1184" y="110"/>
                    </a:lnTo>
                    <a:cubicBezTo>
                      <a:pt x="1184" y="91"/>
                      <a:pt x="1171" y="62"/>
                      <a:pt x="1152" y="55"/>
                    </a:cubicBezTo>
                    <a:cubicBezTo>
                      <a:pt x="1052" y="11"/>
                      <a:pt x="929" y="0"/>
                      <a:pt x="8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19"/>
              <p:cNvSpPr/>
              <p:nvPr/>
            </p:nvSpPr>
            <p:spPr>
              <a:xfrm>
                <a:off x="7299134" y="2024177"/>
                <a:ext cx="48333" cy="34739"/>
              </a:xfrm>
              <a:custGeom>
                <a:rect b="b" l="l" r="r" t="t"/>
                <a:pathLst>
                  <a:path extrusionOk="0" h="529" w="736">
                    <a:moveTo>
                      <a:pt x="332" y="107"/>
                    </a:moveTo>
                    <a:cubicBezTo>
                      <a:pt x="385" y="107"/>
                      <a:pt x="434" y="133"/>
                      <a:pt x="441" y="193"/>
                    </a:cubicBezTo>
                    <a:cubicBezTo>
                      <a:pt x="452" y="300"/>
                      <a:pt x="348" y="317"/>
                      <a:pt x="256" y="317"/>
                    </a:cubicBezTo>
                    <a:cubicBezTo>
                      <a:pt x="245" y="317"/>
                      <a:pt x="234" y="317"/>
                      <a:pt x="224" y="316"/>
                    </a:cubicBezTo>
                    <a:cubicBezTo>
                      <a:pt x="214" y="307"/>
                      <a:pt x="201" y="297"/>
                      <a:pt x="198" y="284"/>
                    </a:cubicBezTo>
                    <a:cubicBezTo>
                      <a:pt x="139" y="180"/>
                      <a:pt x="242" y="107"/>
                      <a:pt x="332" y="107"/>
                    </a:cubicBezTo>
                    <a:close/>
                    <a:moveTo>
                      <a:pt x="327" y="0"/>
                    </a:moveTo>
                    <a:cubicBezTo>
                      <a:pt x="259" y="0"/>
                      <a:pt x="191" y="21"/>
                      <a:pt x="146" y="60"/>
                    </a:cubicBezTo>
                    <a:cubicBezTo>
                      <a:pt x="0" y="196"/>
                      <a:pt x="85" y="381"/>
                      <a:pt x="240" y="456"/>
                    </a:cubicBezTo>
                    <a:cubicBezTo>
                      <a:pt x="312" y="491"/>
                      <a:pt x="422" y="529"/>
                      <a:pt x="522" y="529"/>
                    </a:cubicBezTo>
                    <a:cubicBezTo>
                      <a:pt x="603" y="529"/>
                      <a:pt x="677" y="504"/>
                      <a:pt x="716" y="433"/>
                    </a:cubicBezTo>
                    <a:cubicBezTo>
                      <a:pt x="736" y="394"/>
                      <a:pt x="700" y="353"/>
                      <a:pt x="664" y="353"/>
                    </a:cubicBezTo>
                    <a:cubicBezTo>
                      <a:pt x="652" y="353"/>
                      <a:pt x="639" y="358"/>
                      <a:pt x="629" y="368"/>
                    </a:cubicBezTo>
                    <a:cubicBezTo>
                      <a:pt x="598" y="399"/>
                      <a:pt x="548" y="413"/>
                      <a:pt x="493" y="413"/>
                    </a:cubicBezTo>
                    <a:cubicBezTo>
                      <a:pt x="451" y="413"/>
                      <a:pt x="405" y="405"/>
                      <a:pt x="363" y="391"/>
                    </a:cubicBezTo>
                    <a:cubicBezTo>
                      <a:pt x="473" y="375"/>
                      <a:pt x="567" y="316"/>
                      <a:pt x="564" y="183"/>
                    </a:cubicBezTo>
                    <a:cubicBezTo>
                      <a:pt x="560" y="59"/>
                      <a:pt x="443" y="0"/>
                      <a:pt x="3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19"/>
              <p:cNvSpPr/>
              <p:nvPr/>
            </p:nvSpPr>
            <p:spPr>
              <a:xfrm>
                <a:off x="7288299" y="2102978"/>
                <a:ext cx="56082" cy="68691"/>
              </a:xfrm>
              <a:custGeom>
                <a:rect b="b" l="l" r="r" t="t"/>
                <a:pathLst>
                  <a:path extrusionOk="0" h="1046" w="854">
                    <a:moveTo>
                      <a:pt x="456" y="89"/>
                    </a:moveTo>
                    <a:cubicBezTo>
                      <a:pt x="468" y="89"/>
                      <a:pt x="481" y="90"/>
                      <a:pt x="493" y="91"/>
                    </a:cubicBezTo>
                    <a:cubicBezTo>
                      <a:pt x="522" y="150"/>
                      <a:pt x="525" y="208"/>
                      <a:pt x="493" y="270"/>
                    </a:cubicBezTo>
                    <a:cubicBezTo>
                      <a:pt x="468" y="322"/>
                      <a:pt x="412" y="365"/>
                      <a:pt x="359" y="365"/>
                    </a:cubicBezTo>
                    <a:cubicBezTo>
                      <a:pt x="327" y="365"/>
                      <a:pt x="296" y="349"/>
                      <a:pt x="275" y="308"/>
                    </a:cubicBezTo>
                    <a:cubicBezTo>
                      <a:pt x="230" y="218"/>
                      <a:pt x="298" y="121"/>
                      <a:pt x="389" y="98"/>
                    </a:cubicBezTo>
                    <a:cubicBezTo>
                      <a:pt x="411" y="92"/>
                      <a:pt x="434" y="89"/>
                      <a:pt x="456" y="89"/>
                    </a:cubicBezTo>
                    <a:close/>
                    <a:moveTo>
                      <a:pt x="446" y="624"/>
                    </a:moveTo>
                    <a:cubicBezTo>
                      <a:pt x="501" y="766"/>
                      <a:pt x="501" y="930"/>
                      <a:pt x="334" y="930"/>
                    </a:cubicBezTo>
                    <a:cubicBezTo>
                      <a:pt x="237" y="930"/>
                      <a:pt x="146" y="820"/>
                      <a:pt x="175" y="726"/>
                    </a:cubicBezTo>
                    <a:cubicBezTo>
                      <a:pt x="192" y="672"/>
                      <a:pt x="234" y="650"/>
                      <a:pt x="279" y="650"/>
                    </a:cubicBezTo>
                    <a:cubicBezTo>
                      <a:pt x="309" y="650"/>
                      <a:pt x="342" y="661"/>
                      <a:pt x="369" y="678"/>
                    </a:cubicBezTo>
                    <a:cubicBezTo>
                      <a:pt x="378" y="683"/>
                      <a:pt x="386" y="686"/>
                      <a:pt x="395" y="686"/>
                    </a:cubicBezTo>
                    <a:cubicBezTo>
                      <a:pt x="424" y="686"/>
                      <a:pt x="451" y="654"/>
                      <a:pt x="446" y="624"/>
                    </a:cubicBezTo>
                    <a:close/>
                    <a:moveTo>
                      <a:pt x="416" y="0"/>
                    </a:moveTo>
                    <a:cubicBezTo>
                      <a:pt x="359" y="0"/>
                      <a:pt x="303" y="17"/>
                      <a:pt x="253" y="56"/>
                    </a:cubicBezTo>
                    <a:cubicBezTo>
                      <a:pt x="152" y="137"/>
                      <a:pt x="120" y="279"/>
                      <a:pt x="198" y="383"/>
                    </a:cubicBezTo>
                    <a:cubicBezTo>
                      <a:pt x="237" y="441"/>
                      <a:pt x="295" y="467"/>
                      <a:pt x="356" y="474"/>
                    </a:cubicBezTo>
                    <a:cubicBezTo>
                      <a:pt x="387" y="507"/>
                      <a:pt x="416" y="555"/>
                      <a:pt x="438" y="606"/>
                    </a:cubicBezTo>
                    <a:lnTo>
                      <a:pt x="438" y="606"/>
                    </a:lnTo>
                    <a:cubicBezTo>
                      <a:pt x="402" y="555"/>
                      <a:pt x="346" y="532"/>
                      <a:pt x="289" y="532"/>
                    </a:cubicBezTo>
                    <a:cubicBezTo>
                      <a:pt x="219" y="532"/>
                      <a:pt x="147" y="565"/>
                      <a:pt x="104" y="623"/>
                    </a:cubicBezTo>
                    <a:cubicBezTo>
                      <a:pt x="0" y="755"/>
                      <a:pt x="84" y="950"/>
                      <a:pt x="227" y="1018"/>
                    </a:cubicBezTo>
                    <a:cubicBezTo>
                      <a:pt x="264" y="1037"/>
                      <a:pt x="301" y="1045"/>
                      <a:pt x="337" y="1045"/>
                    </a:cubicBezTo>
                    <a:cubicBezTo>
                      <a:pt x="450" y="1045"/>
                      <a:pt x="550" y="960"/>
                      <a:pt x="577" y="840"/>
                    </a:cubicBezTo>
                    <a:cubicBezTo>
                      <a:pt x="606" y="710"/>
                      <a:pt x="554" y="555"/>
                      <a:pt x="457" y="457"/>
                    </a:cubicBezTo>
                    <a:cubicBezTo>
                      <a:pt x="473" y="448"/>
                      <a:pt x="493" y="441"/>
                      <a:pt x="509" y="428"/>
                    </a:cubicBezTo>
                    <a:cubicBezTo>
                      <a:pt x="599" y="360"/>
                      <a:pt x="635" y="247"/>
                      <a:pt x="619" y="140"/>
                    </a:cubicBezTo>
                    <a:lnTo>
                      <a:pt x="619" y="140"/>
                    </a:lnTo>
                    <a:cubicBezTo>
                      <a:pt x="636" y="143"/>
                      <a:pt x="652" y="144"/>
                      <a:pt x="669" y="144"/>
                    </a:cubicBezTo>
                    <a:cubicBezTo>
                      <a:pt x="711" y="144"/>
                      <a:pt x="753" y="135"/>
                      <a:pt x="800" y="124"/>
                    </a:cubicBezTo>
                    <a:cubicBezTo>
                      <a:pt x="853" y="106"/>
                      <a:pt x="834" y="24"/>
                      <a:pt x="784" y="24"/>
                    </a:cubicBezTo>
                    <a:cubicBezTo>
                      <a:pt x="779" y="24"/>
                      <a:pt x="773" y="25"/>
                      <a:pt x="768" y="27"/>
                    </a:cubicBezTo>
                    <a:cubicBezTo>
                      <a:pt x="732" y="36"/>
                      <a:pt x="698" y="41"/>
                      <a:pt x="664" y="41"/>
                    </a:cubicBezTo>
                    <a:cubicBezTo>
                      <a:pt x="629" y="41"/>
                      <a:pt x="595" y="36"/>
                      <a:pt x="557" y="27"/>
                    </a:cubicBezTo>
                    <a:lnTo>
                      <a:pt x="544" y="27"/>
                    </a:lnTo>
                    <a:cubicBezTo>
                      <a:pt x="502" y="10"/>
                      <a:pt x="459"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6" name="Google Shape;2266;p19"/>
            <p:cNvGrpSpPr/>
            <p:nvPr/>
          </p:nvGrpSpPr>
          <p:grpSpPr>
            <a:xfrm rot="-1433375">
              <a:off x="8575408" y="1796091"/>
              <a:ext cx="1581361" cy="467963"/>
              <a:chOff x="5813594" y="2813041"/>
              <a:chExt cx="591605" cy="175073"/>
            </a:xfrm>
          </p:grpSpPr>
          <p:sp>
            <p:nvSpPr>
              <p:cNvPr id="2267" name="Google Shape;2267;p19"/>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19"/>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19"/>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19"/>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19"/>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19"/>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19"/>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19"/>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19"/>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19"/>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19"/>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19"/>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19"/>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19"/>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19"/>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282" name="Google Shape;2282;p19"/>
          <p:cNvGrpSpPr/>
          <p:nvPr/>
        </p:nvGrpSpPr>
        <p:grpSpPr>
          <a:xfrm>
            <a:off x="6034636" y="-551909"/>
            <a:ext cx="3827235" cy="3939496"/>
            <a:chOff x="6034636" y="-551909"/>
            <a:chExt cx="3827235" cy="3939496"/>
          </a:xfrm>
        </p:grpSpPr>
        <p:grpSp>
          <p:nvGrpSpPr>
            <p:cNvPr id="2283" name="Google Shape;2283;p19"/>
            <p:cNvGrpSpPr/>
            <p:nvPr/>
          </p:nvGrpSpPr>
          <p:grpSpPr>
            <a:xfrm rot="-1244566">
              <a:off x="8338889" y="760369"/>
              <a:ext cx="1410581" cy="892908"/>
              <a:chOff x="4808808" y="1957984"/>
              <a:chExt cx="404920" cy="256310"/>
            </a:xfrm>
          </p:grpSpPr>
          <p:sp>
            <p:nvSpPr>
              <p:cNvPr id="2284" name="Google Shape;2284;p19"/>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19"/>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6" name="Google Shape;2286;p19"/>
            <p:cNvGrpSpPr/>
            <p:nvPr/>
          </p:nvGrpSpPr>
          <p:grpSpPr>
            <a:xfrm rot="-1982480">
              <a:off x="7674165" y="-270179"/>
              <a:ext cx="672277" cy="940201"/>
              <a:chOff x="3735990" y="4115688"/>
              <a:chExt cx="349166" cy="488320"/>
            </a:xfrm>
          </p:grpSpPr>
          <p:sp>
            <p:nvSpPr>
              <p:cNvPr id="2287" name="Google Shape;2287;p19"/>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19"/>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19"/>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19"/>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19"/>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19"/>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19"/>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19"/>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19"/>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19"/>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19"/>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19"/>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19"/>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19"/>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19"/>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19"/>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19"/>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19"/>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19"/>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19"/>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19"/>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08" name="Google Shape;2308;p19"/>
            <p:cNvGrpSpPr/>
            <p:nvPr/>
          </p:nvGrpSpPr>
          <p:grpSpPr>
            <a:xfrm rot="1825564">
              <a:off x="6146990" y="-227657"/>
              <a:ext cx="1513122" cy="855162"/>
              <a:chOff x="4710963" y="556836"/>
              <a:chExt cx="599550" cy="338855"/>
            </a:xfrm>
          </p:grpSpPr>
          <p:sp>
            <p:nvSpPr>
              <p:cNvPr id="2309" name="Google Shape;2309;p19"/>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19"/>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19"/>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19"/>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3" name="Google Shape;2313;p19"/>
            <p:cNvGrpSpPr/>
            <p:nvPr/>
          </p:nvGrpSpPr>
          <p:grpSpPr>
            <a:xfrm>
              <a:off x="8825080" y="2647169"/>
              <a:ext cx="811812" cy="740418"/>
              <a:chOff x="5882939" y="3323344"/>
              <a:chExt cx="444901" cy="405775"/>
            </a:xfrm>
          </p:grpSpPr>
          <p:sp>
            <p:nvSpPr>
              <p:cNvPr id="2314" name="Google Shape;2314;p19"/>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19"/>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19"/>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19"/>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18" name="Google Shape;2318;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319" name="Shape 2319"/>
        <p:cNvGrpSpPr/>
        <p:nvPr/>
      </p:nvGrpSpPr>
      <p:grpSpPr>
        <a:xfrm>
          <a:off x="0" y="0"/>
          <a:ext cx="0" cy="0"/>
          <a:chOff x="0" y="0"/>
          <a:chExt cx="0" cy="0"/>
        </a:xfrm>
      </p:grpSpPr>
      <p:pic>
        <p:nvPicPr>
          <p:cNvPr id="2320" name="Google Shape;2320;p20"/>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321" name="Google Shape;2321;p20"/>
          <p:cNvGrpSpPr/>
          <p:nvPr/>
        </p:nvGrpSpPr>
        <p:grpSpPr>
          <a:xfrm>
            <a:off x="297" y="2310816"/>
            <a:ext cx="2872123" cy="3218000"/>
            <a:chOff x="297" y="2310816"/>
            <a:chExt cx="2872123" cy="3218000"/>
          </a:xfrm>
        </p:grpSpPr>
        <p:grpSp>
          <p:nvGrpSpPr>
            <p:cNvPr id="2322" name="Google Shape;2322;p20"/>
            <p:cNvGrpSpPr/>
            <p:nvPr/>
          </p:nvGrpSpPr>
          <p:grpSpPr>
            <a:xfrm rot="-1831421">
              <a:off x="1920859" y="4889434"/>
              <a:ext cx="902125" cy="440833"/>
              <a:chOff x="7053208" y="3451133"/>
              <a:chExt cx="306539" cy="149789"/>
            </a:xfrm>
          </p:grpSpPr>
          <p:sp>
            <p:nvSpPr>
              <p:cNvPr id="2323" name="Google Shape;2323;p20"/>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20"/>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20"/>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20"/>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20"/>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20"/>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20"/>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20"/>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20"/>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2" name="Google Shape;2332;p20"/>
            <p:cNvGrpSpPr/>
            <p:nvPr/>
          </p:nvGrpSpPr>
          <p:grpSpPr>
            <a:xfrm rot="-4946673">
              <a:off x="-469824" y="4523410"/>
              <a:ext cx="1447185" cy="319429"/>
              <a:chOff x="7968422" y="675563"/>
              <a:chExt cx="462304" cy="102049"/>
            </a:xfrm>
          </p:grpSpPr>
          <p:sp>
            <p:nvSpPr>
              <p:cNvPr id="2333" name="Google Shape;2333;p20"/>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20"/>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20"/>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20"/>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20"/>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20"/>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20"/>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20"/>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20"/>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20"/>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20"/>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20"/>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20"/>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6" name="Google Shape;2346;p20"/>
            <p:cNvGrpSpPr/>
            <p:nvPr/>
          </p:nvGrpSpPr>
          <p:grpSpPr>
            <a:xfrm rot="716012">
              <a:off x="698207" y="4517471"/>
              <a:ext cx="567343" cy="331312"/>
              <a:chOff x="5999959" y="663349"/>
              <a:chExt cx="216246" cy="126280"/>
            </a:xfrm>
          </p:grpSpPr>
          <p:sp>
            <p:nvSpPr>
              <p:cNvPr id="2347" name="Google Shape;2347;p20"/>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20"/>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20"/>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20"/>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0"/>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20"/>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20"/>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4" name="Google Shape;2354;p20"/>
            <p:cNvGrpSpPr/>
            <p:nvPr/>
          </p:nvGrpSpPr>
          <p:grpSpPr>
            <a:xfrm rot="621046">
              <a:off x="239852" y="2364675"/>
              <a:ext cx="633885" cy="379428"/>
              <a:chOff x="4884983" y="2824599"/>
              <a:chExt cx="253545" cy="151760"/>
            </a:xfrm>
          </p:grpSpPr>
          <p:sp>
            <p:nvSpPr>
              <p:cNvPr id="2355" name="Google Shape;2355;p20"/>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20"/>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20"/>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20"/>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20"/>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20"/>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20"/>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20"/>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20"/>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64" name="Google Shape;2364;p20"/>
          <p:cNvGrpSpPr/>
          <p:nvPr/>
        </p:nvGrpSpPr>
        <p:grpSpPr>
          <a:xfrm>
            <a:off x="-592495" y="866074"/>
            <a:ext cx="4640857" cy="5228081"/>
            <a:chOff x="-592495" y="866074"/>
            <a:chExt cx="4640857" cy="5228081"/>
          </a:xfrm>
        </p:grpSpPr>
        <p:grpSp>
          <p:nvGrpSpPr>
            <p:cNvPr id="2365" name="Google Shape;2365;p20"/>
            <p:cNvGrpSpPr/>
            <p:nvPr/>
          </p:nvGrpSpPr>
          <p:grpSpPr>
            <a:xfrm rot="-1615669">
              <a:off x="2638665" y="4810380"/>
              <a:ext cx="1236398" cy="1061349"/>
              <a:chOff x="3639393" y="3293465"/>
              <a:chExt cx="543616" cy="466651"/>
            </a:xfrm>
          </p:grpSpPr>
          <p:sp>
            <p:nvSpPr>
              <p:cNvPr id="2366" name="Google Shape;2366;p20"/>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20"/>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20"/>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20"/>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20"/>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20"/>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20"/>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20"/>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20"/>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20"/>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6" name="Google Shape;2376;p20"/>
            <p:cNvGrpSpPr/>
            <p:nvPr/>
          </p:nvGrpSpPr>
          <p:grpSpPr>
            <a:xfrm rot="2304768">
              <a:off x="404168" y="4580267"/>
              <a:ext cx="1348053" cy="853304"/>
              <a:chOff x="4808808" y="1957984"/>
              <a:chExt cx="404920" cy="256310"/>
            </a:xfrm>
          </p:grpSpPr>
          <p:sp>
            <p:nvSpPr>
              <p:cNvPr id="2377" name="Google Shape;2377;p20"/>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20"/>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9" name="Google Shape;2379;p20"/>
            <p:cNvGrpSpPr/>
            <p:nvPr/>
          </p:nvGrpSpPr>
          <p:grpSpPr>
            <a:xfrm rot="-10201905">
              <a:off x="-521562" y="2852174"/>
              <a:ext cx="1295601" cy="932581"/>
              <a:chOff x="5859955" y="1906764"/>
              <a:chExt cx="497056" cy="357770"/>
            </a:xfrm>
          </p:grpSpPr>
          <p:sp>
            <p:nvSpPr>
              <p:cNvPr id="2380" name="Google Shape;2380;p20"/>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20"/>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20"/>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20"/>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20"/>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20"/>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20"/>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20"/>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20"/>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20"/>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20"/>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20"/>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20"/>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20"/>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20"/>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20"/>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20"/>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20"/>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20"/>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9" name="Google Shape;2399;p20"/>
            <p:cNvGrpSpPr/>
            <p:nvPr/>
          </p:nvGrpSpPr>
          <p:grpSpPr>
            <a:xfrm rot="-1464682">
              <a:off x="-378992" y="992007"/>
              <a:ext cx="873834" cy="1222062"/>
              <a:chOff x="3735990" y="4115688"/>
              <a:chExt cx="349166" cy="488320"/>
            </a:xfrm>
          </p:grpSpPr>
          <p:sp>
            <p:nvSpPr>
              <p:cNvPr id="2400" name="Google Shape;2400;p20"/>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20"/>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20"/>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20"/>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20"/>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20"/>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20"/>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20"/>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20"/>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20"/>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20"/>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20"/>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20"/>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20"/>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20"/>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20"/>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20"/>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20"/>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20"/>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20"/>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20"/>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21" name="Google Shape;2421;p20"/>
          <p:cNvSpPr txBox="1"/>
          <p:nvPr>
            <p:ph type="title"/>
          </p:nvPr>
        </p:nvSpPr>
        <p:spPr>
          <a:xfrm>
            <a:off x="5198800" y="1299700"/>
            <a:ext cx="2966700" cy="1219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22" name="Google Shape;2422;p20"/>
          <p:cNvSpPr txBox="1"/>
          <p:nvPr>
            <p:ph idx="1" type="subTitle"/>
          </p:nvPr>
        </p:nvSpPr>
        <p:spPr>
          <a:xfrm>
            <a:off x="5198940" y="2518850"/>
            <a:ext cx="2966700" cy="1080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23" name="Google Shape;2423;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SECTION_TITLE_AND_DESCRIPTION_1_1">
    <p:spTree>
      <p:nvGrpSpPr>
        <p:cNvPr id="2424" name="Shape 2424"/>
        <p:cNvGrpSpPr/>
        <p:nvPr/>
      </p:nvGrpSpPr>
      <p:grpSpPr>
        <a:xfrm>
          <a:off x="0" y="0"/>
          <a:ext cx="0" cy="0"/>
          <a:chOff x="0" y="0"/>
          <a:chExt cx="0" cy="0"/>
        </a:xfrm>
      </p:grpSpPr>
      <p:pic>
        <p:nvPicPr>
          <p:cNvPr id="2425" name="Google Shape;2425;p21"/>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426" name="Google Shape;2426;p21"/>
          <p:cNvGrpSpPr/>
          <p:nvPr/>
        </p:nvGrpSpPr>
        <p:grpSpPr>
          <a:xfrm>
            <a:off x="707108" y="18685"/>
            <a:ext cx="7970475" cy="4908704"/>
            <a:chOff x="707108" y="18685"/>
            <a:chExt cx="7970475" cy="4908704"/>
          </a:xfrm>
        </p:grpSpPr>
        <p:grpSp>
          <p:nvGrpSpPr>
            <p:cNvPr id="2427" name="Google Shape;2427;p21"/>
            <p:cNvGrpSpPr/>
            <p:nvPr/>
          </p:nvGrpSpPr>
          <p:grpSpPr>
            <a:xfrm rot="2567276">
              <a:off x="5492410" y="232352"/>
              <a:ext cx="733465" cy="266411"/>
              <a:chOff x="3720033" y="657636"/>
              <a:chExt cx="380942" cy="138367"/>
            </a:xfrm>
          </p:grpSpPr>
          <p:sp>
            <p:nvSpPr>
              <p:cNvPr id="2428" name="Google Shape;2428;p21"/>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21"/>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21"/>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21"/>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21"/>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21"/>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4" name="Google Shape;2434;p21"/>
            <p:cNvGrpSpPr/>
            <p:nvPr/>
          </p:nvGrpSpPr>
          <p:grpSpPr>
            <a:xfrm rot="-3708110">
              <a:off x="598212" y="4250055"/>
              <a:ext cx="1053989" cy="207617"/>
              <a:chOff x="4737493" y="4305992"/>
              <a:chExt cx="547410" cy="107830"/>
            </a:xfrm>
          </p:grpSpPr>
          <p:sp>
            <p:nvSpPr>
              <p:cNvPr id="2435" name="Google Shape;2435;p21"/>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21"/>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21"/>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21"/>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21"/>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21"/>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21"/>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21"/>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21"/>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21"/>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21"/>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21"/>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21"/>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8" name="Google Shape;2448;p21"/>
            <p:cNvGrpSpPr/>
            <p:nvPr/>
          </p:nvGrpSpPr>
          <p:grpSpPr>
            <a:xfrm rot="-2367188">
              <a:off x="8184166" y="738966"/>
              <a:ext cx="493112" cy="177777"/>
              <a:chOff x="3781827" y="2039675"/>
              <a:chExt cx="256107" cy="92332"/>
            </a:xfrm>
          </p:grpSpPr>
          <p:sp>
            <p:nvSpPr>
              <p:cNvPr id="2449" name="Google Shape;2449;p21"/>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21"/>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21"/>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21"/>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21"/>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4" name="Google Shape;2454;p21"/>
            <p:cNvGrpSpPr/>
            <p:nvPr/>
          </p:nvGrpSpPr>
          <p:grpSpPr>
            <a:xfrm rot="-1825424">
              <a:off x="6811601" y="4329076"/>
              <a:ext cx="738169" cy="441832"/>
              <a:chOff x="4884983" y="2824599"/>
              <a:chExt cx="253545" cy="151760"/>
            </a:xfrm>
          </p:grpSpPr>
          <p:sp>
            <p:nvSpPr>
              <p:cNvPr id="2455" name="Google Shape;2455;p21"/>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21"/>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21"/>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21"/>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21"/>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21"/>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21"/>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21"/>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21"/>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4" name="Google Shape;2464;p21"/>
            <p:cNvGrpSpPr/>
            <p:nvPr/>
          </p:nvGrpSpPr>
          <p:grpSpPr>
            <a:xfrm rot="-1659384">
              <a:off x="713143" y="646107"/>
              <a:ext cx="824112" cy="228854"/>
              <a:chOff x="4799352" y="1342220"/>
              <a:chExt cx="428026" cy="118862"/>
            </a:xfrm>
          </p:grpSpPr>
          <p:sp>
            <p:nvSpPr>
              <p:cNvPr id="2465" name="Google Shape;2465;p21"/>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21"/>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21"/>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21"/>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21"/>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21"/>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21"/>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21"/>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73" name="Google Shape;2473;p21"/>
          <p:cNvGrpSpPr/>
          <p:nvPr/>
        </p:nvGrpSpPr>
        <p:grpSpPr>
          <a:xfrm>
            <a:off x="-362809" y="-450522"/>
            <a:ext cx="9757355" cy="5987067"/>
            <a:chOff x="-362809" y="-450522"/>
            <a:chExt cx="9757355" cy="5987067"/>
          </a:xfrm>
        </p:grpSpPr>
        <p:grpSp>
          <p:nvGrpSpPr>
            <p:cNvPr id="2474" name="Google Shape;2474;p21"/>
            <p:cNvGrpSpPr/>
            <p:nvPr/>
          </p:nvGrpSpPr>
          <p:grpSpPr>
            <a:xfrm rot="-1244566">
              <a:off x="7871564" y="920969"/>
              <a:ext cx="1410581" cy="892908"/>
              <a:chOff x="4808808" y="1957984"/>
              <a:chExt cx="404920" cy="256310"/>
            </a:xfrm>
          </p:grpSpPr>
          <p:sp>
            <p:nvSpPr>
              <p:cNvPr id="2475" name="Google Shape;2475;p21"/>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21"/>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7" name="Google Shape;2477;p21"/>
            <p:cNvGrpSpPr/>
            <p:nvPr/>
          </p:nvGrpSpPr>
          <p:grpSpPr>
            <a:xfrm rot="-1982480">
              <a:off x="1520890" y="-168779"/>
              <a:ext cx="672277" cy="940201"/>
              <a:chOff x="3735990" y="4115688"/>
              <a:chExt cx="349166" cy="488320"/>
            </a:xfrm>
          </p:grpSpPr>
          <p:sp>
            <p:nvSpPr>
              <p:cNvPr id="2478" name="Google Shape;2478;p21"/>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21"/>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21"/>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21"/>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21"/>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21"/>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21"/>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21"/>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21"/>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21"/>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21"/>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21"/>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21"/>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21"/>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21"/>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21"/>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21"/>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21"/>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21"/>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21"/>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21"/>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9" name="Google Shape;2499;p21"/>
            <p:cNvGrpSpPr/>
            <p:nvPr/>
          </p:nvGrpSpPr>
          <p:grpSpPr>
            <a:xfrm rot="1825564">
              <a:off x="6146990" y="-126269"/>
              <a:ext cx="1513122" cy="855162"/>
              <a:chOff x="4710963" y="556836"/>
              <a:chExt cx="599550" cy="338855"/>
            </a:xfrm>
          </p:grpSpPr>
          <p:sp>
            <p:nvSpPr>
              <p:cNvPr id="2500" name="Google Shape;2500;p21"/>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21"/>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21"/>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21"/>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04" name="Google Shape;2504;p21"/>
            <p:cNvSpPr/>
            <p:nvPr/>
          </p:nvSpPr>
          <p:spPr>
            <a:xfrm rot="1849059">
              <a:off x="85141" y="1082175"/>
              <a:ext cx="984444" cy="634970"/>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05" name="Google Shape;2505;p21"/>
            <p:cNvGrpSpPr/>
            <p:nvPr/>
          </p:nvGrpSpPr>
          <p:grpSpPr>
            <a:xfrm rot="2179146">
              <a:off x="7615778" y="4487403"/>
              <a:ext cx="789052" cy="903211"/>
              <a:chOff x="4838621" y="3330436"/>
              <a:chExt cx="342600" cy="392181"/>
            </a:xfrm>
          </p:grpSpPr>
          <p:sp>
            <p:nvSpPr>
              <p:cNvPr id="2506" name="Google Shape;2506;p21"/>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21"/>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21"/>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21"/>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21"/>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21"/>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21"/>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21"/>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21"/>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21"/>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21"/>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21"/>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21"/>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21"/>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21"/>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21"/>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21"/>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21"/>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21"/>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21"/>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21"/>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21"/>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21"/>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21"/>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21"/>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1" name="Google Shape;2531;p21"/>
            <p:cNvGrpSpPr/>
            <p:nvPr/>
          </p:nvGrpSpPr>
          <p:grpSpPr>
            <a:xfrm rot="-1218756">
              <a:off x="1633646" y="4646052"/>
              <a:ext cx="738177" cy="696830"/>
              <a:chOff x="3712416" y="2719728"/>
              <a:chExt cx="383381" cy="361907"/>
            </a:xfrm>
          </p:grpSpPr>
          <p:sp>
            <p:nvSpPr>
              <p:cNvPr id="2532" name="Google Shape;2532;p21"/>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21"/>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21"/>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21"/>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21"/>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21"/>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21"/>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21"/>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21"/>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21"/>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21"/>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21"/>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21"/>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21"/>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21"/>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21"/>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21"/>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21"/>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21"/>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21"/>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21"/>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21"/>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21"/>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5" name="Google Shape;2555;p21"/>
            <p:cNvGrpSpPr/>
            <p:nvPr/>
          </p:nvGrpSpPr>
          <p:grpSpPr>
            <a:xfrm rot="1964156">
              <a:off x="-202992" y="3757239"/>
              <a:ext cx="1046684" cy="898494"/>
              <a:chOff x="3639393" y="3293465"/>
              <a:chExt cx="543616" cy="466651"/>
            </a:xfrm>
          </p:grpSpPr>
          <p:sp>
            <p:nvSpPr>
              <p:cNvPr id="2556" name="Google Shape;2556;p21"/>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21"/>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21"/>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21"/>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21"/>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21"/>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21"/>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21"/>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21"/>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21"/>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66" name="Google Shape;2566;p21"/>
          <p:cNvSpPr txBox="1"/>
          <p:nvPr>
            <p:ph idx="1" type="subTitle"/>
          </p:nvPr>
        </p:nvSpPr>
        <p:spPr>
          <a:xfrm>
            <a:off x="2162100" y="2084138"/>
            <a:ext cx="4819800" cy="144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sz="1600">
                <a:solidFill>
                  <a:srgbClr val="262724"/>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67" name="Google Shape;2567;p21"/>
          <p:cNvSpPr txBox="1"/>
          <p:nvPr>
            <p:ph type="title"/>
          </p:nvPr>
        </p:nvSpPr>
        <p:spPr>
          <a:xfrm>
            <a:off x="2162100" y="1613950"/>
            <a:ext cx="4819800" cy="535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6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2568" name="Google Shape;2568;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ONLY_3">
    <p:spTree>
      <p:nvGrpSpPr>
        <p:cNvPr id="2569" name="Shape 2569"/>
        <p:cNvGrpSpPr/>
        <p:nvPr/>
      </p:nvGrpSpPr>
      <p:grpSpPr>
        <a:xfrm>
          <a:off x="0" y="0"/>
          <a:ext cx="0" cy="0"/>
          <a:chOff x="0" y="0"/>
          <a:chExt cx="0" cy="0"/>
        </a:xfrm>
      </p:grpSpPr>
      <p:sp>
        <p:nvSpPr>
          <p:cNvPr id="2570" name="Google Shape;2570;p22"/>
          <p:cNvSpPr txBox="1"/>
          <p:nvPr>
            <p:ph type="title"/>
          </p:nvPr>
        </p:nvSpPr>
        <p:spPr>
          <a:xfrm>
            <a:off x="720000" y="445025"/>
            <a:ext cx="3858900" cy="1124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71" name="Google Shape;2571;p22"/>
          <p:cNvSpPr txBox="1"/>
          <p:nvPr>
            <p:ph idx="1" type="subTitle"/>
          </p:nvPr>
        </p:nvSpPr>
        <p:spPr>
          <a:xfrm>
            <a:off x="713225" y="1632975"/>
            <a:ext cx="3858900" cy="1529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351200"/>
              </a:buClr>
              <a:buSzPts val="1400"/>
              <a:buFont typeface="Actor"/>
              <a:buChar char="●"/>
              <a:defRPr b="0"/>
            </a:lvl1pPr>
            <a:lvl2pPr lvl="1" rtl="0" algn="ctr">
              <a:lnSpc>
                <a:spcPct val="100000"/>
              </a:lnSpc>
              <a:spcBef>
                <a:spcPts val="0"/>
              </a:spcBef>
              <a:spcAft>
                <a:spcPts val="0"/>
              </a:spcAft>
              <a:buClr>
                <a:srgbClr val="351200"/>
              </a:buClr>
              <a:buSzPts val="1400"/>
              <a:buFont typeface="Actor"/>
              <a:buChar char="○"/>
              <a:defRPr/>
            </a:lvl2pPr>
            <a:lvl3pPr lvl="2" rtl="0" algn="ctr">
              <a:lnSpc>
                <a:spcPct val="100000"/>
              </a:lnSpc>
              <a:spcBef>
                <a:spcPts val="0"/>
              </a:spcBef>
              <a:spcAft>
                <a:spcPts val="0"/>
              </a:spcAft>
              <a:buClr>
                <a:srgbClr val="351200"/>
              </a:buClr>
              <a:buSzPts val="1400"/>
              <a:buFont typeface="Actor"/>
              <a:buChar char="■"/>
              <a:defRPr/>
            </a:lvl3pPr>
            <a:lvl4pPr lvl="3" rtl="0" algn="ctr">
              <a:lnSpc>
                <a:spcPct val="100000"/>
              </a:lnSpc>
              <a:spcBef>
                <a:spcPts val="0"/>
              </a:spcBef>
              <a:spcAft>
                <a:spcPts val="0"/>
              </a:spcAft>
              <a:buClr>
                <a:srgbClr val="351200"/>
              </a:buClr>
              <a:buSzPts val="1400"/>
              <a:buFont typeface="Actor"/>
              <a:buChar char="●"/>
              <a:defRPr/>
            </a:lvl4pPr>
            <a:lvl5pPr lvl="4" rtl="0" algn="ctr">
              <a:lnSpc>
                <a:spcPct val="100000"/>
              </a:lnSpc>
              <a:spcBef>
                <a:spcPts val="0"/>
              </a:spcBef>
              <a:spcAft>
                <a:spcPts val="0"/>
              </a:spcAft>
              <a:buClr>
                <a:srgbClr val="351200"/>
              </a:buClr>
              <a:buSzPts val="1400"/>
              <a:buFont typeface="Actor"/>
              <a:buChar char="○"/>
              <a:defRPr/>
            </a:lvl5pPr>
            <a:lvl6pPr lvl="5" rtl="0" algn="ctr">
              <a:lnSpc>
                <a:spcPct val="100000"/>
              </a:lnSpc>
              <a:spcBef>
                <a:spcPts val="0"/>
              </a:spcBef>
              <a:spcAft>
                <a:spcPts val="0"/>
              </a:spcAft>
              <a:buClr>
                <a:srgbClr val="351200"/>
              </a:buClr>
              <a:buSzPts val="1400"/>
              <a:buFont typeface="Actor"/>
              <a:buChar char="■"/>
              <a:defRPr/>
            </a:lvl6pPr>
            <a:lvl7pPr lvl="6" rtl="0" algn="ctr">
              <a:lnSpc>
                <a:spcPct val="100000"/>
              </a:lnSpc>
              <a:spcBef>
                <a:spcPts val="0"/>
              </a:spcBef>
              <a:spcAft>
                <a:spcPts val="0"/>
              </a:spcAft>
              <a:buClr>
                <a:srgbClr val="351200"/>
              </a:buClr>
              <a:buSzPts val="1400"/>
              <a:buFont typeface="Actor"/>
              <a:buChar char="●"/>
              <a:defRPr/>
            </a:lvl7pPr>
            <a:lvl8pPr lvl="7" rtl="0" algn="ctr">
              <a:lnSpc>
                <a:spcPct val="100000"/>
              </a:lnSpc>
              <a:spcBef>
                <a:spcPts val="0"/>
              </a:spcBef>
              <a:spcAft>
                <a:spcPts val="0"/>
              </a:spcAft>
              <a:buClr>
                <a:srgbClr val="351200"/>
              </a:buClr>
              <a:buSzPts val="1400"/>
              <a:buFont typeface="Actor"/>
              <a:buChar char="○"/>
              <a:defRPr/>
            </a:lvl8pPr>
            <a:lvl9pPr lvl="8" rtl="0" algn="ctr">
              <a:lnSpc>
                <a:spcPct val="100000"/>
              </a:lnSpc>
              <a:spcBef>
                <a:spcPts val="0"/>
              </a:spcBef>
              <a:spcAft>
                <a:spcPts val="0"/>
              </a:spcAft>
              <a:buClr>
                <a:srgbClr val="351200"/>
              </a:buClr>
              <a:buSzPts val="1400"/>
              <a:buFont typeface="Actor"/>
              <a:buChar char="■"/>
              <a:defRPr/>
            </a:lvl9pPr>
          </a:lstStyle>
          <a:p/>
        </p:txBody>
      </p:sp>
      <p:pic>
        <p:nvPicPr>
          <p:cNvPr id="2572" name="Google Shape;2572;p22"/>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573" name="Google Shape;2573;p22"/>
          <p:cNvGrpSpPr/>
          <p:nvPr/>
        </p:nvGrpSpPr>
        <p:grpSpPr>
          <a:xfrm>
            <a:off x="-294557" y="116631"/>
            <a:ext cx="9345051" cy="4007116"/>
            <a:chOff x="-294557" y="116631"/>
            <a:chExt cx="9345051" cy="4007116"/>
          </a:xfrm>
        </p:grpSpPr>
        <p:grpSp>
          <p:nvGrpSpPr>
            <p:cNvPr id="2574" name="Google Shape;2574;p22"/>
            <p:cNvGrpSpPr/>
            <p:nvPr/>
          </p:nvGrpSpPr>
          <p:grpSpPr>
            <a:xfrm rot="2258642">
              <a:off x="-339773" y="3627863"/>
              <a:ext cx="1029115" cy="202717"/>
              <a:chOff x="4737493" y="4305992"/>
              <a:chExt cx="547410" cy="107830"/>
            </a:xfrm>
          </p:grpSpPr>
          <p:sp>
            <p:nvSpPr>
              <p:cNvPr id="2575" name="Google Shape;2575;p22"/>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22"/>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22"/>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22"/>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22"/>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22"/>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22"/>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22"/>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22"/>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22"/>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22"/>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22"/>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22"/>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8" name="Google Shape;2588;p22"/>
            <p:cNvGrpSpPr/>
            <p:nvPr/>
          </p:nvGrpSpPr>
          <p:grpSpPr>
            <a:xfrm rot="-2416383">
              <a:off x="8592812" y="238272"/>
              <a:ext cx="447780" cy="194821"/>
              <a:chOff x="8075001" y="4307963"/>
              <a:chExt cx="238179" cy="103627"/>
            </a:xfrm>
          </p:grpSpPr>
          <p:sp>
            <p:nvSpPr>
              <p:cNvPr id="2589" name="Google Shape;2589;p22"/>
              <p:cNvSpPr/>
              <p:nvPr/>
            </p:nvSpPr>
            <p:spPr>
              <a:xfrm>
                <a:off x="8075001" y="4316959"/>
                <a:ext cx="78476" cy="92857"/>
              </a:xfrm>
              <a:custGeom>
                <a:rect b="b" l="l" r="r" t="t"/>
                <a:pathLst>
                  <a:path extrusionOk="0" h="1414" w="1195">
                    <a:moveTo>
                      <a:pt x="695" y="0"/>
                    </a:moveTo>
                    <a:cubicBezTo>
                      <a:pt x="482" y="0"/>
                      <a:pt x="258" y="67"/>
                      <a:pt x="152" y="165"/>
                    </a:cubicBezTo>
                    <a:cubicBezTo>
                      <a:pt x="0" y="304"/>
                      <a:pt x="91" y="450"/>
                      <a:pt x="220" y="567"/>
                    </a:cubicBezTo>
                    <a:cubicBezTo>
                      <a:pt x="321" y="661"/>
                      <a:pt x="437" y="729"/>
                      <a:pt x="551" y="797"/>
                    </a:cubicBezTo>
                    <a:cubicBezTo>
                      <a:pt x="638" y="852"/>
                      <a:pt x="755" y="904"/>
                      <a:pt x="803" y="997"/>
                    </a:cubicBezTo>
                    <a:cubicBezTo>
                      <a:pt x="898" y="1180"/>
                      <a:pt x="708" y="1286"/>
                      <a:pt x="543" y="1286"/>
                    </a:cubicBezTo>
                    <a:cubicBezTo>
                      <a:pt x="538" y="1286"/>
                      <a:pt x="533" y="1286"/>
                      <a:pt x="528" y="1286"/>
                    </a:cubicBezTo>
                    <a:cubicBezTo>
                      <a:pt x="447" y="1286"/>
                      <a:pt x="447" y="1409"/>
                      <a:pt x="528" y="1412"/>
                    </a:cubicBezTo>
                    <a:cubicBezTo>
                      <a:pt x="542" y="1413"/>
                      <a:pt x="556" y="1413"/>
                      <a:pt x="570" y="1413"/>
                    </a:cubicBezTo>
                    <a:cubicBezTo>
                      <a:pt x="864" y="1413"/>
                      <a:pt x="1148" y="1219"/>
                      <a:pt x="907" y="910"/>
                    </a:cubicBezTo>
                    <a:cubicBezTo>
                      <a:pt x="774" y="742"/>
                      <a:pt x="551" y="664"/>
                      <a:pt x="382" y="537"/>
                    </a:cubicBezTo>
                    <a:cubicBezTo>
                      <a:pt x="259" y="450"/>
                      <a:pt x="175" y="294"/>
                      <a:pt x="337" y="194"/>
                    </a:cubicBezTo>
                    <a:cubicBezTo>
                      <a:pt x="415" y="145"/>
                      <a:pt x="531" y="126"/>
                      <a:pt x="616" y="116"/>
                    </a:cubicBezTo>
                    <a:cubicBezTo>
                      <a:pt x="635" y="115"/>
                      <a:pt x="656" y="114"/>
                      <a:pt x="677" y="114"/>
                    </a:cubicBezTo>
                    <a:cubicBezTo>
                      <a:pt x="854" y="114"/>
                      <a:pt x="1095" y="166"/>
                      <a:pt x="1118" y="359"/>
                    </a:cubicBezTo>
                    <a:cubicBezTo>
                      <a:pt x="1121" y="378"/>
                      <a:pt x="1135" y="386"/>
                      <a:pt x="1150" y="386"/>
                    </a:cubicBezTo>
                    <a:cubicBezTo>
                      <a:pt x="1169" y="386"/>
                      <a:pt x="1189" y="373"/>
                      <a:pt x="1189" y="353"/>
                    </a:cubicBezTo>
                    <a:cubicBezTo>
                      <a:pt x="1194" y="97"/>
                      <a:pt x="953" y="0"/>
                      <a:pt x="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22"/>
              <p:cNvSpPr/>
              <p:nvPr/>
            </p:nvSpPr>
            <p:spPr>
              <a:xfrm>
                <a:off x="8142639" y="4370938"/>
                <a:ext cx="40321" cy="8012"/>
              </a:xfrm>
              <a:custGeom>
                <a:rect b="b" l="l" r="r" t="t"/>
                <a:pathLst>
                  <a:path extrusionOk="0" h="122" w="614">
                    <a:moveTo>
                      <a:pt x="556" y="0"/>
                    </a:moveTo>
                    <a:cubicBezTo>
                      <a:pt x="554" y="0"/>
                      <a:pt x="553" y="0"/>
                      <a:pt x="551" y="1"/>
                    </a:cubicBezTo>
                    <a:cubicBezTo>
                      <a:pt x="412" y="11"/>
                      <a:pt x="275" y="25"/>
                      <a:pt x="134" y="25"/>
                    </a:cubicBezTo>
                    <a:cubicBezTo>
                      <a:pt x="108" y="25"/>
                      <a:pt x="82" y="24"/>
                      <a:pt x="55" y="23"/>
                    </a:cubicBezTo>
                    <a:cubicBezTo>
                      <a:pt x="0" y="23"/>
                      <a:pt x="3" y="104"/>
                      <a:pt x="55" y="111"/>
                    </a:cubicBezTo>
                    <a:cubicBezTo>
                      <a:pt x="125" y="117"/>
                      <a:pt x="197" y="121"/>
                      <a:pt x="268" y="121"/>
                    </a:cubicBezTo>
                    <a:cubicBezTo>
                      <a:pt x="369" y="121"/>
                      <a:pt x="469" y="113"/>
                      <a:pt x="564" y="94"/>
                    </a:cubicBezTo>
                    <a:cubicBezTo>
                      <a:pt x="614" y="85"/>
                      <a:pt x="604" y="0"/>
                      <a:pt x="5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22"/>
              <p:cNvSpPr/>
              <p:nvPr/>
            </p:nvSpPr>
            <p:spPr>
              <a:xfrm>
                <a:off x="8139881" y="4360431"/>
                <a:ext cx="44524" cy="6567"/>
              </a:xfrm>
              <a:custGeom>
                <a:rect b="b" l="l" r="r" t="t"/>
                <a:pathLst>
                  <a:path extrusionOk="0" h="100" w="678">
                    <a:moveTo>
                      <a:pt x="520" y="1"/>
                    </a:moveTo>
                    <a:cubicBezTo>
                      <a:pt x="364" y="1"/>
                      <a:pt x="205" y="8"/>
                      <a:pt x="49" y="21"/>
                    </a:cubicBezTo>
                    <a:cubicBezTo>
                      <a:pt x="8" y="28"/>
                      <a:pt x="0" y="96"/>
                      <a:pt x="46" y="96"/>
                    </a:cubicBezTo>
                    <a:cubicBezTo>
                      <a:pt x="47" y="96"/>
                      <a:pt x="48" y="96"/>
                      <a:pt x="49" y="96"/>
                    </a:cubicBezTo>
                    <a:cubicBezTo>
                      <a:pt x="136" y="91"/>
                      <a:pt x="224" y="89"/>
                      <a:pt x="311" y="89"/>
                    </a:cubicBezTo>
                    <a:cubicBezTo>
                      <a:pt x="413" y="89"/>
                      <a:pt x="513" y="92"/>
                      <a:pt x="612" y="99"/>
                    </a:cubicBezTo>
                    <a:cubicBezTo>
                      <a:pt x="615" y="99"/>
                      <a:pt x="618" y="100"/>
                      <a:pt x="620" y="100"/>
                    </a:cubicBezTo>
                    <a:cubicBezTo>
                      <a:pt x="677" y="100"/>
                      <a:pt x="674" y="2"/>
                      <a:pt x="612" y="2"/>
                    </a:cubicBezTo>
                    <a:cubicBezTo>
                      <a:pt x="582" y="1"/>
                      <a:pt x="551"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22"/>
              <p:cNvSpPr/>
              <p:nvPr/>
            </p:nvSpPr>
            <p:spPr>
              <a:xfrm>
                <a:off x="8170942" y="4307963"/>
                <a:ext cx="62978" cy="103627"/>
              </a:xfrm>
              <a:custGeom>
                <a:rect b="b" l="l" r="r" t="t"/>
                <a:pathLst>
                  <a:path extrusionOk="0" h="1578" w="959">
                    <a:moveTo>
                      <a:pt x="845" y="1"/>
                    </a:moveTo>
                    <a:cubicBezTo>
                      <a:pt x="818" y="1"/>
                      <a:pt x="791" y="16"/>
                      <a:pt x="784" y="49"/>
                    </a:cubicBezTo>
                    <a:cubicBezTo>
                      <a:pt x="706" y="496"/>
                      <a:pt x="658" y="950"/>
                      <a:pt x="629" y="1410"/>
                    </a:cubicBezTo>
                    <a:cubicBezTo>
                      <a:pt x="515" y="1300"/>
                      <a:pt x="428" y="1031"/>
                      <a:pt x="376" y="927"/>
                    </a:cubicBezTo>
                    <a:cubicBezTo>
                      <a:pt x="279" y="746"/>
                      <a:pt x="188" y="558"/>
                      <a:pt x="94" y="373"/>
                    </a:cubicBezTo>
                    <a:cubicBezTo>
                      <a:pt x="86" y="355"/>
                      <a:pt x="72" y="348"/>
                      <a:pt x="59" y="348"/>
                    </a:cubicBezTo>
                    <a:cubicBezTo>
                      <a:pt x="30" y="348"/>
                      <a:pt x="1" y="380"/>
                      <a:pt x="16" y="415"/>
                    </a:cubicBezTo>
                    <a:cubicBezTo>
                      <a:pt x="136" y="687"/>
                      <a:pt x="266" y="950"/>
                      <a:pt x="399" y="1215"/>
                    </a:cubicBezTo>
                    <a:cubicBezTo>
                      <a:pt x="467" y="1348"/>
                      <a:pt x="515" y="1526"/>
                      <a:pt x="674" y="1575"/>
                    </a:cubicBezTo>
                    <a:cubicBezTo>
                      <a:pt x="680" y="1577"/>
                      <a:pt x="687" y="1578"/>
                      <a:pt x="693" y="1578"/>
                    </a:cubicBezTo>
                    <a:cubicBezTo>
                      <a:pt x="726" y="1578"/>
                      <a:pt x="752" y="1549"/>
                      <a:pt x="755" y="1514"/>
                    </a:cubicBezTo>
                    <a:cubicBezTo>
                      <a:pt x="784" y="1060"/>
                      <a:pt x="833" y="610"/>
                      <a:pt x="901" y="163"/>
                    </a:cubicBezTo>
                    <a:cubicBezTo>
                      <a:pt x="933" y="150"/>
                      <a:pt x="959" y="114"/>
                      <a:pt x="933" y="75"/>
                    </a:cubicBezTo>
                    <a:cubicBezTo>
                      <a:pt x="927" y="59"/>
                      <a:pt x="914" y="49"/>
                      <a:pt x="904" y="33"/>
                    </a:cubicBezTo>
                    <a:cubicBezTo>
                      <a:pt x="892" y="12"/>
                      <a:pt x="868" y="1"/>
                      <a:pt x="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22"/>
              <p:cNvSpPr/>
              <p:nvPr/>
            </p:nvSpPr>
            <p:spPr>
              <a:xfrm>
                <a:off x="8243702" y="4368508"/>
                <a:ext cx="18322" cy="12871"/>
              </a:xfrm>
              <a:custGeom>
                <a:rect b="b" l="l" r="r" t="t"/>
                <a:pathLst>
                  <a:path extrusionOk="0" h="196" w="279">
                    <a:moveTo>
                      <a:pt x="194" y="0"/>
                    </a:moveTo>
                    <a:cubicBezTo>
                      <a:pt x="166" y="0"/>
                      <a:pt x="138" y="13"/>
                      <a:pt x="113" y="34"/>
                    </a:cubicBezTo>
                    <a:cubicBezTo>
                      <a:pt x="108" y="33"/>
                      <a:pt x="102" y="32"/>
                      <a:pt x="97" y="32"/>
                    </a:cubicBezTo>
                    <a:cubicBezTo>
                      <a:pt x="61" y="32"/>
                      <a:pt x="27" y="59"/>
                      <a:pt x="16" y="93"/>
                    </a:cubicBezTo>
                    <a:cubicBezTo>
                      <a:pt x="0" y="148"/>
                      <a:pt x="36" y="180"/>
                      <a:pt x="84" y="190"/>
                    </a:cubicBezTo>
                    <a:cubicBezTo>
                      <a:pt x="98" y="194"/>
                      <a:pt x="111" y="195"/>
                      <a:pt x="123" y="195"/>
                    </a:cubicBezTo>
                    <a:cubicBezTo>
                      <a:pt x="198" y="195"/>
                      <a:pt x="261" y="135"/>
                      <a:pt x="269" y="60"/>
                    </a:cubicBezTo>
                    <a:cubicBezTo>
                      <a:pt x="279" y="28"/>
                      <a:pt x="243" y="5"/>
                      <a:pt x="211" y="2"/>
                    </a:cubicBezTo>
                    <a:cubicBezTo>
                      <a:pt x="205" y="1"/>
                      <a:pt x="199" y="0"/>
                      <a:pt x="1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22"/>
              <p:cNvSpPr/>
              <p:nvPr/>
            </p:nvSpPr>
            <p:spPr>
              <a:xfrm>
                <a:off x="8268590" y="4320505"/>
                <a:ext cx="44590" cy="78870"/>
              </a:xfrm>
              <a:custGeom>
                <a:rect b="b" l="l" r="r" t="t"/>
                <a:pathLst>
                  <a:path extrusionOk="0" h="1201" w="679">
                    <a:moveTo>
                      <a:pt x="207" y="0"/>
                    </a:moveTo>
                    <a:cubicBezTo>
                      <a:pt x="198" y="0"/>
                      <a:pt x="188" y="6"/>
                      <a:pt x="181" y="20"/>
                    </a:cubicBezTo>
                    <a:cubicBezTo>
                      <a:pt x="52" y="296"/>
                      <a:pt x="0" y="752"/>
                      <a:pt x="159" y="1028"/>
                    </a:cubicBezTo>
                    <a:cubicBezTo>
                      <a:pt x="217" y="1128"/>
                      <a:pt x="338" y="1200"/>
                      <a:pt x="450" y="1200"/>
                    </a:cubicBezTo>
                    <a:cubicBezTo>
                      <a:pt x="533" y="1200"/>
                      <a:pt x="610" y="1161"/>
                      <a:pt x="654" y="1067"/>
                    </a:cubicBezTo>
                    <a:cubicBezTo>
                      <a:pt x="679" y="1018"/>
                      <a:pt x="642" y="978"/>
                      <a:pt x="602" y="978"/>
                    </a:cubicBezTo>
                    <a:cubicBezTo>
                      <a:pt x="584" y="978"/>
                      <a:pt x="565" y="986"/>
                      <a:pt x="551" y="1005"/>
                    </a:cubicBezTo>
                    <a:cubicBezTo>
                      <a:pt x="513" y="1058"/>
                      <a:pt x="473" y="1079"/>
                      <a:pt x="434" y="1079"/>
                    </a:cubicBezTo>
                    <a:cubicBezTo>
                      <a:pt x="340" y="1079"/>
                      <a:pt x="255" y="951"/>
                      <a:pt x="227" y="866"/>
                    </a:cubicBezTo>
                    <a:cubicBezTo>
                      <a:pt x="204" y="785"/>
                      <a:pt x="194" y="694"/>
                      <a:pt x="191" y="610"/>
                    </a:cubicBezTo>
                    <a:lnTo>
                      <a:pt x="191" y="610"/>
                    </a:lnTo>
                    <a:cubicBezTo>
                      <a:pt x="292" y="613"/>
                      <a:pt x="389" y="610"/>
                      <a:pt x="492" y="623"/>
                    </a:cubicBezTo>
                    <a:cubicBezTo>
                      <a:pt x="494" y="623"/>
                      <a:pt x="496" y="623"/>
                      <a:pt x="498" y="623"/>
                    </a:cubicBezTo>
                    <a:cubicBezTo>
                      <a:pt x="560" y="623"/>
                      <a:pt x="562" y="513"/>
                      <a:pt x="495" y="513"/>
                    </a:cubicBezTo>
                    <a:cubicBezTo>
                      <a:pt x="494" y="513"/>
                      <a:pt x="493" y="513"/>
                      <a:pt x="492" y="513"/>
                    </a:cubicBezTo>
                    <a:cubicBezTo>
                      <a:pt x="389" y="513"/>
                      <a:pt x="288" y="516"/>
                      <a:pt x="191" y="532"/>
                    </a:cubicBezTo>
                    <a:cubicBezTo>
                      <a:pt x="191" y="367"/>
                      <a:pt x="224" y="205"/>
                      <a:pt x="243" y="43"/>
                    </a:cubicBezTo>
                    <a:cubicBezTo>
                      <a:pt x="245" y="22"/>
                      <a:pt x="226" y="0"/>
                      <a:pt x="2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595" name="Google Shape;2595;p22"/>
          <p:cNvGrpSpPr/>
          <p:nvPr/>
        </p:nvGrpSpPr>
        <p:grpSpPr>
          <a:xfrm>
            <a:off x="-507479" y="242062"/>
            <a:ext cx="10092495" cy="4999594"/>
            <a:chOff x="-507479" y="242062"/>
            <a:chExt cx="10092495" cy="4999594"/>
          </a:xfrm>
        </p:grpSpPr>
        <p:grpSp>
          <p:nvGrpSpPr>
            <p:cNvPr id="2596" name="Google Shape;2596;p22"/>
            <p:cNvGrpSpPr/>
            <p:nvPr/>
          </p:nvGrpSpPr>
          <p:grpSpPr>
            <a:xfrm rot="-2520871">
              <a:off x="8466656" y="499697"/>
              <a:ext cx="1026559" cy="668517"/>
              <a:chOff x="6925286" y="2716904"/>
              <a:chExt cx="562593" cy="366373"/>
            </a:xfrm>
          </p:grpSpPr>
          <p:sp>
            <p:nvSpPr>
              <p:cNvPr id="2597" name="Google Shape;2597;p22"/>
              <p:cNvSpPr/>
              <p:nvPr/>
            </p:nvSpPr>
            <p:spPr>
              <a:xfrm>
                <a:off x="6974472" y="2716904"/>
                <a:ext cx="513408" cy="366373"/>
              </a:xfrm>
              <a:custGeom>
                <a:rect b="b" l="l" r="r" t="t"/>
                <a:pathLst>
                  <a:path extrusionOk="0" h="5579" w="7818">
                    <a:moveTo>
                      <a:pt x="3859" y="1235"/>
                    </a:moveTo>
                    <a:cubicBezTo>
                      <a:pt x="4180" y="1618"/>
                      <a:pt x="4478" y="2010"/>
                      <a:pt x="4769" y="2411"/>
                    </a:cubicBezTo>
                    <a:cubicBezTo>
                      <a:pt x="4656" y="2512"/>
                      <a:pt x="4539" y="2609"/>
                      <a:pt x="4426" y="2709"/>
                    </a:cubicBezTo>
                    <a:lnTo>
                      <a:pt x="4108" y="2453"/>
                    </a:lnTo>
                    <a:cubicBezTo>
                      <a:pt x="3888" y="2282"/>
                      <a:pt x="3652" y="2120"/>
                      <a:pt x="3422" y="1951"/>
                    </a:cubicBezTo>
                    <a:cubicBezTo>
                      <a:pt x="3564" y="1718"/>
                      <a:pt x="3710" y="1475"/>
                      <a:pt x="3859" y="1235"/>
                    </a:cubicBezTo>
                    <a:close/>
                    <a:moveTo>
                      <a:pt x="4847" y="2515"/>
                    </a:moveTo>
                    <a:cubicBezTo>
                      <a:pt x="5106" y="2871"/>
                      <a:pt x="5356" y="3231"/>
                      <a:pt x="5612" y="3587"/>
                    </a:cubicBezTo>
                    <a:lnTo>
                      <a:pt x="5378" y="3587"/>
                    </a:lnTo>
                    <a:cubicBezTo>
                      <a:pt x="5106" y="3309"/>
                      <a:pt x="4818" y="3046"/>
                      <a:pt x="4523" y="2790"/>
                    </a:cubicBezTo>
                    <a:cubicBezTo>
                      <a:pt x="4633" y="2696"/>
                      <a:pt x="4737" y="2606"/>
                      <a:pt x="4847" y="2515"/>
                    </a:cubicBezTo>
                    <a:close/>
                    <a:moveTo>
                      <a:pt x="7604" y="182"/>
                    </a:moveTo>
                    <a:lnTo>
                      <a:pt x="7604" y="182"/>
                    </a:lnTo>
                    <a:cubicBezTo>
                      <a:pt x="7585" y="762"/>
                      <a:pt x="7572" y="1345"/>
                      <a:pt x="7581" y="1925"/>
                    </a:cubicBezTo>
                    <a:cubicBezTo>
                      <a:pt x="7588" y="2470"/>
                      <a:pt x="7555" y="3062"/>
                      <a:pt x="7666" y="3600"/>
                    </a:cubicBezTo>
                    <a:cubicBezTo>
                      <a:pt x="7037" y="3600"/>
                      <a:pt x="6405" y="3594"/>
                      <a:pt x="5774" y="3594"/>
                    </a:cubicBezTo>
                    <a:cubicBezTo>
                      <a:pt x="5498" y="3208"/>
                      <a:pt x="5226" y="2819"/>
                      <a:pt x="4948" y="2434"/>
                    </a:cubicBezTo>
                    <a:cubicBezTo>
                      <a:pt x="5832" y="1682"/>
                      <a:pt x="6713" y="924"/>
                      <a:pt x="7604" y="182"/>
                    </a:cubicBezTo>
                    <a:close/>
                    <a:moveTo>
                      <a:pt x="4423" y="2884"/>
                    </a:moveTo>
                    <a:cubicBezTo>
                      <a:pt x="4688" y="3108"/>
                      <a:pt x="4944" y="3344"/>
                      <a:pt x="5191" y="3594"/>
                    </a:cubicBezTo>
                    <a:cubicBezTo>
                      <a:pt x="4633" y="3597"/>
                      <a:pt x="4073" y="3613"/>
                      <a:pt x="3519" y="3652"/>
                    </a:cubicBezTo>
                    <a:cubicBezTo>
                      <a:pt x="3823" y="3399"/>
                      <a:pt x="4121" y="3143"/>
                      <a:pt x="4423" y="2884"/>
                    </a:cubicBezTo>
                    <a:close/>
                    <a:moveTo>
                      <a:pt x="2262" y="1183"/>
                    </a:moveTo>
                    <a:cubicBezTo>
                      <a:pt x="2560" y="1491"/>
                      <a:pt x="2900" y="1747"/>
                      <a:pt x="3244" y="1993"/>
                    </a:cubicBezTo>
                    <a:cubicBezTo>
                      <a:pt x="2822" y="2703"/>
                      <a:pt x="2414" y="3415"/>
                      <a:pt x="2025" y="4138"/>
                    </a:cubicBezTo>
                    <a:cubicBezTo>
                      <a:pt x="1847" y="4137"/>
                      <a:pt x="1669" y="4136"/>
                      <a:pt x="1490" y="4136"/>
                    </a:cubicBezTo>
                    <a:cubicBezTo>
                      <a:pt x="1053" y="4136"/>
                      <a:pt x="616" y="4140"/>
                      <a:pt x="179" y="4154"/>
                    </a:cubicBezTo>
                    <a:cubicBezTo>
                      <a:pt x="940" y="3221"/>
                      <a:pt x="1582" y="2175"/>
                      <a:pt x="2262" y="1183"/>
                    </a:cubicBezTo>
                    <a:close/>
                    <a:moveTo>
                      <a:pt x="3354" y="2071"/>
                    </a:moveTo>
                    <a:cubicBezTo>
                      <a:pt x="3548" y="2207"/>
                      <a:pt x="3746" y="2346"/>
                      <a:pt x="3937" y="2492"/>
                    </a:cubicBezTo>
                    <a:cubicBezTo>
                      <a:pt x="4070" y="2593"/>
                      <a:pt x="4199" y="2696"/>
                      <a:pt x="4329" y="2803"/>
                    </a:cubicBezTo>
                    <a:cubicBezTo>
                      <a:pt x="4008" y="3085"/>
                      <a:pt x="3687" y="3373"/>
                      <a:pt x="3373" y="3665"/>
                    </a:cubicBezTo>
                    <a:cubicBezTo>
                      <a:pt x="3344" y="3675"/>
                      <a:pt x="3341" y="3710"/>
                      <a:pt x="3363" y="3726"/>
                    </a:cubicBezTo>
                    <a:cubicBezTo>
                      <a:pt x="3371" y="3736"/>
                      <a:pt x="3385" y="3742"/>
                      <a:pt x="3398" y="3742"/>
                    </a:cubicBezTo>
                    <a:cubicBezTo>
                      <a:pt x="3408" y="3742"/>
                      <a:pt x="3417" y="3740"/>
                      <a:pt x="3425" y="3733"/>
                    </a:cubicBezTo>
                    <a:cubicBezTo>
                      <a:pt x="3957" y="3768"/>
                      <a:pt x="4492" y="3776"/>
                      <a:pt x="5029" y="3776"/>
                    </a:cubicBezTo>
                    <a:cubicBezTo>
                      <a:pt x="5142" y="3776"/>
                      <a:pt x="5255" y="3776"/>
                      <a:pt x="5369" y="3775"/>
                    </a:cubicBezTo>
                    <a:cubicBezTo>
                      <a:pt x="5492" y="3901"/>
                      <a:pt x="5612" y="4031"/>
                      <a:pt x="5725" y="4164"/>
                    </a:cubicBezTo>
                    <a:cubicBezTo>
                      <a:pt x="5285" y="4152"/>
                      <a:pt x="4844" y="4149"/>
                      <a:pt x="4404" y="4149"/>
                    </a:cubicBezTo>
                    <a:cubicBezTo>
                      <a:pt x="3995" y="4149"/>
                      <a:pt x="3587" y="4151"/>
                      <a:pt x="3179" y="4151"/>
                    </a:cubicBezTo>
                    <a:cubicBezTo>
                      <a:pt x="3086" y="4151"/>
                      <a:pt x="2993" y="4151"/>
                      <a:pt x="2900" y="4151"/>
                    </a:cubicBezTo>
                    <a:cubicBezTo>
                      <a:pt x="2651" y="4151"/>
                      <a:pt x="2408" y="4148"/>
                      <a:pt x="2162" y="4148"/>
                    </a:cubicBezTo>
                    <a:cubicBezTo>
                      <a:pt x="2547" y="3448"/>
                      <a:pt x="2942" y="2755"/>
                      <a:pt x="3354" y="2071"/>
                    </a:cubicBezTo>
                    <a:close/>
                    <a:moveTo>
                      <a:pt x="5738" y="3762"/>
                    </a:moveTo>
                    <a:cubicBezTo>
                      <a:pt x="6127" y="4310"/>
                      <a:pt x="6519" y="4844"/>
                      <a:pt x="6950" y="5359"/>
                    </a:cubicBezTo>
                    <a:cubicBezTo>
                      <a:pt x="5997" y="5401"/>
                      <a:pt x="5041" y="5430"/>
                      <a:pt x="4089" y="5443"/>
                    </a:cubicBezTo>
                    <a:cubicBezTo>
                      <a:pt x="3623" y="5450"/>
                      <a:pt x="3159" y="5450"/>
                      <a:pt x="2693" y="5450"/>
                    </a:cubicBezTo>
                    <a:cubicBezTo>
                      <a:pt x="2453" y="5450"/>
                      <a:pt x="2207" y="5438"/>
                      <a:pt x="1963" y="5438"/>
                    </a:cubicBezTo>
                    <a:cubicBezTo>
                      <a:pt x="1785" y="5438"/>
                      <a:pt x="1607" y="5444"/>
                      <a:pt x="1433" y="5466"/>
                    </a:cubicBezTo>
                    <a:cubicBezTo>
                      <a:pt x="1646" y="5071"/>
                      <a:pt x="1867" y="4672"/>
                      <a:pt x="2084" y="4277"/>
                    </a:cubicBezTo>
                    <a:lnTo>
                      <a:pt x="2900" y="4277"/>
                    </a:lnTo>
                    <a:cubicBezTo>
                      <a:pt x="3574" y="4280"/>
                      <a:pt x="4250" y="4290"/>
                      <a:pt x="4924" y="4290"/>
                    </a:cubicBezTo>
                    <a:cubicBezTo>
                      <a:pt x="5196" y="4290"/>
                      <a:pt x="5467" y="4288"/>
                      <a:pt x="5738" y="4284"/>
                    </a:cubicBezTo>
                    <a:cubicBezTo>
                      <a:pt x="5787" y="4284"/>
                      <a:pt x="5806" y="4235"/>
                      <a:pt x="5793" y="4199"/>
                    </a:cubicBezTo>
                    <a:cubicBezTo>
                      <a:pt x="5842" y="4196"/>
                      <a:pt x="5881" y="4131"/>
                      <a:pt x="5838" y="4086"/>
                    </a:cubicBezTo>
                    <a:cubicBezTo>
                      <a:pt x="5741" y="3976"/>
                      <a:pt x="5644" y="3872"/>
                      <a:pt x="5547" y="3765"/>
                    </a:cubicBezTo>
                    <a:cubicBezTo>
                      <a:pt x="5612" y="3765"/>
                      <a:pt x="5673" y="3765"/>
                      <a:pt x="5738" y="3762"/>
                    </a:cubicBezTo>
                    <a:close/>
                    <a:moveTo>
                      <a:pt x="7678" y="0"/>
                    </a:moveTo>
                    <a:cubicBezTo>
                      <a:pt x="7667" y="0"/>
                      <a:pt x="7656" y="3"/>
                      <a:pt x="7646" y="7"/>
                    </a:cubicBezTo>
                    <a:cubicBezTo>
                      <a:pt x="7639" y="5"/>
                      <a:pt x="7632" y="4"/>
                      <a:pt x="7625" y="4"/>
                    </a:cubicBezTo>
                    <a:cubicBezTo>
                      <a:pt x="7609" y="4"/>
                      <a:pt x="7595" y="9"/>
                      <a:pt x="7581" y="20"/>
                    </a:cubicBezTo>
                    <a:cubicBezTo>
                      <a:pt x="6668" y="778"/>
                      <a:pt x="5761" y="1540"/>
                      <a:pt x="4867" y="2317"/>
                    </a:cubicBezTo>
                    <a:cubicBezTo>
                      <a:pt x="4556" y="1893"/>
                      <a:pt x="4235" y="1472"/>
                      <a:pt x="3895" y="1070"/>
                    </a:cubicBezTo>
                    <a:cubicBezTo>
                      <a:pt x="3883" y="1057"/>
                      <a:pt x="3867" y="1051"/>
                      <a:pt x="3851" y="1051"/>
                    </a:cubicBezTo>
                    <a:cubicBezTo>
                      <a:pt x="3827" y="1051"/>
                      <a:pt x="3803" y="1064"/>
                      <a:pt x="3791" y="1083"/>
                    </a:cubicBezTo>
                    <a:cubicBezTo>
                      <a:pt x="3629" y="1345"/>
                      <a:pt x="3470" y="1608"/>
                      <a:pt x="3312" y="1870"/>
                    </a:cubicBezTo>
                    <a:cubicBezTo>
                      <a:pt x="2955" y="1618"/>
                      <a:pt x="2602" y="1349"/>
                      <a:pt x="2301" y="1025"/>
                    </a:cubicBezTo>
                    <a:cubicBezTo>
                      <a:pt x="2288" y="1012"/>
                      <a:pt x="2272" y="1006"/>
                      <a:pt x="2256" y="1006"/>
                    </a:cubicBezTo>
                    <a:cubicBezTo>
                      <a:pt x="2233" y="1006"/>
                      <a:pt x="2209" y="1018"/>
                      <a:pt x="2194" y="1038"/>
                    </a:cubicBezTo>
                    <a:cubicBezTo>
                      <a:pt x="1484" y="2074"/>
                      <a:pt x="798" y="3134"/>
                      <a:pt x="59" y="4151"/>
                    </a:cubicBezTo>
                    <a:lnTo>
                      <a:pt x="53" y="4151"/>
                    </a:lnTo>
                    <a:cubicBezTo>
                      <a:pt x="1" y="4154"/>
                      <a:pt x="1" y="4229"/>
                      <a:pt x="53" y="4232"/>
                    </a:cubicBezTo>
                    <a:lnTo>
                      <a:pt x="88" y="4232"/>
                    </a:lnTo>
                    <a:cubicBezTo>
                      <a:pt x="707" y="4261"/>
                      <a:pt x="1329" y="4264"/>
                      <a:pt x="1944" y="4264"/>
                    </a:cubicBezTo>
                    <a:cubicBezTo>
                      <a:pt x="1724" y="4672"/>
                      <a:pt x="1510" y="5087"/>
                      <a:pt x="1303" y="5508"/>
                    </a:cubicBezTo>
                    <a:cubicBezTo>
                      <a:pt x="1287" y="5539"/>
                      <a:pt x="1315" y="5567"/>
                      <a:pt x="1340" y="5567"/>
                    </a:cubicBezTo>
                    <a:cubicBezTo>
                      <a:pt x="1352" y="5567"/>
                      <a:pt x="1364" y="5561"/>
                      <a:pt x="1371" y="5547"/>
                    </a:cubicBezTo>
                    <a:cubicBezTo>
                      <a:pt x="1378" y="5541"/>
                      <a:pt x="1381" y="5531"/>
                      <a:pt x="1384" y="5528"/>
                    </a:cubicBezTo>
                    <a:cubicBezTo>
                      <a:pt x="1620" y="5569"/>
                      <a:pt x="1866" y="5579"/>
                      <a:pt x="2111" y="5579"/>
                    </a:cubicBezTo>
                    <a:cubicBezTo>
                      <a:pt x="2303" y="5579"/>
                      <a:pt x="2495" y="5573"/>
                      <a:pt x="2683" y="5573"/>
                    </a:cubicBezTo>
                    <a:cubicBezTo>
                      <a:pt x="2800" y="5574"/>
                      <a:pt x="2916" y="5574"/>
                      <a:pt x="3033" y="5574"/>
                    </a:cubicBezTo>
                    <a:cubicBezTo>
                      <a:pt x="3383" y="5574"/>
                      <a:pt x="3733" y="5571"/>
                      <a:pt x="4083" y="5563"/>
                    </a:cubicBezTo>
                    <a:cubicBezTo>
                      <a:pt x="5035" y="5554"/>
                      <a:pt x="5987" y="5524"/>
                      <a:pt x="6940" y="5479"/>
                    </a:cubicBezTo>
                    <a:cubicBezTo>
                      <a:pt x="6979" y="5479"/>
                      <a:pt x="7001" y="5447"/>
                      <a:pt x="7005" y="5414"/>
                    </a:cubicBezTo>
                    <a:cubicBezTo>
                      <a:pt x="7012" y="5418"/>
                      <a:pt x="7019" y="5419"/>
                      <a:pt x="7026" y="5419"/>
                    </a:cubicBezTo>
                    <a:cubicBezTo>
                      <a:pt x="7072" y="5419"/>
                      <a:pt x="7115" y="5352"/>
                      <a:pt x="7076" y="5301"/>
                    </a:cubicBezTo>
                    <a:cubicBezTo>
                      <a:pt x="6655" y="4802"/>
                      <a:pt x="6273" y="4277"/>
                      <a:pt x="5890" y="3746"/>
                    </a:cubicBezTo>
                    <a:cubicBezTo>
                      <a:pt x="6506" y="3733"/>
                      <a:pt x="7118" y="3717"/>
                      <a:pt x="7724" y="3714"/>
                    </a:cubicBezTo>
                    <a:cubicBezTo>
                      <a:pt x="7729" y="3714"/>
                      <a:pt x="7735" y="3715"/>
                      <a:pt x="7739" y="3715"/>
                    </a:cubicBezTo>
                    <a:cubicBezTo>
                      <a:pt x="7818" y="3715"/>
                      <a:pt x="7813" y="3600"/>
                      <a:pt x="7734" y="3597"/>
                    </a:cubicBezTo>
                    <a:cubicBezTo>
                      <a:pt x="7792" y="3027"/>
                      <a:pt x="7714" y="2424"/>
                      <a:pt x="7711" y="1851"/>
                    </a:cubicBezTo>
                    <a:cubicBezTo>
                      <a:pt x="7704" y="1255"/>
                      <a:pt x="7717" y="662"/>
                      <a:pt x="7743" y="66"/>
                    </a:cubicBezTo>
                    <a:cubicBezTo>
                      <a:pt x="7746" y="22"/>
                      <a:pt x="7712" y="0"/>
                      <a:pt x="76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22"/>
              <p:cNvSpPr/>
              <p:nvPr/>
            </p:nvSpPr>
            <p:spPr>
              <a:xfrm>
                <a:off x="6925286" y="2954095"/>
                <a:ext cx="32375" cy="47020"/>
              </a:xfrm>
              <a:custGeom>
                <a:rect b="b" l="l" r="r" t="t"/>
                <a:pathLst>
                  <a:path extrusionOk="0" h="716" w="493">
                    <a:moveTo>
                      <a:pt x="209" y="215"/>
                    </a:moveTo>
                    <a:lnTo>
                      <a:pt x="270" y="348"/>
                    </a:lnTo>
                    <a:cubicBezTo>
                      <a:pt x="273" y="361"/>
                      <a:pt x="283" y="380"/>
                      <a:pt x="296" y="406"/>
                    </a:cubicBezTo>
                    <a:cubicBezTo>
                      <a:pt x="248" y="406"/>
                      <a:pt x="199" y="409"/>
                      <a:pt x="150" y="419"/>
                    </a:cubicBezTo>
                    <a:cubicBezTo>
                      <a:pt x="167" y="348"/>
                      <a:pt x="186" y="280"/>
                      <a:pt x="209" y="215"/>
                    </a:cubicBezTo>
                    <a:close/>
                    <a:moveTo>
                      <a:pt x="204" y="1"/>
                    </a:moveTo>
                    <a:cubicBezTo>
                      <a:pt x="177" y="1"/>
                      <a:pt x="150" y="18"/>
                      <a:pt x="141" y="46"/>
                    </a:cubicBezTo>
                    <a:cubicBezTo>
                      <a:pt x="95" y="176"/>
                      <a:pt x="56" y="309"/>
                      <a:pt x="31" y="442"/>
                    </a:cubicBezTo>
                    <a:cubicBezTo>
                      <a:pt x="14" y="458"/>
                      <a:pt x="14" y="484"/>
                      <a:pt x="24" y="500"/>
                    </a:cubicBezTo>
                    <a:cubicBezTo>
                      <a:pt x="14" y="555"/>
                      <a:pt x="8" y="617"/>
                      <a:pt x="5" y="672"/>
                    </a:cubicBezTo>
                    <a:cubicBezTo>
                      <a:pt x="1" y="699"/>
                      <a:pt x="25" y="715"/>
                      <a:pt x="49" y="715"/>
                    </a:cubicBezTo>
                    <a:cubicBezTo>
                      <a:pt x="68" y="715"/>
                      <a:pt x="86" y="706"/>
                      <a:pt x="92" y="685"/>
                    </a:cubicBezTo>
                    <a:cubicBezTo>
                      <a:pt x="105" y="630"/>
                      <a:pt x="112" y="575"/>
                      <a:pt x="124" y="519"/>
                    </a:cubicBezTo>
                    <a:cubicBezTo>
                      <a:pt x="193" y="516"/>
                      <a:pt x="267" y="510"/>
                      <a:pt x="335" y="506"/>
                    </a:cubicBezTo>
                    <a:cubicBezTo>
                      <a:pt x="338" y="523"/>
                      <a:pt x="345" y="539"/>
                      <a:pt x="348" y="552"/>
                    </a:cubicBezTo>
                    <a:cubicBezTo>
                      <a:pt x="335" y="565"/>
                      <a:pt x="329" y="575"/>
                      <a:pt x="329" y="591"/>
                    </a:cubicBezTo>
                    <a:lnTo>
                      <a:pt x="329" y="604"/>
                    </a:lnTo>
                    <a:cubicBezTo>
                      <a:pt x="329" y="623"/>
                      <a:pt x="338" y="646"/>
                      <a:pt x="354" y="655"/>
                    </a:cubicBezTo>
                    <a:lnTo>
                      <a:pt x="364" y="662"/>
                    </a:lnTo>
                    <a:cubicBezTo>
                      <a:pt x="374" y="667"/>
                      <a:pt x="384" y="669"/>
                      <a:pt x="393" y="669"/>
                    </a:cubicBezTo>
                    <a:cubicBezTo>
                      <a:pt x="414" y="669"/>
                      <a:pt x="433" y="657"/>
                      <a:pt x="448" y="639"/>
                    </a:cubicBezTo>
                    <a:cubicBezTo>
                      <a:pt x="481" y="600"/>
                      <a:pt x="471" y="542"/>
                      <a:pt x="452" y="487"/>
                    </a:cubicBezTo>
                    <a:cubicBezTo>
                      <a:pt x="493" y="462"/>
                      <a:pt x="484" y="393"/>
                      <a:pt x="430" y="393"/>
                    </a:cubicBezTo>
                    <a:cubicBezTo>
                      <a:pt x="428" y="393"/>
                      <a:pt x="427" y="393"/>
                      <a:pt x="426" y="393"/>
                    </a:cubicBezTo>
                    <a:lnTo>
                      <a:pt x="419" y="393"/>
                    </a:lnTo>
                    <a:cubicBezTo>
                      <a:pt x="416" y="387"/>
                      <a:pt x="416" y="380"/>
                      <a:pt x="413" y="374"/>
                    </a:cubicBezTo>
                    <a:cubicBezTo>
                      <a:pt x="371" y="257"/>
                      <a:pt x="316" y="137"/>
                      <a:pt x="254" y="30"/>
                    </a:cubicBezTo>
                    <a:cubicBezTo>
                      <a:pt x="242" y="10"/>
                      <a:pt x="223" y="1"/>
                      <a:pt x="2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22"/>
              <p:cNvSpPr/>
              <p:nvPr/>
            </p:nvSpPr>
            <p:spPr>
              <a:xfrm>
                <a:off x="7221712" y="3023243"/>
                <a:ext cx="34083" cy="42357"/>
              </a:xfrm>
              <a:custGeom>
                <a:rect b="b" l="l" r="r" t="t"/>
                <a:pathLst>
                  <a:path extrusionOk="0" h="645" w="519">
                    <a:moveTo>
                      <a:pt x="185" y="75"/>
                    </a:moveTo>
                    <a:cubicBezTo>
                      <a:pt x="207" y="75"/>
                      <a:pt x="229" y="83"/>
                      <a:pt x="246" y="101"/>
                    </a:cubicBezTo>
                    <a:cubicBezTo>
                      <a:pt x="292" y="150"/>
                      <a:pt x="269" y="231"/>
                      <a:pt x="204" y="250"/>
                    </a:cubicBezTo>
                    <a:cubicBezTo>
                      <a:pt x="150" y="266"/>
                      <a:pt x="155" y="357"/>
                      <a:pt x="211" y="357"/>
                    </a:cubicBezTo>
                    <a:cubicBezTo>
                      <a:pt x="212" y="357"/>
                      <a:pt x="213" y="357"/>
                      <a:pt x="214" y="357"/>
                    </a:cubicBezTo>
                    <a:cubicBezTo>
                      <a:pt x="217" y="357"/>
                      <a:pt x="224" y="357"/>
                      <a:pt x="227" y="354"/>
                    </a:cubicBezTo>
                    <a:cubicBezTo>
                      <a:pt x="250" y="349"/>
                      <a:pt x="273" y="345"/>
                      <a:pt x="296" y="345"/>
                    </a:cubicBezTo>
                    <a:cubicBezTo>
                      <a:pt x="305" y="345"/>
                      <a:pt x="315" y="346"/>
                      <a:pt x="324" y="348"/>
                    </a:cubicBezTo>
                    <a:cubicBezTo>
                      <a:pt x="356" y="357"/>
                      <a:pt x="402" y="374"/>
                      <a:pt x="392" y="412"/>
                    </a:cubicBezTo>
                    <a:cubicBezTo>
                      <a:pt x="386" y="442"/>
                      <a:pt x="327" y="461"/>
                      <a:pt x="308" y="467"/>
                    </a:cubicBezTo>
                    <a:cubicBezTo>
                      <a:pt x="256" y="484"/>
                      <a:pt x="204" y="484"/>
                      <a:pt x="156" y="493"/>
                    </a:cubicBezTo>
                    <a:cubicBezTo>
                      <a:pt x="149" y="487"/>
                      <a:pt x="146" y="484"/>
                      <a:pt x="139" y="477"/>
                    </a:cubicBezTo>
                    <a:cubicBezTo>
                      <a:pt x="139" y="364"/>
                      <a:pt x="117" y="247"/>
                      <a:pt x="78" y="143"/>
                    </a:cubicBezTo>
                    <a:lnTo>
                      <a:pt x="81" y="137"/>
                    </a:lnTo>
                    <a:cubicBezTo>
                      <a:pt x="100" y="101"/>
                      <a:pt x="143" y="75"/>
                      <a:pt x="185" y="75"/>
                    </a:cubicBezTo>
                    <a:close/>
                    <a:moveTo>
                      <a:pt x="206" y="0"/>
                    </a:moveTo>
                    <a:cubicBezTo>
                      <a:pt x="138" y="0"/>
                      <a:pt x="69" y="39"/>
                      <a:pt x="36" y="101"/>
                    </a:cubicBezTo>
                    <a:cubicBezTo>
                      <a:pt x="16" y="105"/>
                      <a:pt x="0" y="118"/>
                      <a:pt x="0" y="137"/>
                    </a:cubicBezTo>
                    <a:cubicBezTo>
                      <a:pt x="16" y="267"/>
                      <a:pt x="29" y="390"/>
                      <a:pt x="26" y="519"/>
                    </a:cubicBezTo>
                    <a:cubicBezTo>
                      <a:pt x="26" y="526"/>
                      <a:pt x="26" y="535"/>
                      <a:pt x="29" y="542"/>
                    </a:cubicBezTo>
                    <a:cubicBezTo>
                      <a:pt x="26" y="552"/>
                      <a:pt x="26" y="555"/>
                      <a:pt x="20" y="565"/>
                    </a:cubicBezTo>
                    <a:cubicBezTo>
                      <a:pt x="7" y="606"/>
                      <a:pt x="45" y="645"/>
                      <a:pt x="84" y="645"/>
                    </a:cubicBezTo>
                    <a:cubicBezTo>
                      <a:pt x="94" y="645"/>
                      <a:pt x="104" y="642"/>
                      <a:pt x="113" y="636"/>
                    </a:cubicBezTo>
                    <a:cubicBezTo>
                      <a:pt x="230" y="558"/>
                      <a:pt x="505" y="613"/>
                      <a:pt x="509" y="396"/>
                    </a:cubicBezTo>
                    <a:cubicBezTo>
                      <a:pt x="518" y="296"/>
                      <a:pt x="437" y="250"/>
                      <a:pt x="353" y="244"/>
                    </a:cubicBezTo>
                    <a:cubicBezTo>
                      <a:pt x="382" y="182"/>
                      <a:pt x="376" y="114"/>
                      <a:pt x="327" y="56"/>
                    </a:cubicBezTo>
                    <a:cubicBezTo>
                      <a:pt x="295" y="17"/>
                      <a:pt x="251" y="0"/>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22"/>
              <p:cNvSpPr/>
              <p:nvPr/>
            </p:nvSpPr>
            <p:spPr>
              <a:xfrm>
                <a:off x="7422721" y="2861438"/>
                <a:ext cx="45115" cy="39402"/>
              </a:xfrm>
              <a:custGeom>
                <a:rect b="b" l="l" r="r" t="t"/>
                <a:pathLst>
                  <a:path extrusionOk="0" h="600" w="687">
                    <a:moveTo>
                      <a:pt x="485" y="1"/>
                    </a:moveTo>
                    <a:cubicBezTo>
                      <a:pt x="376" y="1"/>
                      <a:pt x="266" y="50"/>
                      <a:pt x="182" y="120"/>
                    </a:cubicBezTo>
                    <a:cubicBezTo>
                      <a:pt x="98" y="188"/>
                      <a:pt x="1" y="311"/>
                      <a:pt x="59" y="427"/>
                    </a:cubicBezTo>
                    <a:cubicBezTo>
                      <a:pt x="115" y="537"/>
                      <a:pt x="257" y="599"/>
                      <a:pt x="394" y="599"/>
                    </a:cubicBezTo>
                    <a:cubicBezTo>
                      <a:pt x="502" y="599"/>
                      <a:pt x="607" y="560"/>
                      <a:pt x="661" y="476"/>
                    </a:cubicBezTo>
                    <a:cubicBezTo>
                      <a:pt x="687" y="442"/>
                      <a:pt x="655" y="388"/>
                      <a:pt x="615" y="388"/>
                    </a:cubicBezTo>
                    <a:cubicBezTo>
                      <a:pt x="609" y="388"/>
                      <a:pt x="603" y="389"/>
                      <a:pt x="597" y="392"/>
                    </a:cubicBezTo>
                    <a:cubicBezTo>
                      <a:pt x="532" y="414"/>
                      <a:pt x="483" y="460"/>
                      <a:pt x="409" y="463"/>
                    </a:cubicBezTo>
                    <a:cubicBezTo>
                      <a:pt x="398" y="464"/>
                      <a:pt x="386" y="465"/>
                      <a:pt x="373" y="465"/>
                    </a:cubicBezTo>
                    <a:cubicBezTo>
                      <a:pt x="307" y="465"/>
                      <a:pt x="224" y="443"/>
                      <a:pt x="188" y="392"/>
                    </a:cubicBezTo>
                    <a:cubicBezTo>
                      <a:pt x="127" y="307"/>
                      <a:pt x="253" y="210"/>
                      <a:pt x="311" y="168"/>
                    </a:cubicBezTo>
                    <a:cubicBezTo>
                      <a:pt x="383" y="123"/>
                      <a:pt x="454" y="107"/>
                      <a:pt x="535" y="97"/>
                    </a:cubicBezTo>
                    <a:cubicBezTo>
                      <a:pt x="593" y="87"/>
                      <a:pt x="571" y="6"/>
                      <a:pt x="522" y="3"/>
                    </a:cubicBezTo>
                    <a:cubicBezTo>
                      <a:pt x="510" y="2"/>
                      <a:pt x="497" y="1"/>
                      <a:pt x="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1" name="Google Shape;2601;p22"/>
            <p:cNvGrpSpPr/>
            <p:nvPr/>
          </p:nvGrpSpPr>
          <p:grpSpPr>
            <a:xfrm rot="3247306">
              <a:off x="-272169" y="4160911"/>
              <a:ext cx="765347" cy="971813"/>
              <a:chOff x="7996659" y="1819688"/>
              <a:chExt cx="419434" cy="532584"/>
            </a:xfrm>
          </p:grpSpPr>
          <p:sp>
            <p:nvSpPr>
              <p:cNvPr id="2602" name="Google Shape;2602;p22"/>
              <p:cNvSpPr/>
              <p:nvPr/>
            </p:nvSpPr>
            <p:spPr>
              <a:xfrm>
                <a:off x="7996659" y="1819688"/>
                <a:ext cx="419434" cy="532584"/>
              </a:xfrm>
              <a:custGeom>
                <a:rect b="b" l="l" r="r" t="t"/>
                <a:pathLst>
                  <a:path extrusionOk="0" h="8110" w="6387">
                    <a:moveTo>
                      <a:pt x="3158" y="136"/>
                    </a:moveTo>
                    <a:cubicBezTo>
                      <a:pt x="3547" y="136"/>
                      <a:pt x="3936" y="167"/>
                      <a:pt x="4316" y="246"/>
                    </a:cubicBezTo>
                    <a:cubicBezTo>
                      <a:pt x="4750" y="336"/>
                      <a:pt x="5366" y="485"/>
                      <a:pt x="5647" y="855"/>
                    </a:cubicBezTo>
                    <a:cubicBezTo>
                      <a:pt x="6386" y="1817"/>
                      <a:pt x="3548" y="1992"/>
                      <a:pt x="3078" y="1995"/>
                    </a:cubicBezTo>
                    <a:cubicBezTo>
                      <a:pt x="3044" y="1996"/>
                      <a:pt x="3009" y="1996"/>
                      <a:pt x="2974" y="1996"/>
                    </a:cubicBezTo>
                    <a:cubicBezTo>
                      <a:pt x="2484" y="1996"/>
                      <a:pt x="1994" y="1953"/>
                      <a:pt x="1511" y="1866"/>
                    </a:cubicBezTo>
                    <a:cubicBezTo>
                      <a:pt x="1313" y="1830"/>
                      <a:pt x="769" y="1713"/>
                      <a:pt x="458" y="1493"/>
                    </a:cubicBezTo>
                    <a:cubicBezTo>
                      <a:pt x="399" y="1418"/>
                      <a:pt x="335" y="1344"/>
                      <a:pt x="263" y="1276"/>
                    </a:cubicBezTo>
                    <a:cubicBezTo>
                      <a:pt x="231" y="1208"/>
                      <a:pt x="221" y="1133"/>
                      <a:pt x="247" y="1059"/>
                    </a:cubicBezTo>
                    <a:cubicBezTo>
                      <a:pt x="250" y="1052"/>
                      <a:pt x="254" y="1049"/>
                      <a:pt x="260" y="1039"/>
                    </a:cubicBezTo>
                    <a:cubicBezTo>
                      <a:pt x="684" y="174"/>
                      <a:pt x="2013" y="174"/>
                      <a:pt x="2845" y="142"/>
                    </a:cubicBezTo>
                    <a:cubicBezTo>
                      <a:pt x="2950" y="138"/>
                      <a:pt x="3054" y="136"/>
                      <a:pt x="3158" y="136"/>
                    </a:cubicBezTo>
                    <a:close/>
                    <a:moveTo>
                      <a:pt x="5453" y="1739"/>
                    </a:moveTo>
                    <a:lnTo>
                      <a:pt x="5453" y="1739"/>
                    </a:lnTo>
                    <a:cubicBezTo>
                      <a:pt x="4896" y="2445"/>
                      <a:pt x="4698" y="3349"/>
                      <a:pt x="4701" y="4266"/>
                    </a:cubicBezTo>
                    <a:cubicBezTo>
                      <a:pt x="4685" y="4266"/>
                      <a:pt x="4666" y="4273"/>
                      <a:pt x="4653" y="4289"/>
                    </a:cubicBezTo>
                    <a:cubicBezTo>
                      <a:pt x="4372" y="4750"/>
                      <a:pt x="3818" y="4855"/>
                      <a:pt x="3305" y="4855"/>
                    </a:cubicBezTo>
                    <a:cubicBezTo>
                      <a:pt x="3256" y="4855"/>
                      <a:pt x="3207" y="4854"/>
                      <a:pt x="3159" y="4852"/>
                    </a:cubicBezTo>
                    <a:cubicBezTo>
                      <a:pt x="2631" y="4833"/>
                      <a:pt x="2009" y="4703"/>
                      <a:pt x="1643" y="4292"/>
                    </a:cubicBezTo>
                    <a:cubicBezTo>
                      <a:pt x="1702" y="3813"/>
                      <a:pt x="1559" y="3365"/>
                      <a:pt x="1329" y="2922"/>
                    </a:cubicBezTo>
                    <a:cubicBezTo>
                      <a:pt x="1125" y="2523"/>
                      <a:pt x="918" y="2112"/>
                      <a:pt x="655" y="1742"/>
                    </a:cubicBezTo>
                    <a:lnTo>
                      <a:pt x="655" y="1742"/>
                    </a:lnTo>
                    <a:cubicBezTo>
                      <a:pt x="931" y="1885"/>
                      <a:pt x="1251" y="1950"/>
                      <a:pt x="1543" y="2002"/>
                    </a:cubicBezTo>
                    <a:cubicBezTo>
                      <a:pt x="2039" y="2087"/>
                      <a:pt x="2549" y="2133"/>
                      <a:pt x="3060" y="2133"/>
                    </a:cubicBezTo>
                    <a:cubicBezTo>
                      <a:pt x="3658" y="2133"/>
                      <a:pt x="4256" y="2070"/>
                      <a:pt x="4831" y="1934"/>
                    </a:cubicBezTo>
                    <a:cubicBezTo>
                      <a:pt x="5022" y="1888"/>
                      <a:pt x="5252" y="1830"/>
                      <a:pt x="5453" y="1739"/>
                    </a:cubicBezTo>
                    <a:close/>
                    <a:moveTo>
                      <a:pt x="1627" y="4431"/>
                    </a:moveTo>
                    <a:cubicBezTo>
                      <a:pt x="1983" y="4882"/>
                      <a:pt x="2758" y="4985"/>
                      <a:pt x="3279" y="4985"/>
                    </a:cubicBezTo>
                    <a:cubicBezTo>
                      <a:pt x="3736" y="4985"/>
                      <a:pt x="4462" y="4907"/>
                      <a:pt x="4705" y="4451"/>
                    </a:cubicBezTo>
                    <a:cubicBezTo>
                      <a:pt x="4724" y="4982"/>
                      <a:pt x="4967" y="5432"/>
                      <a:pt x="5252" y="5870"/>
                    </a:cubicBezTo>
                    <a:cubicBezTo>
                      <a:pt x="5408" y="6113"/>
                      <a:pt x="5586" y="6349"/>
                      <a:pt x="5712" y="6615"/>
                    </a:cubicBezTo>
                    <a:cubicBezTo>
                      <a:pt x="5997" y="7191"/>
                      <a:pt x="5615" y="7499"/>
                      <a:pt x="5106" y="7677"/>
                    </a:cubicBezTo>
                    <a:cubicBezTo>
                      <a:pt x="4455" y="7904"/>
                      <a:pt x="3762" y="7975"/>
                      <a:pt x="3072" y="7979"/>
                    </a:cubicBezTo>
                    <a:cubicBezTo>
                      <a:pt x="2992" y="7979"/>
                      <a:pt x="2912" y="7979"/>
                      <a:pt x="2831" y="7979"/>
                    </a:cubicBezTo>
                    <a:cubicBezTo>
                      <a:pt x="2247" y="7979"/>
                      <a:pt x="1634" y="7961"/>
                      <a:pt x="1073" y="7813"/>
                    </a:cubicBezTo>
                    <a:cubicBezTo>
                      <a:pt x="707" y="7716"/>
                      <a:pt x="150" y="7525"/>
                      <a:pt x="241" y="7046"/>
                    </a:cubicBezTo>
                    <a:cubicBezTo>
                      <a:pt x="305" y="6728"/>
                      <a:pt x="548" y="6407"/>
                      <a:pt x="733" y="6145"/>
                    </a:cubicBezTo>
                    <a:cubicBezTo>
                      <a:pt x="1060" y="5662"/>
                      <a:pt x="1417" y="5193"/>
                      <a:pt x="1582" y="4626"/>
                    </a:cubicBezTo>
                    <a:cubicBezTo>
                      <a:pt x="1601" y="4561"/>
                      <a:pt x="1614" y="4496"/>
                      <a:pt x="1627" y="4431"/>
                    </a:cubicBezTo>
                    <a:close/>
                    <a:moveTo>
                      <a:pt x="3211" y="1"/>
                    </a:moveTo>
                    <a:cubicBezTo>
                      <a:pt x="3107" y="1"/>
                      <a:pt x="3005" y="3"/>
                      <a:pt x="2907" y="6"/>
                    </a:cubicBezTo>
                    <a:cubicBezTo>
                      <a:pt x="2356" y="22"/>
                      <a:pt x="1776" y="74"/>
                      <a:pt x="1238" y="200"/>
                    </a:cubicBezTo>
                    <a:cubicBezTo>
                      <a:pt x="782" y="307"/>
                      <a:pt x="357" y="531"/>
                      <a:pt x="156" y="978"/>
                    </a:cubicBezTo>
                    <a:cubicBezTo>
                      <a:pt x="150" y="997"/>
                      <a:pt x="153" y="1017"/>
                      <a:pt x="160" y="1033"/>
                    </a:cubicBezTo>
                    <a:cubicBezTo>
                      <a:pt x="143" y="1085"/>
                      <a:pt x="143" y="1143"/>
                      <a:pt x="156" y="1195"/>
                    </a:cubicBezTo>
                    <a:cubicBezTo>
                      <a:pt x="134" y="1205"/>
                      <a:pt x="114" y="1237"/>
                      <a:pt x="137" y="1263"/>
                    </a:cubicBezTo>
                    <a:lnTo>
                      <a:pt x="234" y="1386"/>
                    </a:lnTo>
                    <a:cubicBezTo>
                      <a:pt x="263" y="1431"/>
                      <a:pt x="296" y="1470"/>
                      <a:pt x="331" y="1506"/>
                    </a:cubicBezTo>
                    <a:cubicBezTo>
                      <a:pt x="704" y="1998"/>
                      <a:pt x="999" y="2536"/>
                      <a:pt x="1271" y="3090"/>
                    </a:cubicBezTo>
                    <a:cubicBezTo>
                      <a:pt x="1653" y="3868"/>
                      <a:pt x="1566" y="4577"/>
                      <a:pt x="1135" y="5309"/>
                    </a:cubicBezTo>
                    <a:cubicBezTo>
                      <a:pt x="820" y="5837"/>
                      <a:pt x="341" y="6326"/>
                      <a:pt x="150" y="6913"/>
                    </a:cubicBezTo>
                    <a:cubicBezTo>
                      <a:pt x="1" y="7376"/>
                      <a:pt x="260" y="7629"/>
                      <a:pt x="665" y="7807"/>
                    </a:cubicBezTo>
                    <a:cubicBezTo>
                      <a:pt x="1242" y="8060"/>
                      <a:pt x="1903" y="8076"/>
                      <a:pt x="2521" y="8098"/>
                    </a:cubicBezTo>
                    <a:cubicBezTo>
                      <a:pt x="2696" y="8105"/>
                      <a:pt x="2871" y="8109"/>
                      <a:pt x="3046" y="8109"/>
                    </a:cubicBezTo>
                    <a:cubicBezTo>
                      <a:pt x="3554" y="8109"/>
                      <a:pt x="4063" y="8075"/>
                      <a:pt x="4559" y="7969"/>
                    </a:cubicBezTo>
                    <a:cubicBezTo>
                      <a:pt x="5000" y="7878"/>
                      <a:pt x="5758" y="7726"/>
                      <a:pt x="5936" y="7230"/>
                    </a:cubicBezTo>
                    <a:cubicBezTo>
                      <a:pt x="6098" y="6761"/>
                      <a:pt x="5664" y="6252"/>
                      <a:pt x="5430" y="5892"/>
                    </a:cubicBezTo>
                    <a:cubicBezTo>
                      <a:pt x="5226" y="5581"/>
                      <a:pt x="5016" y="5261"/>
                      <a:pt x="4912" y="4901"/>
                    </a:cubicBezTo>
                    <a:cubicBezTo>
                      <a:pt x="4802" y="4525"/>
                      <a:pt x="4844" y="4127"/>
                      <a:pt x="4870" y="3738"/>
                    </a:cubicBezTo>
                    <a:cubicBezTo>
                      <a:pt x="4941" y="2873"/>
                      <a:pt x="5200" y="2115"/>
                      <a:pt x="5842" y="1506"/>
                    </a:cubicBezTo>
                    <a:cubicBezTo>
                      <a:pt x="5874" y="1480"/>
                      <a:pt x="5868" y="1438"/>
                      <a:pt x="5842" y="1415"/>
                    </a:cubicBezTo>
                    <a:cubicBezTo>
                      <a:pt x="6014" y="1127"/>
                      <a:pt x="5852" y="819"/>
                      <a:pt x="5612" y="625"/>
                    </a:cubicBezTo>
                    <a:cubicBezTo>
                      <a:pt x="4988" y="119"/>
                      <a:pt x="4026" y="1"/>
                      <a:pt x="32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22"/>
              <p:cNvSpPr/>
              <p:nvPr/>
            </p:nvSpPr>
            <p:spPr>
              <a:xfrm>
                <a:off x="8107507" y="2077631"/>
                <a:ext cx="23510" cy="12346"/>
              </a:xfrm>
              <a:custGeom>
                <a:rect b="b" l="l" r="r" t="t"/>
                <a:pathLst>
                  <a:path extrusionOk="0" h="188" w="358">
                    <a:moveTo>
                      <a:pt x="290" y="1"/>
                    </a:moveTo>
                    <a:cubicBezTo>
                      <a:pt x="285" y="1"/>
                      <a:pt x="279" y="2"/>
                      <a:pt x="273" y="4"/>
                    </a:cubicBezTo>
                    <a:cubicBezTo>
                      <a:pt x="192" y="40"/>
                      <a:pt x="104" y="82"/>
                      <a:pt x="30" y="121"/>
                    </a:cubicBezTo>
                    <a:cubicBezTo>
                      <a:pt x="1" y="141"/>
                      <a:pt x="13" y="188"/>
                      <a:pt x="44" y="188"/>
                    </a:cubicBezTo>
                    <a:cubicBezTo>
                      <a:pt x="48" y="188"/>
                      <a:pt x="52" y="187"/>
                      <a:pt x="56" y="186"/>
                    </a:cubicBezTo>
                    <a:cubicBezTo>
                      <a:pt x="146" y="153"/>
                      <a:pt x="231" y="118"/>
                      <a:pt x="315" y="79"/>
                    </a:cubicBezTo>
                    <a:cubicBezTo>
                      <a:pt x="358" y="56"/>
                      <a:pt x="330" y="1"/>
                      <a:pt x="2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22"/>
              <p:cNvSpPr/>
              <p:nvPr/>
            </p:nvSpPr>
            <p:spPr>
              <a:xfrm>
                <a:off x="8140472" y="2069947"/>
                <a:ext cx="31981" cy="10113"/>
              </a:xfrm>
              <a:custGeom>
                <a:rect b="b" l="l" r="r" t="t"/>
                <a:pathLst>
                  <a:path extrusionOk="0" h="154" w="487">
                    <a:moveTo>
                      <a:pt x="419" y="1"/>
                    </a:moveTo>
                    <a:cubicBezTo>
                      <a:pt x="415" y="1"/>
                      <a:pt x="412" y="1"/>
                      <a:pt x="409" y="2"/>
                    </a:cubicBezTo>
                    <a:cubicBezTo>
                      <a:pt x="283" y="18"/>
                      <a:pt x="153" y="50"/>
                      <a:pt x="33" y="89"/>
                    </a:cubicBezTo>
                    <a:cubicBezTo>
                      <a:pt x="2" y="102"/>
                      <a:pt x="1" y="154"/>
                      <a:pt x="36" y="154"/>
                    </a:cubicBezTo>
                    <a:cubicBezTo>
                      <a:pt x="38" y="154"/>
                      <a:pt x="39" y="154"/>
                      <a:pt x="40" y="154"/>
                    </a:cubicBezTo>
                    <a:cubicBezTo>
                      <a:pt x="169" y="144"/>
                      <a:pt x="309" y="121"/>
                      <a:pt x="435" y="86"/>
                    </a:cubicBezTo>
                    <a:cubicBezTo>
                      <a:pt x="487" y="74"/>
                      <a:pt x="470" y="1"/>
                      <a:pt x="4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22"/>
              <p:cNvSpPr/>
              <p:nvPr/>
            </p:nvSpPr>
            <p:spPr>
              <a:xfrm>
                <a:off x="8189854" y="2068306"/>
                <a:ext cx="32638" cy="6304"/>
              </a:xfrm>
              <a:custGeom>
                <a:rect b="b" l="l" r="r" t="t"/>
                <a:pathLst>
                  <a:path extrusionOk="0" h="96" w="497">
                    <a:moveTo>
                      <a:pt x="431" y="1"/>
                    </a:moveTo>
                    <a:cubicBezTo>
                      <a:pt x="305" y="1"/>
                      <a:pt x="175" y="4"/>
                      <a:pt x="49" y="10"/>
                    </a:cubicBezTo>
                    <a:cubicBezTo>
                      <a:pt x="0" y="10"/>
                      <a:pt x="0" y="85"/>
                      <a:pt x="49" y="85"/>
                    </a:cubicBezTo>
                    <a:cubicBezTo>
                      <a:pt x="152" y="90"/>
                      <a:pt x="257" y="95"/>
                      <a:pt x="361" y="95"/>
                    </a:cubicBezTo>
                    <a:cubicBezTo>
                      <a:pt x="385" y="95"/>
                      <a:pt x="408" y="95"/>
                      <a:pt x="431" y="95"/>
                    </a:cubicBezTo>
                    <a:cubicBezTo>
                      <a:pt x="432" y="95"/>
                      <a:pt x="433" y="95"/>
                      <a:pt x="435" y="95"/>
                    </a:cubicBezTo>
                    <a:cubicBezTo>
                      <a:pt x="496" y="95"/>
                      <a:pt x="495" y="4"/>
                      <a:pt x="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22"/>
              <p:cNvSpPr/>
              <p:nvPr/>
            </p:nvSpPr>
            <p:spPr>
              <a:xfrm>
                <a:off x="8236544" y="2072114"/>
                <a:ext cx="29092" cy="11624"/>
              </a:xfrm>
              <a:custGeom>
                <a:rect b="b" l="l" r="r" t="t"/>
                <a:pathLst>
                  <a:path extrusionOk="0" h="177" w="443">
                    <a:moveTo>
                      <a:pt x="52" y="1"/>
                    </a:moveTo>
                    <a:cubicBezTo>
                      <a:pt x="11" y="1"/>
                      <a:pt x="1" y="73"/>
                      <a:pt x="44" y="82"/>
                    </a:cubicBezTo>
                    <a:cubicBezTo>
                      <a:pt x="154" y="101"/>
                      <a:pt x="255" y="134"/>
                      <a:pt x="355" y="173"/>
                    </a:cubicBezTo>
                    <a:cubicBezTo>
                      <a:pt x="363" y="176"/>
                      <a:pt x="370" y="177"/>
                      <a:pt x="377" y="177"/>
                    </a:cubicBezTo>
                    <a:cubicBezTo>
                      <a:pt x="428" y="177"/>
                      <a:pt x="442" y="95"/>
                      <a:pt x="388" y="72"/>
                    </a:cubicBezTo>
                    <a:cubicBezTo>
                      <a:pt x="284" y="27"/>
                      <a:pt x="171" y="7"/>
                      <a:pt x="57" y="1"/>
                    </a:cubicBezTo>
                    <a:cubicBezTo>
                      <a:pt x="55" y="1"/>
                      <a:pt x="54"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22"/>
              <p:cNvSpPr/>
              <p:nvPr/>
            </p:nvSpPr>
            <p:spPr>
              <a:xfrm>
                <a:off x="8273450" y="2083869"/>
                <a:ext cx="26662" cy="19110"/>
              </a:xfrm>
              <a:custGeom>
                <a:rect b="b" l="l" r="r" t="t"/>
                <a:pathLst>
                  <a:path extrusionOk="0" h="291" w="406">
                    <a:moveTo>
                      <a:pt x="56" y="0"/>
                    </a:moveTo>
                    <a:cubicBezTo>
                      <a:pt x="1" y="0"/>
                      <a:pt x="1" y="84"/>
                      <a:pt x="56" y="88"/>
                    </a:cubicBezTo>
                    <a:cubicBezTo>
                      <a:pt x="169" y="101"/>
                      <a:pt x="234" y="172"/>
                      <a:pt x="292" y="266"/>
                    </a:cubicBezTo>
                    <a:cubicBezTo>
                      <a:pt x="302" y="283"/>
                      <a:pt x="319" y="291"/>
                      <a:pt x="336" y="291"/>
                    </a:cubicBezTo>
                    <a:cubicBezTo>
                      <a:pt x="370" y="291"/>
                      <a:pt x="405" y="261"/>
                      <a:pt x="393" y="220"/>
                    </a:cubicBezTo>
                    <a:cubicBezTo>
                      <a:pt x="347" y="84"/>
                      <a:pt x="195"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22"/>
              <p:cNvSpPr/>
              <p:nvPr/>
            </p:nvSpPr>
            <p:spPr>
              <a:xfrm>
                <a:off x="8016425" y="2252832"/>
                <a:ext cx="29157" cy="21474"/>
              </a:xfrm>
              <a:custGeom>
                <a:rect b="b" l="l" r="r" t="t"/>
                <a:pathLst>
                  <a:path extrusionOk="0" h="327" w="444">
                    <a:moveTo>
                      <a:pt x="376" y="0"/>
                    </a:moveTo>
                    <a:cubicBezTo>
                      <a:pt x="369" y="0"/>
                      <a:pt x="362" y="2"/>
                      <a:pt x="354" y="6"/>
                    </a:cubicBezTo>
                    <a:cubicBezTo>
                      <a:pt x="225" y="67"/>
                      <a:pt x="111" y="165"/>
                      <a:pt x="17" y="271"/>
                    </a:cubicBezTo>
                    <a:cubicBezTo>
                      <a:pt x="0" y="296"/>
                      <a:pt x="17" y="327"/>
                      <a:pt x="40" y="327"/>
                    </a:cubicBezTo>
                    <a:cubicBezTo>
                      <a:pt x="47" y="327"/>
                      <a:pt x="55" y="324"/>
                      <a:pt x="63" y="317"/>
                    </a:cubicBezTo>
                    <a:cubicBezTo>
                      <a:pt x="170" y="223"/>
                      <a:pt x="277" y="152"/>
                      <a:pt x="400" y="84"/>
                    </a:cubicBezTo>
                    <a:cubicBezTo>
                      <a:pt x="444" y="59"/>
                      <a:pt x="417" y="0"/>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22"/>
              <p:cNvSpPr/>
              <p:nvPr/>
            </p:nvSpPr>
            <p:spPr>
              <a:xfrm>
                <a:off x="8061342" y="2237597"/>
                <a:ext cx="38811" cy="13594"/>
              </a:xfrm>
              <a:custGeom>
                <a:rect b="b" l="l" r="r" t="t"/>
                <a:pathLst>
                  <a:path extrusionOk="0" h="207" w="591">
                    <a:moveTo>
                      <a:pt x="522" y="0"/>
                    </a:moveTo>
                    <a:cubicBezTo>
                      <a:pt x="519" y="0"/>
                      <a:pt x="516" y="1"/>
                      <a:pt x="513" y="1"/>
                    </a:cubicBezTo>
                    <a:cubicBezTo>
                      <a:pt x="354" y="40"/>
                      <a:pt x="202" y="86"/>
                      <a:pt x="46" y="131"/>
                    </a:cubicBezTo>
                    <a:cubicBezTo>
                      <a:pt x="1" y="143"/>
                      <a:pt x="18" y="206"/>
                      <a:pt x="60" y="206"/>
                    </a:cubicBezTo>
                    <a:cubicBezTo>
                      <a:pt x="63" y="206"/>
                      <a:pt x="66" y="206"/>
                      <a:pt x="69" y="205"/>
                    </a:cubicBezTo>
                    <a:cubicBezTo>
                      <a:pt x="224" y="166"/>
                      <a:pt x="383" y="134"/>
                      <a:pt x="538" y="92"/>
                    </a:cubicBezTo>
                    <a:cubicBezTo>
                      <a:pt x="591" y="77"/>
                      <a:pt x="573" y="0"/>
                      <a:pt x="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22"/>
              <p:cNvSpPr/>
              <p:nvPr/>
            </p:nvSpPr>
            <p:spPr>
              <a:xfrm>
                <a:off x="8124974" y="2231884"/>
                <a:ext cx="36907" cy="7552"/>
              </a:xfrm>
              <a:custGeom>
                <a:rect b="b" l="l" r="r" t="t"/>
                <a:pathLst>
                  <a:path extrusionOk="0" h="115" w="562">
                    <a:moveTo>
                      <a:pt x="507" y="0"/>
                    </a:moveTo>
                    <a:cubicBezTo>
                      <a:pt x="504" y="0"/>
                      <a:pt x="502" y="0"/>
                      <a:pt x="499" y="1"/>
                    </a:cubicBezTo>
                    <a:cubicBezTo>
                      <a:pt x="350" y="17"/>
                      <a:pt x="204" y="36"/>
                      <a:pt x="49" y="36"/>
                    </a:cubicBezTo>
                    <a:cubicBezTo>
                      <a:pt x="0" y="36"/>
                      <a:pt x="0" y="104"/>
                      <a:pt x="49" y="111"/>
                    </a:cubicBezTo>
                    <a:cubicBezTo>
                      <a:pt x="103" y="113"/>
                      <a:pt x="157" y="115"/>
                      <a:pt x="211" y="115"/>
                    </a:cubicBezTo>
                    <a:cubicBezTo>
                      <a:pt x="311" y="115"/>
                      <a:pt x="411" y="110"/>
                      <a:pt x="512" y="95"/>
                    </a:cubicBezTo>
                    <a:cubicBezTo>
                      <a:pt x="561" y="86"/>
                      <a:pt x="552" y="0"/>
                      <a:pt x="5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22"/>
              <p:cNvSpPr/>
              <p:nvPr/>
            </p:nvSpPr>
            <p:spPr>
              <a:xfrm>
                <a:off x="8183485" y="2230439"/>
                <a:ext cx="40321" cy="7946"/>
              </a:xfrm>
              <a:custGeom>
                <a:rect b="b" l="l" r="r" t="t"/>
                <a:pathLst>
                  <a:path extrusionOk="0" h="121" w="614">
                    <a:moveTo>
                      <a:pt x="238" y="1"/>
                    </a:moveTo>
                    <a:cubicBezTo>
                      <a:pt x="178" y="1"/>
                      <a:pt x="118" y="3"/>
                      <a:pt x="59" y="7"/>
                    </a:cubicBezTo>
                    <a:cubicBezTo>
                      <a:pt x="1" y="10"/>
                      <a:pt x="0" y="91"/>
                      <a:pt x="55" y="91"/>
                    </a:cubicBezTo>
                    <a:cubicBezTo>
                      <a:pt x="56" y="91"/>
                      <a:pt x="57" y="91"/>
                      <a:pt x="59" y="91"/>
                    </a:cubicBezTo>
                    <a:cubicBezTo>
                      <a:pt x="71" y="91"/>
                      <a:pt x="83" y="90"/>
                      <a:pt x="96" y="90"/>
                    </a:cubicBezTo>
                    <a:cubicBezTo>
                      <a:pt x="248" y="90"/>
                      <a:pt x="398" y="108"/>
                      <a:pt x="551" y="120"/>
                    </a:cubicBezTo>
                    <a:cubicBezTo>
                      <a:pt x="553" y="120"/>
                      <a:pt x="555" y="120"/>
                      <a:pt x="557" y="120"/>
                    </a:cubicBezTo>
                    <a:cubicBezTo>
                      <a:pt x="607" y="120"/>
                      <a:pt x="614" y="42"/>
                      <a:pt x="564" y="29"/>
                    </a:cubicBezTo>
                    <a:cubicBezTo>
                      <a:pt x="457" y="8"/>
                      <a:pt x="348" y="1"/>
                      <a:pt x="2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22"/>
              <p:cNvSpPr/>
              <p:nvPr/>
            </p:nvSpPr>
            <p:spPr>
              <a:xfrm>
                <a:off x="8245738" y="2233591"/>
                <a:ext cx="37629" cy="12215"/>
              </a:xfrm>
              <a:custGeom>
                <a:rect b="b" l="l" r="r" t="t"/>
                <a:pathLst>
                  <a:path extrusionOk="0" h="186" w="573">
                    <a:moveTo>
                      <a:pt x="60" y="0"/>
                    </a:moveTo>
                    <a:cubicBezTo>
                      <a:pt x="16" y="0"/>
                      <a:pt x="0" y="63"/>
                      <a:pt x="47" y="78"/>
                    </a:cubicBezTo>
                    <a:cubicBezTo>
                      <a:pt x="193" y="117"/>
                      <a:pt x="342" y="159"/>
                      <a:pt x="491" y="185"/>
                    </a:cubicBezTo>
                    <a:cubicBezTo>
                      <a:pt x="493" y="186"/>
                      <a:pt x="495" y="186"/>
                      <a:pt x="497" y="186"/>
                    </a:cubicBezTo>
                    <a:cubicBezTo>
                      <a:pt x="551" y="186"/>
                      <a:pt x="573" y="107"/>
                      <a:pt x="517" y="91"/>
                    </a:cubicBezTo>
                    <a:cubicBezTo>
                      <a:pt x="371" y="53"/>
                      <a:pt x="215" y="30"/>
                      <a:pt x="66" y="1"/>
                    </a:cubicBezTo>
                    <a:cubicBezTo>
                      <a:pt x="64"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22"/>
              <p:cNvSpPr/>
              <p:nvPr/>
            </p:nvSpPr>
            <p:spPr>
              <a:xfrm>
                <a:off x="8302409" y="2246593"/>
                <a:ext cx="29814" cy="13331"/>
              </a:xfrm>
              <a:custGeom>
                <a:rect b="b" l="l" r="r" t="t"/>
                <a:pathLst>
                  <a:path extrusionOk="0" h="203" w="454">
                    <a:moveTo>
                      <a:pt x="56" y="0"/>
                    </a:moveTo>
                    <a:cubicBezTo>
                      <a:pt x="0" y="0"/>
                      <a:pt x="2" y="88"/>
                      <a:pt x="62" y="98"/>
                    </a:cubicBezTo>
                    <a:cubicBezTo>
                      <a:pt x="165" y="104"/>
                      <a:pt x="256" y="140"/>
                      <a:pt x="344" y="195"/>
                    </a:cubicBezTo>
                    <a:cubicBezTo>
                      <a:pt x="354" y="200"/>
                      <a:pt x="363" y="203"/>
                      <a:pt x="373" y="203"/>
                    </a:cubicBezTo>
                    <a:cubicBezTo>
                      <a:pt x="423" y="203"/>
                      <a:pt x="454" y="131"/>
                      <a:pt x="402" y="101"/>
                    </a:cubicBezTo>
                    <a:cubicBezTo>
                      <a:pt x="301" y="36"/>
                      <a:pt x="182" y="7"/>
                      <a:pt x="62" y="0"/>
                    </a:cubicBezTo>
                    <a:cubicBezTo>
                      <a:pt x="60" y="0"/>
                      <a:pt x="58"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22"/>
              <p:cNvSpPr/>
              <p:nvPr/>
            </p:nvSpPr>
            <p:spPr>
              <a:xfrm>
                <a:off x="8339774" y="2264455"/>
                <a:ext cx="32966" cy="21540"/>
              </a:xfrm>
              <a:custGeom>
                <a:rect b="b" l="l" r="r" t="t"/>
                <a:pathLst>
                  <a:path extrusionOk="0" h="328" w="502">
                    <a:moveTo>
                      <a:pt x="55" y="0"/>
                    </a:moveTo>
                    <a:cubicBezTo>
                      <a:pt x="11" y="0"/>
                      <a:pt x="1" y="74"/>
                      <a:pt x="47" y="91"/>
                    </a:cubicBezTo>
                    <a:cubicBezTo>
                      <a:pt x="179" y="143"/>
                      <a:pt x="273" y="221"/>
                      <a:pt x="380" y="311"/>
                    </a:cubicBezTo>
                    <a:cubicBezTo>
                      <a:pt x="392" y="323"/>
                      <a:pt x="405" y="327"/>
                      <a:pt x="418" y="327"/>
                    </a:cubicBezTo>
                    <a:cubicBezTo>
                      <a:pt x="462" y="327"/>
                      <a:pt x="501" y="273"/>
                      <a:pt x="461" y="230"/>
                    </a:cubicBezTo>
                    <a:cubicBezTo>
                      <a:pt x="358" y="124"/>
                      <a:pt x="209" y="49"/>
                      <a:pt x="73" y="4"/>
                    </a:cubicBezTo>
                    <a:cubicBezTo>
                      <a:pt x="66" y="1"/>
                      <a:pt x="60"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15" name="Google Shape;2615;p22"/>
            <p:cNvSpPr/>
            <p:nvPr/>
          </p:nvSpPr>
          <p:spPr>
            <a:xfrm rot="1928001">
              <a:off x="-208619" y="2697056"/>
              <a:ext cx="766803" cy="785631"/>
            </a:xfrm>
            <a:custGeom>
              <a:rect b="b" l="l" r="r" t="t"/>
              <a:pathLst>
                <a:path extrusionOk="0" h="6556" w="6399">
                  <a:moveTo>
                    <a:pt x="4209" y="1"/>
                  </a:moveTo>
                  <a:cubicBezTo>
                    <a:pt x="4183" y="1"/>
                    <a:pt x="4161" y="15"/>
                    <a:pt x="4157" y="50"/>
                  </a:cubicBezTo>
                  <a:cubicBezTo>
                    <a:pt x="4034" y="948"/>
                    <a:pt x="3930" y="1851"/>
                    <a:pt x="3787" y="2749"/>
                  </a:cubicBezTo>
                  <a:cubicBezTo>
                    <a:pt x="3726" y="3134"/>
                    <a:pt x="3655" y="3523"/>
                    <a:pt x="3528" y="3892"/>
                  </a:cubicBezTo>
                  <a:cubicBezTo>
                    <a:pt x="3428" y="4194"/>
                    <a:pt x="3140" y="4929"/>
                    <a:pt x="2735" y="5071"/>
                  </a:cubicBezTo>
                  <a:cubicBezTo>
                    <a:pt x="2783" y="3656"/>
                    <a:pt x="2913" y="2243"/>
                    <a:pt x="2816" y="831"/>
                  </a:cubicBezTo>
                  <a:lnTo>
                    <a:pt x="2816" y="831"/>
                  </a:lnTo>
                  <a:cubicBezTo>
                    <a:pt x="2845" y="883"/>
                    <a:pt x="2867" y="935"/>
                    <a:pt x="2890" y="993"/>
                  </a:cubicBezTo>
                  <a:cubicBezTo>
                    <a:pt x="2900" y="1024"/>
                    <a:pt x="2927" y="1037"/>
                    <a:pt x="2953" y="1037"/>
                  </a:cubicBezTo>
                  <a:cubicBezTo>
                    <a:pt x="2993" y="1037"/>
                    <a:pt x="3033" y="1006"/>
                    <a:pt x="3013" y="957"/>
                  </a:cubicBezTo>
                  <a:cubicBezTo>
                    <a:pt x="2961" y="815"/>
                    <a:pt x="2893" y="698"/>
                    <a:pt x="2799" y="575"/>
                  </a:cubicBezTo>
                  <a:cubicBezTo>
                    <a:pt x="2797" y="540"/>
                    <a:pt x="2761" y="510"/>
                    <a:pt x="2726" y="510"/>
                  </a:cubicBezTo>
                  <a:cubicBezTo>
                    <a:pt x="2707" y="510"/>
                    <a:pt x="2688" y="519"/>
                    <a:pt x="2676" y="543"/>
                  </a:cubicBezTo>
                  <a:cubicBezTo>
                    <a:pt x="2589" y="724"/>
                    <a:pt x="2498" y="909"/>
                    <a:pt x="2414" y="1090"/>
                  </a:cubicBezTo>
                  <a:cubicBezTo>
                    <a:pt x="2390" y="1143"/>
                    <a:pt x="2433" y="1190"/>
                    <a:pt x="2475" y="1190"/>
                  </a:cubicBezTo>
                  <a:cubicBezTo>
                    <a:pt x="2495" y="1190"/>
                    <a:pt x="2515" y="1180"/>
                    <a:pt x="2527" y="1155"/>
                  </a:cubicBezTo>
                  <a:cubicBezTo>
                    <a:pt x="2579" y="1058"/>
                    <a:pt x="2637" y="960"/>
                    <a:pt x="2689" y="863"/>
                  </a:cubicBezTo>
                  <a:lnTo>
                    <a:pt x="2689" y="863"/>
                  </a:lnTo>
                  <a:cubicBezTo>
                    <a:pt x="2773" y="2269"/>
                    <a:pt x="2586" y="3682"/>
                    <a:pt x="2579" y="5091"/>
                  </a:cubicBezTo>
                  <a:cubicBezTo>
                    <a:pt x="2524" y="5088"/>
                    <a:pt x="2472" y="5075"/>
                    <a:pt x="2411" y="5046"/>
                  </a:cubicBezTo>
                  <a:cubicBezTo>
                    <a:pt x="2229" y="4958"/>
                    <a:pt x="2090" y="4650"/>
                    <a:pt x="1993" y="4479"/>
                  </a:cubicBezTo>
                  <a:cubicBezTo>
                    <a:pt x="1889" y="4297"/>
                    <a:pt x="1795" y="4109"/>
                    <a:pt x="1704" y="3921"/>
                  </a:cubicBezTo>
                  <a:cubicBezTo>
                    <a:pt x="1523" y="3526"/>
                    <a:pt x="1374" y="3118"/>
                    <a:pt x="1261" y="2700"/>
                  </a:cubicBezTo>
                  <a:cubicBezTo>
                    <a:pt x="1031" y="1855"/>
                    <a:pt x="950" y="980"/>
                    <a:pt x="995" y="105"/>
                  </a:cubicBezTo>
                  <a:cubicBezTo>
                    <a:pt x="997" y="86"/>
                    <a:pt x="981" y="76"/>
                    <a:pt x="965" y="76"/>
                  </a:cubicBezTo>
                  <a:cubicBezTo>
                    <a:pt x="949" y="76"/>
                    <a:pt x="932" y="86"/>
                    <a:pt x="930" y="105"/>
                  </a:cubicBezTo>
                  <a:cubicBezTo>
                    <a:pt x="833" y="1103"/>
                    <a:pt x="946" y="2107"/>
                    <a:pt x="1244" y="3063"/>
                  </a:cubicBezTo>
                  <a:cubicBezTo>
                    <a:pt x="1390" y="3523"/>
                    <a:pt x="1578" y="3970"/>
                    <a:pt x="1808" y="4394"/>
                  </a:cubicBezTo>
                  <a:cubicBezTo>
                    <a:pt x="1921" y="4605"/>
                    <a:pt x="2067" y="4942"/>
                    <a:pt x="2291" y="5114"/>
                  </a:cubicBezTo>
                  <a:cubicBezTo>
                    <a:pt x="1546" y="5084"/>
                    <a:pt x="794" y="5052"/>
                    <a:pt x="49" y="5016"/>
                  </a:cubicBezTo>
                  <a:cubicBezTo>
                    <a:pt x="48" y="5016"/>
                    <a:pt x="47" y="5016"/>
                    <a:pt x="46" y="5016"/>
                  </a:cubicBezTo>
                  <a:cubicBezTo>
                    <a:pt x="0" y="5016"/>
                    <a:pt x="1" y="5091"/>
                    <a:pt x="49" y="5094"/>
                  </a:cubicBezTo>
                  <a:cubicBezTo>
                    <a:pt x="891" y="5175"/>
                    <a:pt x="1740" y="5227"/>
                    <a:pt x="2586" y="5269"/>
                  </a:cubicBezTo>
                  <a:cubicBezTo>
                    <a:pt x="2589" y="5690"/>
                    <a:pt x="2608" y="6108"/>
                    <a:pt x="2663" y="6523"/>
                  </a:cubicBezTo>
                  <a:cubicBezTo>
                    <a:pt x="2665" y="6544"/>
                    <a:pt x="2683" y="6556"/>
                    <a:pt x="2699" y="6556"/>
                  </a:cubicBezTo>
                  <a:cubicBezTo>
                    <a:pt x="2715" y="6556"/>
                    <a:pt x="2730" y="6545"/>
                    <a:pt x="2728" y="6523"/>
                  </a:cubicBezTo>
                  <a:cubicBezTo>
                    <a:pt x="2715" y="6108"/>
                    <a:pt x="2718" y="5690"/>
                    <a:pt x="2731" y="5272"/>
                  </a:cubicBezTo>
                  <a:cubicBezTo>
                    <a:pt x="3836" y="5321"/>
                    <a:pt x="4941" y="5337"/>
                    <a:pt x="6049" y="5347"/>
                  </a:cubicBezTo>
                  <a:cubicBezTo>
                    <a:pt x="6026" y="5363"/>
                    <a:pt x="6007" y="5373"/>
                    <a:pt x="5987" y="5389"/>
                  </a:cubicBezTo>
                  <a:cubicBezTo>
                    <a:pt x="5880" y="5450"/>
                    <a:pt x="5777" y="5515"/>
                    <a:pt x="5666" y="5577"/>
                  </a:cubicBezTo>
                  <a:cubicBezTo>
                    <a:pt x="5605" y="5616"/>
                    <a:pt x="5644" y="5698"/>
                    <a:pt x="5704" y="5698"/>
                  </a:cubicBezTo>
                  <a:cubicBezTo>
                    <a:pt x="5713" y="5698"/>
                    <a:pt x="5724" y="5695"/>
                    <a:pt x="5734" y="5690"/>
                  </a:cubicBezTo>
                  <a:cubicBezTo>
                    <a:pt x="5854" y="5632"/>
                    <a:pt x="5961" y="5567"/>
                    <a:pt x="6068" y="5496"/>
                  </a:cubicBezTo>
                  <a:lnTo>
                    <a:pt x="6334" y="5337"/>
                  </a:lnTo>
                  <a:cubicBezTo>
                    <a:pt x="6373" y="5318"/>
                    <a:pt x="6376" y="5272"/>
                    <a:pt x="6356" y="5243"/>
                  </a:cubicBezTo>
                  <a:lnTo>
                    <a:pt x="6373" y="5227"/>
                  </a:lnTo>
                  <a:cubicBezTo>
                    <a:pt x="6399" y="5191"/>
                    <a:pt x="6399" y="5139"/>
                    <a:pt x="6360" y="5120"/>
                  </a:cubicBezTo>
                  <a:cubicBezTo>
                    <a:pt x="6204" y="5042"/>
                    <a:pt x="6052" y="4987"/>
                    <a:pt x="5880" y="4958"/>
                  </a:cubicBezTo>
                  <a:cubicBezTo>
                    <a:pt x="5875" y="4957"/>
                    <a:pt x="5871" y="4957"/>
                    <a:pt x="5866" y="4957"/>
                  </a:cubicBezTo>
                  <a:cubicBezTo>
                    <a:pt x="5793" y="4957"/>
                    <a:pt x="5768" y="5072"/>
                    <a:pt x="5845" y="5088"/>
                  </a:cubicBezTo>
                  <a:cubicBezTo>
                    <a:pt x="5974" y="5110"/>
                    <a:pt x="6091" y="5149"/>
                    <a:pt x="6214" y="5201"/>
                  </a:cubicBezTo>
                  <a:lnTo>
                    <a:pt x="6201" y="5214"/>
                  </a:lnTo>
                  <a:cubicBezTo>
                    <a:pt x="5090" y="5208"/>
                    <a:pt x="3985" y="5175"/>
                    <a:pt x="2880" y="5136"/>
                  </a:cubicBezTo>
                  <a:cubicBezTo>
                    <a:pt x="3039" y="5039"/>
                    <a:pt x="3169" y="4877"/>
                    <a:pt x="3266" y="4735"/>
                  </a:cubicBezTo>
                  <a:cubicBezTo>
                    <a:pt x="3538" y="4333"/>
                    <a:pt x="3700" y="3863"/>
                    <a:pt x="3804" y="3393"/>
                  </a:cubicBezTo>
                  <a:cubicBezTo>
                    <a:pt x="4050" y="2311"/>
                    <a:pt x="4134" y="1184"/>
                    <a:pt x="4286" y="86"/>
                  </a:cubicBezTo>
                  <a:cubicBezTo>
                    <a:pt x="4292" y="35"/>
                    <a:pt x="4247" y="1"/>
                    <a:pt x="42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16" name="Google Shape;2616;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617" name="Shape 2617"/>
        <p:cNvGrpSpPr/>
        <p:nvPr/>
      </p:nvGrpSpPr>
      <p:grpSpPr>
        <a:xfrm>
          <a:off x="0" y="0"/>
          <a:ext cx="0" cy="0"/>
          <a:chOff x="0" y="0"/>
          <a:chExt cx="0" cy="0"/>
        </a:xfrm>
      </p:grpSpPr>
      <p:pic>
        <p:nvPicPr>
          <p:cNvPr id="2618" name="Google Shape;2618;p23"/>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619" name="Google Shape;2619;p23"/>
          <p:cNvGrpSpPr/>
          <p:nvPr/>
        </p:nvGrpSpPr>
        <p:grpSpPr>
          <a:xfrm>
            <a:off x="-110445" y="1027907"/>
            <a:ext cx="9484940" cy="4005752"/>
            <a:chOff x="-110445" y="1027907"/>
            <a:chExt cx="9484940" cy="4005752"/>
          </a:xfrm>
        </p:grpSpPr>
        <p:grpSp>
          <p:nvGrpSpPr>
            <p:cNvPr id="2620" name="Google Shape;2620;p23"/>
            <p:cNvGrpSpPr/>
            <p:nvPr/>
          </p:nvGrpSpPr>
          <p:grpSpPr>
            <a:xfrm rot="-1642561">
              <a:off x="-90739" y="1934609"/>
              <a:ext cx="716189" cy="260136"/>
              <a:chOff x="3720033" y="657636"/>
              <a:chExt cx="380942" cy="138367"/>
            </a:xfrm>
          </p:grpSpPr>
          <p:sp>
            <p:nvSpPr>
              <p:cNvPr id="2621" name="Google Shape;2621;p23"/>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23"/>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23"/>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23"/>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23"/>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23"/>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7" name="Google Shape;2627;p23"/>
            <p:cNvGrpSpPr/>
            <p:nvPr/>
          </p:nvGrpSpPr>
          <p:grpSpPr>
            <a:xfrm rot="-1486432">
              <a:off x="8863354" y="1102161"/>
              <a:ext cx="406547" cy="237410"/>
              <a:chOff x="5999959" y="663349"/>
              <a:chExt cx="216246" cy="126280"/>
            </a:xfrm>
          </p:grpSpPr>
          <p:sp>
            <p:nvSpPr>
              <p:cNvPr id="2628" name="Google Shape;2628;p23"/>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23"/>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23"/>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23"/>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23"/>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23"/>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23"/>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5" name="Google Shape;2635;p23"/>
            <p:cNvGrpSpPr/>
            <p:nvPr/>
          </p:nvGrpSpPr>
          <p:grpSpPr>
            <a:xfrm rot="-644671">
              <a:off x="8082337" y="4635184"/>
              <a:ext cx="1277081" cy="281902"/>
              <a:chOff x="7968422" y="675563"/>
              <a:chExt cx="462304" cy="102049"/>
            </a:xfrm>
          </p:grpSpPr>
          <p:sp>
            <p:nvSpPr>
              <p:cNvPr id="2636" name="Google Shape;2636;p23"/>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23"/>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23"/>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23"/>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23"/>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23"/>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23"/>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23"/>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23"/>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23"/>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23"/>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23"/>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23"/>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649" name="Google Shape;2649;p23"/>
          <p:cNvGrpSpPr/>
          <p:nvPr/>
        </p:nvGrpSpPr>
        <p:grpSpPr>
          <a:xfrm>
            <a:off x="-264927" y="-483512"/>
            <a:ext cx="10031370" cy="4988516"/>
            <a:chOff x="-264927" y="-483512"/>
            <a:chExt cx="10031370" cy="4988516"/>
          </a:xfrm>
        </p:grpSpPr>
        <p:grpSp>
          <p:nvGrpSpPr>
            <p:cNvPr id="2650" name="Google Shape;2650;p23"/>
            <p:cNvGrpSpPr/>
            <p:nvPr/>
          </p:nvGrpSpPr>
          <p:grpSpPr>
            <a:xfrm rot="1189040">
              <a:off x="216421" y="-333709"/>
              <a:ext cx="993600" cy="628938"/>
              <a:chOff x="4808808" y="1957984"/>
              <a:chExt cx="404920" cy="256310"/>
            </a:xfrm>
          </p:grpSpPr>
          <p:sp>
            <p:nvSpPr>
              <p:cNvPr id="2651" name="Google Shape;2651;p23"/>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23"/>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3" name="Google Shape;2653;p23"/>
            <p:cNvGrpSpPr/>
            <p:nvPr/>
          </p:nvGrpSpPr>
          <p:grpSpPr>
            <a:xfrm rot="1403048">
              <a:off x="8594690" y="395229"/>
              <a:ext cx="1093980" cy="618299"/>
              <a:chOff x="4710963" y="556836"/>
              <a:chExt cx="599550" cy="338855"/>
            </a:xfrm>
          </p:grpSpPr>
          <p:sp>
            <p:nvSpPr>
              <p:cNvPr id="2654" name="Google Shape;2654;p23"/>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23"/>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23"/>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23"/>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8" name="Google Shape;2658;p23"/>
            <p:cNvGrpSpPr/>
            <p:nvPr/>
          </p:nvGrpSpPr>
          <p:grpSpPr>
            <a:xfrm rot="6106935">
              <a:off x="-306284" y="1201894"/>
              <a:ext cx="907001" cy="652840"/>
              <a:chOff x="5859955" y="1906764"/>
              <a:chExt cx="497056" cy="357770"/>
            </a:xfrm>
          </p:grpSpPr>
          <p:sp>
            <p:nvSpPr>
              <p:cNvPr id="2659" name="Google Shape;2659;p23"/>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23"/>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23"/>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23"/>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23"/>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23"/>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23"/>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23"/>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23"/>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23"/>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23"/>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23"/>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23"/>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23"/>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23"/>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23"/>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23"/>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23"/>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23"/>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8" name="Google Shape;2678;p23"/>
            <p:cNvGrpSpPr/>
            <p:nvPr/>
          </p:nvGrpSpPr>
          <p:grpSpPr>
            <a:xfrm rot="1970090">
              <a:off x="8536605" y="3688054"/>
              <a:ext cx="801780" cy="651633"/>
              <a:chOff x="5889506" y="1223296"/>
              <a:chExt cx="439398" cy="357113"/>
            </a:xfrm>
          </p:grpSpPr>
          <p:sp>
            <p:nvSpPr>
              <p:cNvPr id="2679" name="Google Shape;2679;p23"/>
              <p:cNvSpPr/>
              <p:nvPr/>
            </p:nvSpPr>
            <p:spPr>
              <a:xfrm>
                <a:off x="5889506" y="1223296"/>
                <a:ext cx="439398" cy="357113"/>
              </a:xfrm>
              <a:custGeom>
                <a:rect b="b" l="l" r="r" t="t"/>
                <a:pathLst>
                  <a:path extrusionOk="0" h="5438" w="6691">
                    <a:moveTo>
                      <a:pt x="3671" y="105"/>
                    </a:moveTo>
                    <a:cubicBezTo>
                      <a:pt x="4556" y="821"/>
                      <a:pt x="5482" y="1491"/>
                      <a:pt x="6393" y="2175"/>
                    </a:cubicBezTo>
                    <a:cubicBezTo>
                      <a:pt x="5984" y="2146"/>
                      <a:pt x="5576" y="2123"/>
                      <a:pt x="5168" y="2113"/>
                    </a:cubicBezTo>
                    <a:cubicBezTo>
                      <a:pt x="5155" y="2113"/>
                      <a:pt x="5145" y="2117"/>
                      <a:pt x="5139" y="2123"/>
                    </a:cubicBezTo>
                    <a:cubicBezTo>
                      <a:pt x="4543" y="1793"/>
                      <a:pt x="3947" y="1462"/>
                      <a:pt x="3354" y="1135"/>
                    </a:cubicBezTo>
                    <a:cubicBezTo>
                      <a:pt x="3049" y="963"/>
                      <a:pt x="2742" y="798"/>
                      <a:pt x="2437" y="626"/>
                    </a:cubicBezTo>
                    <a:cubicBezTo>
                      <a:pt x="2333" y="571"/>
                      <a:pt x="2139" y="409"/>
                      <a:pt x="1980" y="357"/>
                    </a:cubicBezTo>
                    <a:cubicBezTo>
                      <a:pt x="2534" y="328"/>
                      <a:pt x="3127" y="263"/>
                      <a:pt x="3652" y="118"/>
                    </a:cubicBezTo>
                    <a:cubicBezTo>
                      <a:pt x="3662" y="114"/>
                      <a:pt x="3668" y="108"/>
                      <a:pt x="3671" y="105"/>
                    </a:cubicBezTo>
                    <a:close/>
                    <a:moveTo>
                      <a:pt x="1912" y="482"/>
                    </a:moveTo>
                    <a:cubicBezTo>
                      <a:pt x="1947" y="482"/>
                      <a:pt x="1987" y="503"/>
                      <a:pt x="2029" y="545"/>
                    </a:cubicBezTo>
                    <a:cubicBezTo>
                      <a:pt x="2282" y="626"/>
                      <a:pt x="2541" y="830"/>
                      <a:pt x="2774" y="960"/>
                    </a:cubicBezTo>
                    <a:cubicBezTo>
                      <a:pt x="3020" y="1096"/>
                      <a:pt x="3266" y="1235"/>
                      <a:pt x="3519" y="1371"/>
                    </a:cubicBezTo>
                    <a:cubicBezTo>
                      <a:pt x="4028" y="1656"/>
                      <a:pt x="4533" y="1935"/>
                      <a:pt x="5045" y="2220"/>
                    </a:cubicBezTo>
                    <a:cubicBezTo>
                      <a:pt x="4646" y="2602"/>
                      <a:pt x="4374" y="3114"/>
                      <a:pt x="4089" y="3584"/>
                    </a:cubicBezTo>
                    <a:cubicBezTo>
                      <a:pt x="3992" y="3743"/>
                      <a:pt x="3898" y="3905"/>
                      <a:pt x="3807" y="4067"/>
                    </a:cubicBezTo>
                    <a:cubicBezTo>
                      <a:pt x="3749" y="4044"/>
                      <a:pt x="3697" y="4025"/>
                      <a:pt x="3639" y="4002"/>
                    </a:cubicBezTo>
                    <a:cubicBezTo>
                      <a:pt x="3633" y="3999"/>
                      <a:pt x="3626" y="3997"/>
                      <a:pt x="3620" y="3997"/>
                    </a:cubicBezTo>
                    <a:cubicBezTo>
                      <a:pt x="3586" y="3997"/>
                      <a:pt x="3562" y="4045"/>
                      <a:pt x="3600" y="4070"/>
                    </a:cubicBezTo>
                    <a:cubicBezTo>
                      <a:pt x="3652" y="4102"/>
                      <a:pt x="3700" y="4125"/>
                      <a:pt x="3759" y="4151"/>
                    </a:cubicBezTo>
                    <a:cubicBezTo>
                      <a:pt x="3555" y="4494"/>
                      <a:pt x="3364" y="4844"/>
                      <a:pt x="3198" y="5201"/>
                    </a:cubicBezTo>
                    <a:cubicBezTo>
                      <a:pt x="3189" y="5196"/>
                      <a:pt x="3181" y="5193"/>
                      <a:pt x="3173" y="5193"/>
                    </a:cubicBezTo>
                    <a:cubicBezTo>
                      <a:pt x="3169" y="5193"/>
                      <a:pt x="3166" y="5193"/>
                      <a:pt x="3163" y="5194"/>
                    </a:cubicBezTo>
                    <a:lnTo>
                      <a:pt x="3159" y="5194"/>
                    </a:lnTo>
                    <a:cubicBezTo>
                      <a:pt x="3085" y="5133"/>
                      <a:pt x="2980" y="5075"/>
                      <a:pt x="2980" y="5075"/>
                    </a:cubicBezTo>
                    <a:lnTo>
                      <a:pt x="2980" y="5075"/>
                    </a:lnTo>
                    <a:cubicBezTo>
                      <a:pt x="2980" y="5075"/>
                      <a:pt x="2984" y="5077"/>
                      <a:pt x="2991" y="5081"/>
                    </a:cubicBezTo>
                    <a:cubicBezTo>
                      <a:pt x="2845" y="4996"/>
                      <a:pt x="2696" y="4912"/>
                      <a:pt x="2550" y="4828"/>
                    </a:cubicBezTo>
                    <a:cubicBezTo>
                      <a:pt x="2291" y="4682"/>
                      <a:pt x="2032" y="4530"/>
                      <a:pt x="1773" y="4391"/>
                    </a:cubicBezTo>
                    <a:cubicBezTo>
                      <a:pt x="1229" y="4089"/>
                      <a:pt x="684" y="3782"/>
                      <a:pt x="118" y="3526"/>
                    </a:cubicBezTo>
                    <a:cubicBezTo>
                      <a:pt x="441" y="2991"/>
                      <a:pt x="749" y="2450"/>
                      <a:pt x="1050" y="1906"/>
                    </a:cubicBezTo>
                    <a:cubicBezTo>
                      <a:pt x="1187" y="1673"/>
                      <a:pt x="1316" y="1436"/>
                      <a:pt x="1449" y="1203"/>
                    </a:cubicBezTo>
                    <a:cubicBezTo>
                      <a:pt x="1533" y="1047"/>
                      <a:pt x="1614" y="882"/>
                      <a:pt x="1711" y="733"/>
                    </a:cubicBezTo>
                    <a:cubicBezTo>
                      <a:pt x="1731" y="691"/>
                      <a:pt x="1757" y="655"/>
                      <a:pt x="1776" y="617"/>
                    </a:cubicBezTo>
                    <a:cubicBezTo>
                      <a:pt x="1815" y="526"/>
                      <a:pt x="1860" y="482"/>
                      <a:pt x="1912" y="482"/>
                    </a:cubicBezTo>
                    <a:close/>
                    <a:moveTo>
                      <a:pt x="5204" y="2236"/>
                    </a:moveTo>
                    <a:cubicBezTo>
                      <a:pt x="5592" y="2266"/>
                      <a:pt x="5984" y="2278"/>
                      <a:pt x="6376" y="2295"/>
                    </a:cubicBezTo>
                    <a:cubicBezTo>
                      <a:pt x="6062" y="2988"/>
                      <a:pt x="5719" y="3662"/>
                      <a:pt x="5333" y="4310"/>
                    </a:cubicBezTo>
                    <a:cubicBezTo>
                      <a:pt x="5243" y="4459"/>
                      <a:pt x="5158" y="4656"/>
                      <a:pt x="5045" y="4786"/>
                    </a:cubicBezTo>
                    <a:cubicBezTo>
                      <a:pt x="4844" y="5013"/>
                      <a:pt x="4627" y="5029"/>
                      <a:pt x="4352" y="5081"/>
                    </a:cubicBezTo>
                    <a:cubicBezTo>
                      <a:pt x="4008" y="5145"/>
                      <a:pt x="3649" y="5191"/>
                      <a:pt x="3308" y="5275"/>
                    </a:cubicBezTo>
                    <a:cubicBezTo>
                      <a:pt x="3503" y="4915"/>
                      <a:pt x="3688" y="4556"/>
                      <a:pt x="3888" y="4193"/>
                    </a:cubicBezTo>
                    <a:cubicBezTo>
                      <a:pt x="3898" y="4200"/>
                      <a:pt x="3911" y="4203"/>
                      <a:pt x="3924" y="4203"/>
                    </a:cubicBezTo>
                    <a:cubicBezTo>
                      <a:pt x="3928" y="4204"/>
                      <a:pt x="3932" y="4204"/>
                      <a:pt x="3936" y="4204"/>
                    </a:cubicBezTo>
                    <a:cubicBezTo>
                      <a:pt x="3988" y="4204"/>
                      <a:pt x="4001" y="4127"/>
                      <a:pt x="3947" y="4109"/>
                    </a:cubicBezTo>
                    <a:cubicBezTo>
                      <a:pt x="3943" y="4109"/>
                      <a:pt x="3940" y="4106"/>
                      <a:pt x="3937" y="4106"/>
                    </a:cubicBezTo>
                    <a:cubicBezTo>
                      <a:pt x="4002" y="3989"/>
                      <a:pt x="4067" y="3872"/>
                      <a:pt x="4135" y="3756"/>
                    </a:cubicBezTo>
                    <a:cubicBezTo>
                      <a:pt x="4442" y="3237"/>
                      <a:pt x="4747" y="2651"/>
                      <a:pt x="5194" y="2246"/>
                    </a:cubicBezTo>
                    <a:cubicBezTo>
                      <a:pt x="5200" y="2243"/>
                      <a:pt x="5200" y="2240"/>
                      <a:pt x="5204" y="2236"/>
                    </a:cubicBezTo>
                    <a:close/>
                    <a:moveTo>
                      <a:pt x="3704" y="0"/>
                    </a:moveTo>
                    <a:cubicBezTo>
                      <a:pt x="3691" y="0"/>
                      <a:pt x="3680" y="5"/>
                      <a:pt x="3668" y="11"/>
                    </a:cubicBezTo>
                    <a:cubicBezTo>
                      <a:pt x="3661" y="6"/>
                      <a:pt x="3654" y="3"/>
                      <a:pt x="3644" y="3"/>
                    </a:cubicBezTo>
                    <a:cubicBezTo>
                      <a:pt x="3641" y="3"/>
                      <a:pt x="3637" y="3"/>
                      <a:pt x="3632" y="4"/>
                    </a:cubicBezTo>
                    <a:cubicBezTo>
                      <a:pt x="3033" y="69"/>
                      <a:pt x="2427" y="179"/>
                      <a:pt x="1825" y="263"/>
                    </a:cubicBezTo>
                    <a:cubicBezTo>
                      <a:pt x="1776" y="270"/>
                      <a:pt x="1783" y="335"/>
                      <a:pt x="1818" y="357"/>
                    </a:cubicBezTo>
                    <a:cubicBezTo>
                      <a:pt x="1698" y="406"/>
                      <a:pt x="1650" y="562"/>
                      <a:pt x="1585" y="672"/>
                    </a:cubicBezTo>
                    <a:cubicBezTo>
                      <a:pt x="1413" y="983"/>
                      <a:pt x="1235" y="1294"/>
                      <a:pt x="1060" y="1608"/>
                    </a:cubicBezTo>
                    <a:cubicBezTo>
                      <a:pt x="707" y="2230"/>
                      <a:pt x="360" y="2858"/>
                      <a:pt x="27" y="3493"/>
                    </a:cubicBezTo>
                    <a:cubicBezTo>
                      <a:pt x="24" y="3503"/>
                      <a:pt x="24" y="3506"/>
                      <a:pt x="24" y="3516"/>
                    </a:cubicBezTo>
                    <a:cubicBezTo>
                      <a:pt x="7" y="3526"/>
                      <a:pt x="1" y="3558"/>
                      <a:pt x="27" y="3571"/>
                    </a:cubicBezTo>
                    <a:cubicBezTo>
                      <a:pt x="646" y="3944"/>
                      <a:pt x="1290" y="4277"/>
                      <a:pt x="1922" y="4627"/>
                    </a:cubicBezTo>
                    <a:cubicBezTo>
                      <a:pt x="2217" y="4796"/>
                      <a:pt x="2521" y="4958"/>
                      <a:pt x="2810" y="5136"/>
                    </a:cubicBezTo>
                    <a:cubicBezTo>
                      <a:pt x="2897" y="5188"/>
                      <a:pt x="2994" y="5304"/>
                      <a:pt x="3104" y="5340"/>
                    </a:cubicBezTo>
                    <a:cubicBezTo>
                      <a:pt x="3082" y="5365"/>
                      <a:pt x="3091" y="5411"/>
                      <a:pt x="3130" y="5411"/>
                    </a:cubicBezTo>
                    <a:cubicBezTo>
                      <a:pt x="3131" y="5411"/>
                      <a:pt x="3132" y="5411"/>
                      <a:pt x="3134" y="5411"/>
                    </a:cubicBezTo>
                    <a:lnTo>
                      <a:pt x="3140" y="5411"/>
                    </a:lnTo>
                    <a:cubicBezTo>
                      <a:pt x="3153" y="5427"/>
                      <a:pt x="3172" y="5437"/>
                      <a:pt x="3190" y="5437"/>
                    </a:cubicBezTo>
                    <a:cubicBezTo>
                      <a:pt x="3209" y="5437"/>
                      <a:pt x="3227" y="5427"/>
                      <a:pt x="3240" y="5405"/>
                    </a:cubicBezTo>
                    <a:lnTo>
                      <a:pt x="3240" y="5401"/>
                    </a:lnTo>
                    <a:cubicBezTo>
                      <a:pt x="3645" y="5366"/>
                      <a:pt x="4050" y="5269"/>
                      <a:pt x="4449" y="5201"/>
                    </a:cubicBezTo>
                    <a:cubicBezTo>
                      <a:pt x="4838" y="5129"/>
                      <a:pt x="5013" y="5090"/>
                      <a:pt x="5223" y="4754"/>
                    </a:cubicBezTo>
                    <a:cubicBezTo>
                      <a:pt x="5706" y="3979"/>
                      <a:pt x="6127" y="3169"/>
                      <a:pt x="6503" y="2340"/>
                    </a:cubicBezTo>
                    <a:cubicBezTo>
                      <a:pt x="6506" y="2327"/>
                      <a:pt x="6509" y="2321"/>
                      <a:pt x="6509" y="2311"/>
                    </a:cubicBezTo>
                    <a:cubicBezTo>
                      <a:pt x="6542" y="2311"/>
                      <a:pt x="6574" y="2317"/>
                      <a:pt x="6610" y="2317"/>
                    </a:cubicBezTo>
                    <a:cubicBezTo>
                      <a:pt x="6681" y="2317"/>
                      <a:pt x="6691" y="2223"/>
                      <a:pt x="6642" y="2188"/>
                    </a:cubicBezTo>
                    <a:cubicBezTo>
                      <a:pt x="5673" y="1459"/>
                      <a:pt x="4721" y="701"/>
                      <a:pt x="3730" y="8"/>
                    </a:cubicBezTo>
                    <a:cubicBezTo>
                      <a:pt x="3721" y="2"/>
                      <a:pt x="3712" y="0"/>
                      <a:pt x="37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23"/>
              <p:cNvSpPr/>
              <p:nvPr/>
            </p:nvSpPr>
            <p:spPr>
              <a:xfrm>
                <a:off x="5900341" y="1443939"/>
                <a:ext cx="35265" cy="11821"/>
              </a:xfrm>
              <a:custGeom>
                <a:rect b="b" l="l" r="r" t="t"/>
                <a:pathLst>
                  <a:path extrusionOk="0" h="180" w="537">
                    <a:moveTo>
                      <a:pt x="461" y="0"/>
                    </a:moveTo>
                    <a:cubicBezTo>
                      <a:pt x="459" y="0"/>
                      <a:pt x="457" y="0"/>
                      <a:pt x="455" y="0"/>
                    </a:cubicBezTo>
                    <a:cubicBezTo>
                      <a:pt x="322" y="20"/>
                      <a:pt x="183" y="59"/>
                      <a:pt x="50" y="94"/>
                    </a:cubicBezTo>
                    <a:cubicBezTo>
                      <a:pt x="1" y="110"/>
                      <a:pt x="15" y="180"/>
                      <a:pt x="63" y="180"/>
                    </a:cubicBezTo>
                    <a:cubicBezTo>
                      <a:pt x="66" y="180"/>
                      <a:pt x="69" y="179"/>
                      <a:pt x="72" y="179"/>
                    </a:cubicBezTo>
                    <a:cubicBezTo>
                      <a:pt x="205" y="156"/>
                      <a:pt x="348" y="133"/>
                      <a:pt x="477" y="94"/>
                    </a:cubicBezTo>
                    <a:cubicBezTo>
                      <a:pt x="537" y="76"/>
                      <a:pt x="515" y="0"/>
                      <a:pt x="4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23"/>
              <p:cNvSpPr/>
              <p:nvPr/>
            </p:nvSpPr>
            <p:spPr>
              <a:xfrm>
                <a:off x="5943091" y="1437306"/>
                <a:ext cx="28698" cy="9719"/>
              </a:xfrm>
              <a:custGeom>
                <a:rect b="b" l="l" r="r" t="t"/>
                <a:pathLst>
                  <a:path extrusionOk="0" h="148" w="437">
                    <a:moveTo>
                      <a:pt x="385" y="0"/>
                    </a:moveTo>
                    <a:cubicBezTo>
                      <a:pt x="382" y="0"/>
                      <a:pt x="380" y="1"/>
                      <a:pt x="377" y="1"/>
                    </a:cubicBezTo>
                    <a:cubicBezTo>
                      <a:pt x="267" y="14"/>
                      <a:pt x="160" y="40"/>
                      <a:pt x="53" y="63"/>
                    </a:cubicBezTo>
                    <a:cubicBezTo>
                      <a:pt x="0" y="72"/>
                      <a:pt x="19" y="147"/>
                      <a:pt x="72" y="147"/>
                    </a:cubicBezTo>
                    <a:cubicBezTo>
                      <a:pt x="75" y="147"/>
                      <a:pt x="77" y="147"/>
                      <a:pt x="79" y="147"/>
                    </a:cubicBezTo>
                    <a:cubicBezTo>
                      <a:pt x="183" y="131"/>
                      <a:pt x="290" y="121"/>
                      <a:pt x="390" y="95"/>
                    </a:cubicBezTo>
                    <a:cubicBezTo>
                      <a:pt x="436" y="83"/>
                      <a:pt x="430" y="0"/>
                      <a:pt x="3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23"/>
              <p:cNvSpPr/>
              <p:nvPr/>
            </p:nvSpPr>
            <p:spPr>
              <a:xfrm>
                <a:off x="5984921" y="1432447"/>
                <a:ext cx="31784" cy="9456"/>
              </a:xfrm>
              <a:custGeom>
                <a:rect b="b" l="l" r="r" t="t"/>
                <a:pathLst>
                  <a:path extrusionOk="0" h="144" w="484">
                    <a:moveTo>
                      <a:pt x="419" y="0"/>
                    </a:moveTo>
                    <a:cubicBezTo>
                      <a:pt x="417" y="0"/>
                      <a:pt x="416" y="0"/>
                      <a:pt x="414" y="1"/>
                    </a:cubicBezTo>
                    <a:cubicBezTo>
                      <a:pt x="288" y="17"/>
                      <a:pt x="168" y="43"/>
                      <a:pt x="45" y="65"/>
                    </a:cubicBezTo>
                    <a:cubicBezTo>
                      <a:pt x="0" y="75"/>
                      <a:pt x="12" y="143"/>
                      <a:pt x="55" y="143"/>
                    </a:cubicBezTo>
                    <a:cubicBezTo>
                      <a:pt x="56" y="143"/>
                      <a:pt x="57" y="143"/>
                      <a:pt x="58" y="143"/>
                    </a:cubicBezTo>
                    <a:cubicBezTo>
                      <a:pt x="184" y="130"/>
                      <a:pt x="304" y="124"/>
                      <a:pt x="430" y="104"/>
                    </a:cubicBezTo>
                    <a:cubicBezTo>
                      <a:pt x="483" y="95"/>
                      <a:pt x="470" y="0"/>
                      <a:pt x="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23"/>
              <p:cNvSpPr/>
              <p:nvPr/>
            </p:nvSpPr>
            <p:spPr>
              <a:xfrm>
                <a:off x="6113696" y="1237612"/>
                <a:ext cx="14382" cy="21014"/>
              </a:xfrm>
              <a:custGeom>
                <a:rect b="b" l="l" r="r" t="t"/>
                <a:pathLst>
                  <a:path extrusionOk="0" h="320" w="219">
                    <a:moveTo>
                      <a:pt x="167" y="0"/>
                    </a:moveTo>
                    <a:cubicBezTo>
                      <a:pt x="149" y="0"/>
                      <a:pt x="130" y="10"/>
                      <a:pt x="121" y="33"/>
                    </a:cubicBezTo>
                    <a:cubicBezTo>
                      <a:pt x="92" y="104"/>
                      <a:pt x="50" y="172"/>
                      <a:pt x="18" y="240"/>
                    </a:cubicBezTo>
                    <a:cubicBezTo>
                      <a:pt x="1" y="276"/>
                      <a:pt x="32" y="319"/>
                      <a:pt x="64" y="319"/>
                    </a:cubicBezTo>
                    <a:cubicBezTo>
                      <a:pt x="75" y="319"/>
                      <a:pt x="86" y="314"/>
                      <a:pt x="95" y="301"/>
                    </a:cubicBezTo>
                    <a:cubicBezTo>
                      <a:pt x="154" y="230"/>
                      <a:pt x="189" y="146"/>
                      <a:pt x="209" y="58"/>
                    </a:cubicBezTo>
                    <a:cubicBezTo>
                      <a:pt x="218" y="22"/>
                      <a:pt x="194" y="0"/>
                      <a:pt x="1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23"/>
              <p:cNvSpPr/>
              <p:nvPr/>
            </p:nvSpPr>
            <p:spPr>
              <a:xfrm>
                <a:off x="6098789" y="1270051"/>
                <a:ext cx="12083" cy="20292"/>
              </a:xfrm>
              <a:custGeom>
                <a:rect b="b" l="l" r="r" t="t"/>
                <a:pathLst>
                  <a:path extrusionOk="0" h="309" w="184">
                    <a:moveTo>
                      <a:pt x="160" y="1"/>
                    </a:moveTo>
                    <a:cubicBezTo>
                      <a:pt x="154" y="1"/>
                      <a:pt x="148" y="3"/>
                      <a:pt x="144" y="8"/>
                    </a:cubicBezTo>
                    <a:cubicBezTo>
                      <a:pt x="92" y="86"/>
                      <a:pt x="44" y="167"/>
                      <a:pt x="11" y="254"/>
                    </a:cubicBezTo>
                    <a:cubicBezTo>
                      <a:pt x="1" y="284"/>
                      <a:pt x="29" y="309"/>
                      <a:pt x="56" y="309"/>
                    </a:cubicBezTo>
                    <a:cubicBezTo>
                      <a:pt x="70" y="309"/>
                      <a:pt x="82" y="302"/>
                      <a:pt x="89" y="287"/>
                    </a:cubicBezTo>
                    <a:cubicBezTo>
                      <a:pt x="128" y="206"/>
                      <a:pt x="157" y="115"/>
                      <a:pt x="177" y="24"/>
                    </a:cubicBezTo>
                    <a:cubicBezTo>
                      <a:pt x="183" y="11"/>
                      <a:pt x="172" y="1"/>
                      <a:pt x="1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23"/>
              <p:cNvSpPr/>
              <p:nvPr/>
            </p:nvSpPr>
            <p:spPr>
              <a:xfrm>
                <a:off x="6080599" y="1300258"/>
                <a:ext cx="13856" cy="19635"/>
              </a:xfrm>
              <a:custGeom>
                <a:rect b="b" l="l" r="r" t="t"/>
                <a:pathLst>
                  <a:path extrusionOk="0" h="299" w="211">
                    <a:moveTo>
                      <a:pt x="171" y="0"/>
                    </a:moveTo>
                    <a:cubicBezTo>
                      <a:pt x="160" y="0"/>
                      <a:pt x="149" y="5"/>
                      <a:pt x="143" y="15"/>
                    </a:cubicBezTo>
                    <a:cubicBezTo>
                      <a:pt x="94" y="86"/>
                      <a:pt x="45" y="161"/>
                      <a:pt x="13" y="242"/>
                    </a:cubicBezTo>
                    <a:cubicBezTo>
                      <a:pt x="0" y="274"/>
                      <a:pt x="30" y="299"/>
                      <a:pt x="59" y="299"/>
                    </a:cubicBezTo>
                    <a:cubicBezTo>
                      <a:pt x="74" y="299"/>
                      <a:pt x="88" y="292"/>
                      <a:pt x="97" y="277"/>
                    </a:cubicBezTo>
                    <a:cubicBezTo>
                      <a:pt x="143" y="206"/>
                      <a:pt x="172" y="118"/>
                      <a:pt x="198" y="37"/>
                    </a:cubicBezTo>
                    <a:cubicBezTo>
                      <a:pt x="210" y="16"/>
                      <a:pt x="191" y="0"/>
                      <a:pt x="1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23"/>
              <p:cNvSpPr/>
              <p:nvPr/>
            </p:nvSpPr>
            <p:spPr>
              <a:xfrm>
                <a:off x="6057616" y="1337032"/>
                <a:ext cx="18519" cy="24232"/>
              </a:xfrm>
              <a:custGeom>
                <a:rect b="b" l="l" r="r" t="t"/>
                <a:pathLst>
                  <a:path extrusionOk="0" h="369" w="282">
                    <a:moveTo>
                      <a:pt x="245" y="1"/>
                    </a:moveTo>
                    <a:cubicBezTo>
                      <a:pt x="238" y="1"/>
                      <a:pt x="230" y="3"/>
                      <a:pt x="224" y="9"/>
                    </a:cubicBezTo>
                    <a:cubicBezTo>
                      <a:pt x="143" y="93"/>
                      <a:pt x="81" y="197"/>
                      <a:pt x="23" y="297"/>
                    </a:cubicBezTo>
                    <a:cubicBezTo>
                      <a:pt x="0" y="335"/>
                      <a:pt x="32" y="368"/>
                      <a:pt x="66" y="368"/>
                    </a:cubicBezTo>
                    <a:cubicBezTo>
                      <a:pt x="81" y="368"/>
                      <a:pt x="96" y="362"/>
                      <a:pt x="107" y="346"/>
                    </a:cubicBezTo>
                    <a:cubicBezTo>
                      <a:pt x="172" y="248"/>
                      <a:pt x="233" y="148"/>
                      <a:pt x="272" y="38"/>
                    </a:cubicBezTo>
                    <a:cubicBezTo>
                      <a:pt x="282" y="17"/>
                      <a:pt x="264"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23"/>
              <p:cNvSpPr/>
              <p:nvPr/>
            </p:nvSpPr>
            <p:spPr>
              <a:xfrm>
                <a:off x="6037587" y="1377024"/>
                <a:ext cx="13725" cy="24167"/>
              </a:xfrm>
              <a:custGeom>
                <a:rect b="b" l="l" r="r" t="t"/>
                <a:pathLst>
                  <a:path extrusionOk="0" h="368" w="209">
                    <a:moveTo>
                      <a:pt x="180" y="0"/>
                    </a:moveTo>
                    <a:cubicBezTo>
                      <a:pt x="167" y="0"/>
                      <a:pt x="152" y="7"/>
                      <a:pt x="146" y="18"/>
                    </a:cubicBezTo>
                    <a:cubicBezTo>
                      <a:pt x="124" y="67"/>
                      <a:pt x="108" y="116"/>
                      <a:pt x="88" y="164"/>
                    </a:cubicBezTo>
                    <a:cubicBezTo>
                      <a:pt x="69" y="210"/>
                      <a:pt x="43" y="252"/>
                      <a:pt x="20" y="294"/>
                    </a:cubicBezTo>
                    <a:cubicBezTo>
                      <a:pt x="0" y="334"/>
                      <a:pt x="30" y="367"/>
                      <a:pt x="61" y="367"/>
                    </a:cubicBezTo>
                    <a:cubicBezTo>
                      <a:pt x="76" y="367"/>
                      <a:pt x="91" y="360"/>
                      <a:pt x="101" y="342"/>
                    </a:cubicBezTo>
                    <a:cubicBezTo>
                      <a:pt x="163" y="255"/>
                      <a:pt x="198" y="132"/>
                      <a:pt x="205" y="28"/>
                    </a:cubicBezTo>
                    <a:cubicBezTo>
                      <a:pt x="208" y="9"/>
                      <a:pt x="195" y="0"/>
                      <a:pt x="1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23"/>
              <p:cNvSpPr/>
              <p:nvPr/>
            </p:nvSpPr>
            <p:spPr>
              <a:xfrm>
                <a:off x="6020645" y="1412550"/>
                <a:ext cx="11295" cy="19307"/>
              </a:xfrm>
              <a:custGeom>
                <a:rect b="b" l="l" r="r" t="t"/>
                <a:pathLst>
                  <a:path extrusionOk="0" h="294" w="172">
                    <a:moveTo>
                      <a:pt x="137" y="0"/>
                    </a:moveTo>
                    <a:cubicBezTo>
                      <a:pt x="131" y="0"/>
                      <a:pt x="124" y="3"/>
                      <a:pt x="119" y="9"/>
                    </a:cubicBezTo>
                    <a:cubicBezTo>
                      <a:pt x="67" y="74"/>
                      <a:pt x="9" y="164"/>
                      <a:pt x="3" y="252"/>
                    </a:cubicBezTo>
                    <a:cubicBezTo>
                      <a:pt x="1" y="279"/>
                      <a:pt x="23" y="294"/>
                      <a:pt x="46" y="294"/>
                    </a:cubicBezTo>
                    <a:cubicBezTo>
                      <a:pt x="64" y="294"/>
                      <a:pt x="81" y="285"/>
                      <a:pt x="87" y="265"/>
                    </a:cubicBezTo>
                    <a:cubicBezTo>
                      <a:pt x="100" y="229"/>
                      <a:pt x="100" y="187"/>
                      <a:pt x="106" y="151"/>
                    </a:cubicBezTo>
                    <a:cubicBezTo>
                      <a:pt x="119" y="109"/>
                      <a:pt x="136" y="74"/>
                      <a:pt x="155" y="41"/>
                    </a:cubicBezTo>
                    <a:cubicBezTo>
                      <a:pt x="172" y="20"/>
                      <a:pt x="155"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23"/>
              <p:cNvSpPr/>
              <p:nvPr/>
            </p:nvSpPr>
            <p:spPr>
              <a:xfrm>
                <a:off x="6034829" y="1443414"/>
                <a:ext cx="31916" cy="16680"/>
              </a:xfrm>
              <a:custGeom>
                <a:rect b="b" l="l" r="r" t="t"/>
                <a:pathLst>
                  <a:path extrusionOk="0" h="254" w="486">
                    <a:moveTo>
                      <a:pt x="51" y="0"/>
                    </a:moveTo>
                    <a:cubicBezTo>
                      <a:pt x="19" y="0"/>
                      <a:pt x="1" y="47"/>
                      <a:pt x="33" y="70"/>
                    </a:cubicBezTo>
                    <a:cubicBezTo>
                      <a:pt x="153" y="138"/>
                      <a:pt x="276" y="203"/>
                      <a:pt x="405" y="251"/>
                    </a:cubicBezTo>
                    <a:cubicBezTo>
                      <a:pt x="410" y="253"/>
                      <a:pt x="414" y="254"/>
                      <a:pt x="418" y="254"/>
                    </a:cubicBezTo>
                    <a:cubicBezTo>
                      <a:pt x="460" y="254"/>
                      <a:pt x="486" y="185"/>
                      <a:pt x="444" y="164"/>
                    </a:cubicBezTo>
                    <a:cubicBezTo>
                      <a:pt x="324" y="99"/>
                      <a:pt x="192" y="44"/>
                      <a:pt x="62" y="2"/>
                    </a:cubicBezTo>
                    <a:cubicBezTo>
                      <a:pt x="58" y="1"/>
                      <a:pt x="54"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23"/>
              <p:cNvSpPr/>
              <p:nvPr/>
            </p:nvSpPr>
            <p:spPr>
              <a:xfrm>
                <a:off x="6080468" y="1464361"/>
                <a:ext cx="30537" cy="16352"/>
              </a:xfrm>
              <a:custGeom>
                <a:rect b="b" l="l" r="r" t="t"/>
                <a:pathLst>
                  <a:path extrusionOk="0" h="249" w="465">
                    <a:moveTo>
                      <a:pt x="60" y="0"/>
                    </a:moveTo>
                    <a:cubicBezTo>
                      <a:pt x="17" y="0"/>
                      <a:pt x="1" y="63"/>
                      <a:pt x="47" y="78"/>
                    </a:cubicBezTo>
                    <a:cubicBezTo>
                      <a:pt x="164" y="120"/>
                      <a:pt x="268" y="175"/>
                      <a:pt x="371" y="240"/>
                    </a:cubicBezTo>
                    <a:cubicBezTo>
                      <a:pt x="380" y="246"/>
                      <a:pt x="388" y="249"/>
                      <a:pt x="397" y="249"/>
                    </a:cubicBezTo>
                    <a:cubicBezTo>
                      <a:pt x="434" y="249"/>
                      <a:pt x="464" y="198"/>
                      <a:pt x="430" y="169"/>
                    </a:cubicBezTo>
                    <a:cubicBezTo>
                      <a:pt x="326" y="81"/>
                      <a:pt x="196" y="30"/>
                      <a:pt x="67" y="0"/>
                    </a:cubicBezTo>
                    <a:cubicBezTo>
                      <a:pt x="65"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23"/>
              <p:cNvSpPr/>
              <p:nvPr/>
            </p:nvSpPr>
            <p:spPr>
              <a:xfrm>
                <a:off x="6171878" y="1506783"/>
                <a:ext cx="21605" cy="10967"/>
              </a:xfrm>
              <a:custGeom>
                <a:rect b="b" l="l" r="r" t="t"/>
                <a:pathLst>
                  <a:path extrusionOk="0" h="167" w="329">
                    <a:moveTo>
                      <a:pt x="54" y="0"/>
                    </a:moveTo>
                    <a:cubicBezTo>
                      <a:pt x="10" y="0"/>
                      <a:pt x="1" y="69"/>
                      <a:pt x="45" y="90"/>
                    </a:cubicBezTo>
                    <a:cubicBezTo>
                      <a:pt x="110" y="113"/>
                      <a:pt x="178" y="145"/>
                      <a:pt x="243" y="164"/>
                    </a:cubicBezTo>
                    <a:cubicBezTo>
                      <a:pt x="248" y="166"/>
                      <a:pt x="253" y="166"/>
                      <a:pt x="258" y="166"/>
                    </a:cubicBezTo>
                    <a:cubicBezTo>
                      <a:pt x="311" y="166"/>
                      <a:pt x="328" y="91"/>
                      <a:pt x="272" y="67"/>
                    </a:cubicBezTo>
                    <a:cubicBezTo>
                      <a:pt x="207" y="41"/>
                      <a:pt x="139" y="25"/>
                      <a:pt x="68" y="2"/>
                    </a:cubicBezTo>
                    <a:cubicBezTo>
                      <a:pt x="63" y="1"/>
                      <a:pt x="58" y="0"/>
                      <a:pt x="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23"/>
              <p:cNvSpPr/>
              <p:nvPr/>
            </p:nvSpPr>
            <p:spPr>
              <a:xfrm>
                <a:off x="6199984" y="1523594"/>
                <a:ext cx="23379" cy="10310"/>
              </a:xfrm>
              <a:custGeom>
                <a:rect b="b" l="l" r="r" t="t"/>
                <a:pathLst>
                  <a:path extrusionOk="0" h="157" w="356">
                    <a:moveTo>
                      <a:pt x="56" y="1"/>
                    </a:moveTo>
                    <a:cubicBezTo>
                      <a:pt x="16" y="1"/>
                      <a:pt x="0" y="65"/>
                      <a:pt x="45" y="80"/>
                    </a:cubicBezTo>
                    <a:cubicBezTo>
                      <a:pt x="116" y="103"/>
                      <a:pt x="191" y="119"/>
                      <a:pt x="255" y="151"/>
                    </a:cubicBezTo>
                    <a:cubicBezTo>
                      <a:pt x="264" y="155"/>
                      <a:pt x="272" y="157"/>
                      <a:pt x="280" y="157"/>
                    </a:cubicBezTo>
                    <a:cubicBezTo>
                      <a:pt x="337" y="157"/>
                      <a:pt x="356" y="63"/>
                      <a:pt x="281" y="54"/>
                    </a:cubicBezTo>
                    <a:cubicBezTo>
                      <a:pt x="207" y="48"/>
                      <a:pt x="135" y="19"/>
                      <a:pt x="67" y="2"/>
                    </a:cubicBezTo>
                    <a:cubicBezTo>
                      <a:pt x="64" y="1"/>
                      <a:pt x="60" y="1"/>
                      <a:pt x="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93" name="Google Shape;2693;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2694" name="Google Shape;2694;p23"/>
          <p:cNvSpPr txBox="1"/>
          <p:nvPr>
            <p:ph idx="1" type="subTitle"/>
          </p:nvPr>
        </p:nvSpPr>
        <p:spPr>
          <a:xfrm>
            <a:off x="4923075" y="2835250"/>
            <a:ext cx="2799600" cy="1152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95" name="Google Shape;2695;p23"/>
          <p:cNvSpPr txBox="1"/>
          <p:nvPr>
            <p:ph idx="2" type="subTitle"/>
          </p:nvPr>
        </p:nvSpPr>
        <p:spPr>
          <a:xfrm>
            <a:off x="1580900" y="2835250"/>
            <a:ext cx="2799600" cy="1152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96" name="Google Shape;2696;p23"/>
          <p:cNvSpPr txBox="1"/>
          <p:nvPr>
            <p:ph idx="3" type="subTitle"/>
          </p:nvPr>
        </p:nvSpPr>
        <p:spPr>
          <a:xfrm>
            <a:off x="1580899" y="2428825"/>
            <a:ext cx="27996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2697" name="Google Shape;2697;p23"/>
          <p:cNvSpPr txBox="1"/>
          <p:nvPr>
            <p:ph idx="4" type="subTitle"/>
          </p:nvPr>
        </p:nvSpPr>
        <p:spPr>
          <a:xfrm>
            <a:off x="4923078" y="2428825"/>
            <a:ext cx="27996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2698" name="Google Shape;2698;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699" name="Shape 2699"/>
        <p:cNvGrpSpPr/>
        <p:nvPr/>
      </p:nvGrpSpPr>
      <p:grpSpPr>
        <a:xfrm>
          <a:off x="0" y="0"/>
          <a:ext cx="0" cy="0"/>
          <a:chOff x="0" y="0"/>
          <a:chExt cx="0" cy="0"/>
        </a:xfrm>
      </p:grpSpPr>
      <p:pic>
        <p:nvPicPr>
          <p:cNvPr id="2700" name="Google Shape;2700;p24"/>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701" name="Google Shape;2701;p24"/>
          <p:cNvGrpSpPr/>
          <p:nvPr/>
        </p:nvGrpSpPr>
        <p:grpSpPr>
          <a:xfrm>
            <a:off x="-294557" y="512381"/>
            <a:ext cx="9459274" cy="3365624"/>
            <a:chOff x="-294557" y="512381"/>
            <a:chExt cx="9459274" cy="3365624"/>
          </a:xfrm>
        </p:grpSpPr>
        <p:grpSp>
          <p:nvGrpSpPr>
            <p:cNvPr id="2702" name="Google Shape;2702;p24"/>
            <p:cNvGrpSpPr/>
            <p:nvPr/>
          </p:nvGrpSpPr>
          <p:grpSpPr>
            <a:xfrm rot="2258642">
              <a:off x="-339773" y="3031313"/>
              <a:ext cx="1029115" cy="202717"/>
              <a:chOff x="4737493" y="4305992"/>
              <a:chExt cx="547410" cy="107830"/>
            </a:xfrm>
          </p:grpSpPr>
          <p:sp>
            <p:nvSpPr>
              <p:cNvPr id="2703" name="Google Shape;2703;p24"/>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24"/>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24"/>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24"/>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24"/>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24"/>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24"/>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24"/>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24"/>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24"/>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24"/>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24"/>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24"/>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6" name="Google Shape;2716;p24"/>
            <p:cNvGrpSpPr/>
            <p:nvPr/>
          </p:nvGrpSpPr>
          <p:grpSpPr>
            <a:xfrm rot="3128191">
              <a:off x="8668129" y="3460030"/>
              <a:ext cx="475920" cy="285182"/>
              <a:chOff x="5983345" y="4283994"/>
              <a:chExt cx="253151" cy="151694"/>
            </a:xfrm>
          </p:grpSpPr>
          <p:sp>
            <p:nvSpPr>
              <p:cNvPr id="2717" name="Google Shape;2717;p24"/>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24"/>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24"/>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24"/>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24"/>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24"/>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24"/>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24"/>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24"/>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6" name="Google Shape;2726;p24"/>
            <p:cNvGrpSpPr/>
            <p:nvPr/>
          </p:nvGrpSpPr>
          <p:grpSpPr>
            <a:xfrm rot="-2416383">
              <a:off x="8592812" y="634022"/>
              <a:ext cx="447780" cy="194821"/>
              <a:chOff x="8075001" y="4307963"/>
              <a:chExt cx="238179" cy="103627"/>
            </a:xfrm>
          </p:grpSpPr>
          <p:sp>
            <p:nvSpPr>
              <p:cNvPr id="2727" name="Google Shape;2727;p24"/>
              <p:cNvSpPr/>
              <p:nvPr/>
            </p:nvSpPr>
            <p:spPr>
              <a:xfrm>
                <a:off x="8075001" y="4316959"/>
                <a:ext cx="78476" cy="92857"/>
              </a:xfrm>
              <a:custGeom>
                <a:rect b="b" l="l" r="r" t="t"/>
                <a:pathLst>
                  <a:path extrusionOk="0" h="1414" w="1195">
                    <a:moveTo>
                      <a:pt x="695" y="0"/>
                    </a:moveTo>
                    <a:cubicBezTo>
                      <a:pt x="482" y="0"/>
                      <a:pt x="258" y="67"/>
                      <a:pt x="152" y="165"/>
                    </a:cubicBezTo>
                    <a:cubicBezTo>
                      <a:pt x="0" y="304"/>
                      <a:pt x="91" y="450"/>
                      <a:pt x="220" y="567"/>
                    </a:cubicBezTo>
                    <a:cubicBezTo>
                      <a:pt x="321" y="661"/>
                      <a:pt x="437" y="729"/>
                      <a:pt x="551" y="797"/>
                    </a:cubicBezTo>
                    <a:cubicBezTo>
                      <a:pt x="638" y="852"/>
                      <a:pt x="755" y="904"/>
                      <a:pt x="803" y="997"/>
                    </a:cubicBezTo>
                    <a:cubicBezTo>
                      <a:pt x="898" y="1180"/>
                      <a:pt x="708" y="1286"/>
                      <a:pt x="543" y="1286"/>
                    </a:cubicBezTo>
                    <a:cubicBezTo>
                      <a:pt x="538" y="1286"/>
                      <a:pt x="533" y="1286"/>
                      <a:pt x="528" y="1286"/>
                    </a:cubicBezTo>
                    <a:cubicBezTo>
                      <a:pt x="447" y="1286"/>
                      <a:pt x="447" y="1409"/>
                      <a:pt x="528" y="1412"/>
                    </a:cubicBezTo>
                    <a:cubicBezTo>
                      <a:pt x="542" y="1413"/>
                      <a:pt x="556" y="1413"/>
                      <a:pt x="570" y="1413"/>
                    </a:cubicBezTo>
                    <a:cubicBezTo>
                      <a:pt x="864" y="1413"/>
                      <a:pt x="1148" y="1219"/>
                      <a:pt x="907" y="910"/>
                    </a:cubicBezTo>
                    <a:cubicBezTo>
                      <a:pt x="774" y="742"/>
                      <a:pt x="551" y="664"/>
                      <a:pt x="382" y="537"/>
                    </a:cubicBezTo>
                    <a:cubicBezTo>
                      <a:pt x="259" y="450"/>
                      <a:pt x="175" y="294"/>
                      <a:pt x="337" y="194"/>
                    </a:cubicBezTo>
                    <a:cubicBezTo>
                      <a:pt x="415" y="145"/>
                      <a:pt x="531" y="126"/>
                      <a:pt x="616" y="116"/>
                    </a:cubicBezTo>
                    <a:cubicBezTo>
                      <a:pt x="635" y="115"/>
                      <a:pt x="656" y="114"/>
                      <a:pt x="677" y="114"/>
                    </a:cubicBezTo>
                    <a:cubicBezTo>
                      <a:pt x="854" y="114"/>
                      <a:pt x="1095" y="166"/>
                      <a:pt x="1118" y="359"/>
                    </a:cubicBezTo>
                    <a:cubicBezTo>
                      <a:pt x="1121" y="378"/>
                      <a:pt x="1135" y="386"/>
                      <a:pt x="1150" y="386"/>
                    </a:cubicBezTo>
                    <a:cubicBezTo>
                      <a:pt x="1169" y="386"/>
                      <a:pt x="1189" y="373"/>
                      <a:pt x="1189" y="353"/>
                    </a:cubicBezTo>
                    <a:cubicBezTo>
                      <a:pt x="1194" y="97"/>
                      <a:pt x="953" y="0"/>
                      <a:pt x="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24"/>
              <p:cNvSpPr/>
              <p:nvPr/>
            </p:nvSpPr>
            <p:spPr>
              <a:xfrm>
                <a:off x="8142639" y="4370938"/>
                <a:ext cx="40321" cy="8012"/>
              </a:xfrm>
              <a:custGeom>
                <a:rect b="b" l="l" r="r" t="t"/>
                <a:pathLst>
                  <a:path extrusionOk="0" h="122" w="614">
                    <a:moveTo>
                      <a:pt x="556" y="0"/>
                    </a:moveTo>
                    <a:cubicBezTo>
                      <a:pt x="554" y="0"/>
                      <a:pt x="553" y="0"/>
                      <a:pt x="551" y="1"/>
                    </a:cubicBezTo>
                    <a:cubicBezTo>
                      <a:pt x="412" y="11"/>
                      <a:pt x="275" y="25"/>
                      <a:pt x="134" y="25"/>
                    </a:cubicBezTo>
                    <a:cubicBezTo>
                      <a:pt x="108" y="25"/>
                      <a:pt x="82" y="24"/>
                      <a:pt x="55" y="23"/>
                    </a:cubicBezTo>
                    <a:cubicBezTo>
                      <a:pt x="0" y="23"/>
                      <a:pt x="3" y="104"/>
                      <a:pt x="55" y="111"/>
                    </a:cubicBezTo>
                    <a:cubicBezTo>
                      <a:pt x="125" y="117"/>
                      <a:pt x="197" y="121"/>
                      <a:pt x="268" y="121"/>
                    </a:cubicBezTo>
                    <a:cubicBezTo>
                      <a:pt x="369" y="121"/>
                      <a:pt x="469" y="113"/>
                      <a:pt x="564" y="94"/>
                    </a:cubicBezTo>
                    <a:cubicBezTo>
                      <a:pt x="614" y="85"/>
                      <a:pt x="604" y="0"/>
                      <a:pt x="5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24"/>
              <p:cNvSpPr/>
              <p:nvPr/>
            </p:nvSpPr>
            <p:spPr>
              <a:xfrm>
                <a:off x="8139881" y="4360431"/>
                <a:ext cx="44524" cy="6567"/>
              </a:xfrm>
              <a:custGeom>
                <a:rect b="b" l="l" r="r" t="t"/>
                <a:pathLst>
                  <a:path extrusionOk="0" h="100" w="678">
                    <a:moveTo>
                      <a:pt x="520" y="1"/>
                    </a:moveTo>
                    <a:cubicBezTo>
                      <a:pt x="364" y="1"/>
                      <a:pt x="205" y="8"/>
                      <a:pt x="49" y="21"/>
                    </a:cubicBezTo>
                    <a:cubicBezTo>
                      <a:pt x="8" y="28"/>
                      <a:pt x="0" y="96"/>
                      <a:pt x="46" y="96"/>
                    </a:cubicBezTo>
                    <a:cubicBezTo>
                      <a:pt x="47" y="96"/>
                      <a:pt x="48" y="96"/>
                      <a:pt x="49" y="96"/>
                    </a:cubicBezTo>
                    <a:cubicBezTo>
                      <a:pt x="136" y="91"/>
                      <a:pt x="224" y="89"/>
                      <a:pt x="311" y="89"/>
                    </a:cubicBezTo>
                    <a:cubicBezTo>
                      <a:pt x="413" y="89"/>
                      <a:pt x="513" y="92"/>
                      <a:pt x="612" y="99"/>
                    </a:cubicBezTo>
                    <a:cubicBezTo>
                      <a:pt x="615" y="99"/>
                      <a:pt x="618" y="100"/>
                      <a:pt x="620" y="100"/>
                    </a:cubicBezTo>
                    <a:cubicBezTo>
                      <a:pt x="677" y="100"/>
                      <a:pt x="674" y="2"/>
                      <a:pt x="612" y="2"/>
                    </a:cubicBezTo>
                    <a:cubicBezTo>
                      <a:pt x="582" y="1"/>
                      <a:pt x="551"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24"/>
              <p:cNvSpPr/>
              <p:nvPr/>
            </p:nvSpPr>
            <p:spPr>
              <a:xfrm>
                <a:off x="8170942" y="4307963"/>
                <a:ext cx="62978" cy="103627"/>
              </a:xfrm>
              <a:custGeom>
                <a:rect b="b" l="l" r="r" t="t"/>
                <a:pathLst>
                  <a:path extrusionOk="0" h="1578" w="959">
                    <a:moveTo>
                      <a:pt x="845" y="1"/>
                    </a:moveTo>
                    <a:cubicBezTo>
                      <a:pt x="818" y="1"/>
                      <a:pt x="791" y="16"/>
                      <a:pt x="784" y="49"/>
                    </a:cubicBezTo>
                    <a:cubicBezTo>
                      <a:pt x="706" y="496"/>
                      <a:pt x="658" y="950"/>
                      <a:pt x="629" y="1410"/>
                    </a:cubicBezTo>
                    <a:cubicBezTo>
                      <a:pt x="515" y="1300"/>
                      <a:pt x="428" y="1031"/>
                      <a:pt x="376" y="927"/>
                    </a:cubicBezTo>
                    <a:cubicBezTo>
                      <a:pt x="279" y="746"/>
                      <a:pt x="188" y="558"/>
                      <a:pt x="94" y="373"/>
                    </a:cubicBezTo>
                    <a:cubicBezTo>
                      <a:pt x="86" y="355"/>
                      <a:pt x="72" y="348"/>
                      <a:pt x="59" y="348"/>
                    </a:cubicBezTo>
                    <a:cubicBezTo>
                      <a:pt x="30" y="348"/>
                      <a:pt x="1" y="380"/>
                      <a:pt x="16" y="415"/>
                    </a:cubicBezTo>
                    <a:cubicBezTo>
                      <a:pt x="136" y="687"/>
                      <a:pt x="266" y="950"/>
                      <a:pt x="399" y="1215"/>
                    </a:cubicBezTo>
                    <a:cubicBezTo>
                      <a:pt x="467" y="1348"/>
                      <a:pt x="515" y="1526"/>
                      <a:pt x="674" y="1575"/>
                    </a:cubicBezTo>
                    <a:cubicBezTo>
                      <a:pt x="680" y="1577"/>
                      <a:pt x="687" y="1578"/>
                      <a:pt x="693" y="1578"/>
                    </a:cubicBezTo>
                    <a:cubicBezTo>
                      <a:pt x="726" y="1578"/>
                      <a:pt x="752" y="1549"/>
                      <a:pt x="755" y="1514"/>
                    </a:cubicBezTo>
                    <a:cubicBezTo>
                      <a:pt x="784" y="1060"/>
                      <a:pt x="833" y="610"/>
                      <a:pt x="901" y="163"/>
                    </a:cubicBezTo>
                    <a:cubicBezTo>
                      <a:pt x="933" y="150"/>
                      <a:pt x="959" y="114"/>
                      <a:pt x="933" y="75"/>
                    </a:cubicBezTo>
                    <a:cubicBezTo>
                      <a:pt x="927" y="59"/>
                      <a:pt x="914" y="49"/>
                      <a:pt x="904" y="33"/>
                    </a:cubicBezTo>
                    <a:cubicBezTo>
                      <a:pt x="892" y="12"/>
                      <a:pt x="868" y="1"/>
                      <a:pt x="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24"/>
              <p:cNvSpPr/>
              <p:nvPr/>
            </p:nvSpPr>
            <p:spPr>
              <a:xfrm>
                <a:off x="8243702" y="4368508"/>
                <a:ext cx="18322" cy="12871"/>
              </a:xfrm>
              <a:custGeom>
                <a:rect b="b" l="l" r="r" t="t"/>
                <a:pathLst>
                  <a:path extrusionOk="0" h="196" w="279">
                    <a:moveTo>
                      <a:pt x="194" y="0"/>
                    </a:moveTo>
                    <a:cubicBezTo>
                      <a:pt x="166" y="0"/>
                      <a:pt x="138" y="13"/>
                      <a:pt x="113" y="34"/>
                    </a:cubicBezTo>
                    <a:cubicBezTo>
                      <a:pt x="108" y="33"/>
                      <a:pt x="102" y="32"/>
                      <a:pt x="97" y="32"/>
                    </a:cubicBezTo>
                    <a:cubicBezTo>
                      <a:pt x="61" y="32"/>
                      <a:pt x="27" y="59"/>
                      <a:pt x="16" y="93"/>
                    </a:cubicBezTo>
                    <a:cubicBezTo>
                      <a:pt x="0" y="148"/>
                      <a:pt x="36" y="180"/>
                      <a:pt x="84" y="190"/>
                    </a:cubicBezTo>
                    <a:cubicBezTo>
                      <a:pt x="98" y="194"/>
                      <a:pt x="111" y="195"/>
                      <a:pt x="123" y="195"/>
                    </a:cubicBezTo>
                    <a:cubicBezTo>
                      <a:pt x="198" y="195"/>
                      <a:pt x="261" y="135"/>
                      <a:pt x="269" y="60"/>
                    </a:cubicBezTo>
                    <a:cubicBezTo>
                      <a:pt x="279" y="28"/>
                      <a:pt x="243" y="5"/>
                      <a:pt x="211" y="2"/>
                    </a:cubicBezTo>
                    <a:cubicBezTo>
                      <a:pt x="205" y="1"/>
                      <a:pt x="199" y="0"/>
                      <a:pt x="1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24"/>
              <p:cNvSpPr/>
              <p:nvPr/>
            </p:nvSpPr>
            <p:spPr>
              <a:xfrm>
                <a:off x="8268590" y="4320505"/>
                <a:ext cx="44590" cy="78870"/>
              </a:xfrm>
              <a:custGeom>
                <a:rect b="b" l="l" r="r" t="t"/>
                <a:pathLst>
                  <a:path extrusionOk="0" h="1201" w="679">
                    <a:moveTo>
                      <a:pt x="207" y="0"/>
                    </a:moveTo>
                    <a:cubicBezTo>
                      <a:pt x="198" y="0"/>
                      <a:pt x="188" y="6"/>
                      <a:pt x="181" y="20"/>
                    </a:cubicBezTo>
                    <a:cubicBezTo>
                      <a:pt x="52" y="296"/>
                      <a:pt x="0" y="752"/>
                      <a:pt x="159" y="1028"/>
                    </a:cubicBezTo>
                    <a:cubicBezTo>
                      <a:pt x="217" y="1128"/>
                      <a:pt x="338" y="1200"/>
                      <a:pt x="450" y="1200"/>
                    </a:cubicBezTo>
                    <a:cubicBezTo>
                      <a:pt x="533" y="1200"/>
                      <a:pt x="610" y="1161"/>
                      <a:pt x="654" y="1067"/>
                    </a:cubicBezTo>
                    <a:cubicBezTo>
                      <a:pt x="679" y="1018"/>
                      <a:pt x="642" y="978"/>
                      <a:pt x="602" y="978"/>
                    </a:cubicBezTo>
                    <a:cubicBezTo>
                      <a:pt x="584" y="978"/>
                      <a:pt x="565" y="986"/>
                      <a:pt x="551" y="1005"/>
                    </a:cubicBezTo>
                    <a:cubicBezTo>
                      <a:pt x="513" y="1058"/>
                      <a:pt x="473" y="1079"/>
                      <a:pt x="434" y="1079"/>
                    </a:cubicBezTo>
                    <a:cubicBezTo>
                      <a:pt x="340" y="1079"/>
                      <a:pt x="255" y="951"/>
                      <a:pt x="227" y="866"/>
                    </a:cubicBezTo>
                    <a:cubicBezTo>
                      <a:pt x="204" y="785"/>
                      <a:pt x="194" y="694"/>
                      <a:pt x="191" y="610"/>
                    </a:cubicBezTo>
                    <a:lnTo>
                      <a:pt x="191" y="610"/>
                    </a:lnTo>
                    <a:cubicBezTo>
                      <a:pt x="292" y="613"/>
                      <a:pt x="389" y="610"/>
                      <a:pt x="492" y="623"/>
                    </a:cubicBezTo>
                    <a:cubicBezTo>
                      <a:pt x="494" y="623"/>
                      <a:pt x="496" y="623"/>
                      <a:pt x="498" y="623"/>
                    </a:cubicBezTo>
                    <a:cubicBezTo>
                      <a:pt x="560" y="623"/>
                      <a:pt x="562" y="513"/>
                      <a:pt x="495" y="513"/>
                    </a:cubicBezTo>
                    <a:cubicBezTo>
                      <a:pt x="494" y="513"/>
                      <a:pt x="493" y="513"/>
                      <a:pt x="492" y="513"/>
                    </a:cubicBezTo>
                    <a:cubicBezTo>
                      <a:pt x="389" y="513"/>
                      <a:pt x="288" y="516"/>
                      <a:pt x="191" y="532"/>
                    </a:cubicBezTo>
                    <a:cubicBezTo>
                      <a:pt x="191" y="367"/>
                      <a:pt x="224" y="205"/>
                      <a:pt x="243" y="43"/>
                    </a:cubicBezTo>
                    <a:cubicBezTo>
                      <a:pt x="245" y="22"/>
                      <a:pt x="226" y="0"/>
                      <a:pt x="2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733" name="Google Shape;2733;p24"/>
          <p:cNvGrpSpPr/>
          <p:nvPr/>
        </p:nvGrpSpPr>
        <p:grpSpPr>
          <a:xfrm>
            <a:off x="-507479" y="637812"/>
            <a:ext cx="10366313" cy="4396289"/>
            <a:chOff x="-507479" y="637812"/>
            <a:chExt cx="10366313" cy="4396289"/>
          </a:xfrm>
        </p:grpSpPr>
        <p:grpSp>
          <p:nvGrpSpPr>
            <p:cNvPr id="2734" name="Google Shape;2734;p24"/>
            <p:cNvGrpSpPr/>
            <p:nvPr/>
          </p:nvGrpSpPr>
          <p:grpSpPr>
            <a:xfrm rot="-2520871">
              <a:off x="8466656" y="895447"/>
              <a:ext cx="1026559" cy="668517"/>
              <a:chOff x="6925286" y="2716904"/>
              <a:chExt cx="562593" cy="366373"/>
            </a:xfrm>
          </p:grpSpPr>
          <p:sp>
            <p:nvSpPr>
              <p:cNvPr id="2735" name="Google Shape;2735;p24"/>
              <p:cNvSpPr/>
              <p:nvPr/>
            </p:nvSpPr>
            <p:spPr>
              <a:xfrm>
                <a:off x="6974472" y="2716904"/>
                <a:ext cx="513408" cy="366373"/>
              </a:xfrm>
              <a:custGeom>
                <a:rect b="b" l="l" r="r" t="t"/>
                <a:pathLst>
                  <a:path extrusionOk="0" h="5579" w="7818">
                    <a:moveTo>
                      <a:pt x="3859" y="1235"/>
                    </a:moveTo>
                    <a:cubicBezTo>
                      <a:pt x="4180" y="1618"/>
                      <a:pt x="4478" y="2010"/>
                      <a:pt x="4769" y="2411"/>
                    </a:cubicBezTo>
                    <a:cubicBezTo>
                      <a:pt x="4656" y="2512"/>
                      <a:pt x="4539" y="2609"/>
                      <a:pt x="4426" y="2709"/>
                    </a:cubicBezTo>
                    <a:lnTo>
                      <a:pt x="4108" y="2453"/>
                    </a:lnTo>
                    <a:cubicBezTo>
                      <a:pt x="3888" y="2282"/>
                      <a:pt x="3652" y="2120"/>
                      <a:pt x="3422" y="1951"/>
                    </a:cubicBezTo>
                    <a:cubicBezTo>
                      <a:pt x="3564" y="1718"/>
                      <a:pt x="3710" y="1475"/>
                      <a:pt x="3859" y="1235"/>
                    </a:cubicBezTo>
                    <a:close/>
                    <a:moveTo>
                      <a:pt x="4847" y="2515"/>
                    </a:moveTo>
                    <a:cubicBezTo>
                      <a:pt x="5106" y="2871"/>
                      <a:pt x="5356" y="3231"/>
                      <a:pt x="5612" y="3587"/>
                    </a:cubicBezTo>
                    <a:lnTo>
                      <a:pt x="5378" y="3587"/>
                    </a:lnTo>
                    <a:cubicBezTo>
                      <a:pt x="5106" y="3309"/>
                      <a:pt x="4818" y="3046"/>
                      <a:pt x="4523" y="2790"/>
                    </a:cubicBezTo>
                    <a:cubicBezTo>
                      <a:pt x="4633" y="2696"/>
                      <a:pt x="4737" y="2606"/>
                      <a:pt x="4847" y="2515"/>
                    </a:cubicBezTo>
                    <a:close/>
                    <a:moveTo>
                      <a:pt x="7604" y="182"/>
                    </a:moveTo>
                    <a:lnTo>
                      <a:pt x="7604" y="182"/>
                    </a:lnTo>
                    <a:cubicBezTo>
                      <a:pt x="7585" y="762"/>
                      <a:pt x="7572" y="1345"/>
                      <a:pt x="7581" y="1925"/>
                    </a:cubicBezTo>
                    <a:cubicBezTo>
                      <a:pt x="7588" y="2470"/>
                      <a:pt x="7555" y="3062"/>
                      <a:pt x="7666" y="3600"/>
                    </a:cubicBezTo>
                    <a:cubicBezTo>
                      <a:pt x="7037" y="3600"/>
                      <a:pt x="6405" y="3594"/>
                      <a:pt x="5774" y="3594"/>
                    </a:cubicBezTo>
                    <a:cubicBezTo>
                      <a:pt x="5498" y="3208"/>
                      <a:pt x="5226" y="2819"/>
                      <a:pt x="4948" y="2434"/>
                    </a:cubicBezTo>
                    <a:cubicBezTo>
                      <a:pt x="5832" y="1682"/>
                      <a:pt x="6713" y="924"/>
                      <a:pt x="7604" y="182"/>
                    </a:cubicBezTo>
                    <a:close/>
                    <a:moveTo>
                      <a:pt x="4423" y="2884"/>
                    </a:moveTo>
                    <a:cubicBezTo>
                      <a:pt x="4688" y="3108"/>
                      <a:pt x="4944" y="3344"/>
                      <a:pt x="5191" y="3594"/>
                    </a:cubicBezTo>
                    <a:cubicBezTo>
                      <a:pt x="4633" y="3597"/>
                      <a:pt x="4073" y="3613"/>
                      <a:pt x="3519" y="3652"/>
                    </a:cubicBezTo>
                    <a:cubicBezTo>
                      <a:pt x="3823" y="3399"/>
                      <a:pt x="4121" y="3143"/>
                      <a:pt x="4423" y="2884"/>
                    </a:cubicBezTo>
                    <a:close/>
                    <a:moveTo>
                      <a:pt x="2262" y="1183"/>
                    </a:moveTo>
                    <a:cubicBezTo>
                      <a:pt x="2560" y="1491"/>
                      <a:pt x="2900" y="1747"/>
                      <a:pt x="3244" y="1993"/>
                    </a:cubicBezTo>
                    <a:cubicBezTo>
                      <a:pt x="2822" y="2703"/>
                      <a:pt x="2414" y="3415"/>
                      <a:pt x="2025" y="4138"/>
                    </a:cubicBezTo>
                    <a:cubicBezTo>
                      <a:pt x="1847" y="4137"/>
                      <a:pt x="1669" y="4136"/>
                      <a:pt x="1490" y="4136"/>
                    </a:cubicBezTo>
                    <a:cubicBezTo>
                      <a:pt x="1053" y="4136"/>
                      <a:pt x="616" y="4140"/>
                      <a:pt x="179" y="4154"/>
                    </a:cubicBezTo>
                    <a:cubicBezTo>
                      <a:pt x="940" y="3221"/>
                      <a:pt x="1582" y="2175"/>
                      <a:pt x="2262" y="1183"/>
                    </a:cubicBezTo>
                    <a:close/>
                    <a:moveTo>
                      <a:pt x="3354" y="2071"/>
                    </a:moveTo>
                    <a:cubicBezTo>
                      <a:pt x="3548" y="2207"/>
                      <a:pt x="3746" y="2346"/>
                      <a:pt x="3937" y="2492"/>
                    </a:cubicBezTo>
                    <a:cubicBezTo>
                      <a:pt x="4070" y="2593"/>
                      <a:pt x="4199" y="2696"/>
                      <a:pt x="4329" y="2803"/>
                    </a:cubicBezTo>
                    <a:cubicBezTo>
                      <a:pt x="4008" y="3085"/>
                      <a:pt x="3687" y="3373"/>
                      <a:pt x="3373" y="3665"/>
                    </a:cubicBezTo>
                    <a:cubicBezTo>
                      <a:pt x="3344" y="3675"/>
                      <a:pt x="3341" y="3710"/>
                      <a:pt x="3363" y="3726"/>
                    </a:cubicBezTo>
                    <a:cubicBezTo>
                      <a:pt x="3371" y="3736"/>
                      <a:pt x="3385" y="3742"/>
                      <a:pt x="3398" y="3742"/>
                    </a:cubicBezTo>
                    <a:cubicBezTo>
                      <a:pt x="3408" y="3742"/>
                      <a:pt x="3417" y="3740"/>
                      <a:pt x="3425" y="3733"/>
                    </a:cubicBezTo>
                    <a:cubicBezTo>
                      <a:pt x="3957" y="3768"/>
                      <a:pt x="4492" y="3776"/>
                      <a:pt x="5029" y="3776"/>
                    </a:cubicBezTo>
                    <a:cubicBezTo>
                      <a:pt x="5142" y="3776"/>
                      <a:pt x="5255" y="3776"/>
                      <a:pt x="5369" y="3775"/>
                    </a:cubicBezTo>
                    <a:cubicBezTo>
                      <a:pt x="5492" y="3901"/>
                      <a:pt x="5612" y="4031"/>
                      <a:pt x="5725" y="4164"/>
                    </a:cubicBezTo>
                    <a:cubicBezTo>
                      <a:pt x="5285" y="4152"/>
                      <a:pt x="4844" y="4149"/>
                      <a:pt x="4404" y="4149"/>
                    </a:cubicBezTo>
                    <a:cubicBezTo>
                      <a:pt x="3995" y="4149"/>
                      <a:pt x="3587" y="4151"/>
                      <a:pt x="3179" y="4151"/>
                    </a:cubicBezTo>
                    <a:cubicBezTo>
                      <a:pt x="3086" y="4151"/>
                      <a:pt x="2993" y="4151"/>
                      <a:pt x="2900" y="4151"/>
                    </a:cubicBezTo>
                    <a:cubicBezTo>
                      <a:pt x="2651" y="4151"/>
                      <a:pt x="2408" y="4148"/>
                      <a:pt x="2162" y="4148"/>
                    </a:cubicBezTo>
                    <a:cubicBezTo>
                      <a:pt x="2547" y="3448"/>
                      <a:pt x="2942" y="2755"/>
                      <a:pt x="3354" y="2071"/>
                    </a:cubicBezTo>
                    <a:close/>
                    <a:moveTo>
                      <a:pt x="5738" y="3762"/>
                    </a:moveTo>
                    <a:cubicBezTo>
                      <a:pt x="6127" y="4310"/>
                      <a:pt x="6519" y="4844"/>
                      <a:pt x="6950" y="5359"/>
                    </a:cubicBezTo>
                    <a:cubicBezTo>
                      <a:pt x="5997" y="5401"/>
                      <a:pt x="5041" y="5430"/>
                      <a:pt x="4089" y="5443"/>
                    </a:cubicBezTo>
                    <a:cubicBezTo>
                      <a:pt x="3623" y="5450"/>
                      <a:pt x="3159" y="5450"/>
                      <a:pt x="2693" y="5450"/>
                    </a:cubicBezTo>
                    <a:cubicBezTo>
                      <a:pt x="2453" y="5450"/>
                      <a:pt x="2207" y="5438"/>
                      <a:pt x="1963" y="5438"/>
                    </a:cubicBezTo>
                    <a:cubicBezTo>
                      <a:pt x="1785" y="5438"/>
                      <a:pt x="1607" y="5444"/>
                      <a:pt x="1433" y="5466"/>
                    </a:cubicBezTo>
                    <a:cubicBezTo>
                      <a:pt x="1646" y="5071"/>
                      <a:pt x="1867" y="4672"/>
                      <a:pt x="2084" y="4277"/>
                    </a:cubicBezTo>
                    <a:lnTo>
                      <a:pt x="2900" y="4277"/>
                    </a:lnTo>
                    <a:cubicBezTo>
                      <a:pt x="3574" y="4280"/>
                      <a:pt x="4250" y="4290"/>
                      <a:pt x="4924" y="4290"/>
                    </a:cubicBezTo>
                    <a:cubicBezTo>
                      <a:pt x="5196" y="4290"/>
                      <a:pt x="5467" y="4288"/>
                      <a:pt x="5738" y="4284"/>
                    </a:cubicBezTo>
                    <a:cubicBezTo>
                      <a:pt x="5787" y="4284"/>
                      <a:pt x="5806" y="4235"/>
                      <a:pt x="5793" y="4199"/>
                    </a:cubicBezTo>
                    <a:cubicBezTo>
                      <a:pt x="5842" y="4196"/>
                      <a:pt x="5881" y="4131"/>
                      <a:pt x="5838" y="4086"/>
                    </a:cubicBezTo>
                    <a:cubicBezTo>
                      <a:pt x="5741" y="3976"/>
                      <a:pt x="5644" y="3872"/>
                      <a:pt x="5547" y="3765"/>
                    </a:cubicBezTo>
                    <a:cubicBezTo>
                      <a:pt x="5612" y="3765"/>
                      <a:pt x="5673" y="3765"/>
                      <a:pt x="5738" y="3762"/>
                    </a:cubicBezTo>
                    <a:close/>
                    <a:moveTo>
                      <a:pt x="7678" y="0"/>
                    </a:moveTo>
                    <a:cubicBezTo>
                      <a:pt x="7667" y="0"/>
                      <a:pt x="7656" y="3"/>
                      <a:pt x="7646" y="7"/>
                    </a:cubicBezTo>
                    <a:cubicBezTo>
                      <a:pt x="7639" y="5"/>
                      <a:pt x="7632" y="4"/>
                      <a:pt x="7625" y="4"/>
                    </a:cubicBezTo>
                    <a:cubicBezTo>
                      <a:pt x="7609" y="4"/>
                      <a:pt x="7595" y="9"/>
                      <a:pt x="7581" y="20"/>
                    </a:cubicBezTo>
                    <a:cubicBezTo>
                      <a:pt x="6668" y="778"/>
                      <a:pt x="5761" y="1540"/>
                      <a:pt x="4867" y="2317"/>
                    </a:cubicBezTo>
                    <a:cubicBezTo>
                      <a:pt x="4556" y="1893"/>
                      <a:pt x="4235" y="1472"/>
                      <a:pt x="3895" y="1070"/>
                    </a:cubicBezTo>
                    <a:cubicBezTo>
                      <a:pt x="3883" y="1057"/>
                      <a:pt x="3867" y="1051"/>
                      <a:pt x="3851" y="1051"/>
                    </a:cubicBezTo>
                    <a:cubicBezTo>
                      <a:pt x="3827" y="1051"/>
                      <a:pt x="3803" y="1064"/>
                      <a:pt x="3791" y="1083"/>
                    </a:cubicBezTo>
                    <a:cubicBezTo>
                      <a:pt x="3629" y="1345"/>
                      <a:pt x="3470" y="1608"/>
                      <a:pt x="3312" y="1870"/>
                    </a:cubicBezTo>
                    <a:cubicBezTo>
                      <a:pt x="2955" y="1618"/>
                      <a:pt x="2602" y="1349"/>
                      <a:pt x="2301" y="1025"/>
                    </a:cubicBezTo>
                    <a:cubicBezTo>
                      <a:pt x="2288" y="1012"/>
                      <a:pt x="2272" y="1006"/>
                      <a:pt x="2256" y="1006"/>
                    </a:cubicBezTo>
                    <a:cubicBezTo>
                      <a:pt x="2233" y="1006"/>
                      <a:pt x="2209" y="1018"/>
                      <a:pt x="2194" y="1038"/>
                    </a:cubicBezTo>
                    <a:cubicBezTo>
                      <a:pt x="1484" y="2074"/>
                      <a:pt x="798" y="3134"/>
                      <a:pt x="59" y="4151"/>
                    </a:cubicBezTo>
                    <a:lnTo>
                      <a:pt x="53" y="4151"/>
                    </a:lnTo>
                    <a:cubicBezTo>
                      <a:pt x="1" y="4154"/>
                      <a:pt x="1" y="4229"/>
                      <a:pt x="53" y="4232"/>
                    </a:cubicBezTo>
                    <a:lnTo>
                      <a:pt x="88" y="4232"/>
                    </a:lnTo>
                    <a:cubicBezTo>
                      <a:pt x="707" y="4261"/>
                      <a:pt x="1329" y="4264"/>
                      <a:pt x="1944" y="4264"/>
                    </a:cubicBezTo>
                    <a:cubicBezTo>
                      <a:pt x="1724" y="4672"/>
                      <a:pt x="1510" y="5087"/>
                      <a:pt x="1303" y="5508"/>
                    </a:cubicBezTo>
                    <a:cubicBezTo>
                      <a:pt x="1287" y="5539"/>
                      <a:pt x="1315" y="5567"/>
                      <a:pt x="1340" y="5567"/>
                    </a:cubicBezTo>
                    <a:cubicBezTo>
                      <a:pt x="1352" y="5567"/>
                      <a:pt x="1364" y="5561"/>
                      <a:pt x="1371" y="5547"/>
                    </a:cubicBezTo>
                    <a:cubicBezTo>
                      <a:pt x="1378" y="5541"/>
                      <a:pt x="1381" y="5531"/>
                      <a:pt x="1384" y="5528"/>
                    </a:cubicBezTo>
                    <a:cubicBezTo>
                      <a:pt x="1620" y="5569"/>
                      <a:pt x="1866" y="5579"/>
                      <a:pt x="2111" y="5579"/>
                    </a:cubicBezTo>
                    <a:cubicBezTo>
                      <a:pt x="2303" y="5579"/>
                      <a:pt x="2495" y="5573"/>
                      <a:pt x="2683" y="5573"/>
                    </a:cubicBezTo>
                    <a:cubicBezTo>
                      <a:pt x="2800" y="5574"/>
                      <a:pt x="2916" y="5574"/>
                      <a:pt x="3033" y="5574"/>
                    </a:cubicBezTo>
                    <a:cubicBezTo>
                      <a:pt x="3383" y="5574"/>
                      <a:pt x="3733" y="5571"/>
                      <a:pt x="4083" y="5563"/>
                    </a:cubicBezTo>
                    <a:cubicBezTo>
                      <a:pt x="5035" y="5554"/>
                      <a:pt x="5987" y="5524"/>
                      <a:pt x="6940" y="5479"/>
                    </a:cubicBezTo>
                    <a:cubicBezTo>
                      <a:pt x="6979" y="5479"/>
                      <a:pt x="7001" y="5447"/>
                      <a:pt x="7005" y="5414"/>
                    </a:cubicBezTo>
                    <a:cubicBezTo>
                      <a:pt x="7012" y="5418"/>
                      <a:pt x="7019" y="5419"/>
                      <a:pt x="7026" y="5419"/>
                    </a:cubicBezTo>
                    <a:cubicBezTo>
                      <a:pt x="7072" y="5419"/>
                      <a:pt x="7115" y="5352"/>
                      <a:pt x="7076" y="5301"/>
                    </a:cubicBezTo>
                    <a:cubicBezTo>
                      <a:pt x="6655" y="4802"/>
                      <a:pt x="6273" y="4277"/>
                      <a:pt x="5890" y="3746"/>
                    </a:cubicBezTo>
                    <a:cubicBezTo>
                      <a:pt x="6506" y="3733"/>
                      <a:pt x="7118" y="3717"/>
                      <a:pt x="7724" y="3714"/>
                    </a:cubicBezTo>
                    <a:cubicBezTo>
                      <a:pt x="7729" y="3714"/>
                      <a:pt x="7735" y="3715"/>
                      <a:pt x="7739" y="3715"/>
                    </a:cubicBezTo>
                    <a:cubicBezTo>
                      <a:pt x="7818" y="3715"/>
                      <a:pt x="7813" y="3600"/>
                      <a:pt x="7734" y="3597"/>
                    </a:cubicBezTo>
                    <a:cubicBezTo>
                      <a:pt x="7792" y="3027"/>
                      <a:pt x="7714" y="2424"/>
                      <a:pt x="7711" y="1851"/>
                    </a:cubicBezTo>
                    <a:cubicBezTo>
                      <a:pt x="7704" y="1255"/>
                      <a:pt x="7717" y="662"/>
                      <a:pt x="7743" y="66"/>
                    </a:cubicBezTo>
                    <a:cubicBezTo>
                      <a:pt x="7746" y="22"/>
                      <a:pt x="7712" y="0"/>
                      <a:pt x="76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24"/>
              <p:cNvSpPr/>
              <p:nvPr/>
            </p:nvSpPr>
            <p:spPr>
              <a:xfrm>
                <a:off x="6925286" y="2954095"/>
                <a:ext cx="32375" cy="47020"/>
              </a:xfrm>
              <a:custGeom>
                <a:rect b="b" l="l" r="r" t="t"/>
                <a:pathLst>
                  <a:path extrusionOk="0" h="716" w="493">
                    <a:moveTo>
                      <a:pt x="209" y="215"/>
                    </a:moveTo>
                    <a:lnTo>
                      <a:pt x="270" y="348"/>
                    </a:lnTo>
                    <a:cubicBezTo>
                      <a:pt x="273" y="361"/>
                      <a:pt x="283" y="380"/>
                      <a:pt x="296" y="406"/>
                    </a:cubicBezTo>
                    <a:cubicBezTo>
                      <a:pt x="248" y="406"/>
                      <a:pt x="199" y="409"/>
                      <a:pt x="150" y="419"/>
                    </a:cubicBezTo>
                    <a:cubicBezTo>
                      <a:pt x="167" y="348"/>
                      <a:pt x="186" y="280"/>
                      <a:pt x="209" y="215"/>
                    </a:cubicBezTo>
                    <a:close/>
                    <a:moveTo>
                      <a:pt x="204" y="1"/>
                    </a:moveTo>
                    <a:cubicBezTo>
                      <a:pt x="177" y="1"/>
                      <a:pt x="150" y="18"/>
                      <a:pt x="141" y="46"/>
                    </a:cubicBezTo>
                    <a:cubicBezTo>
                      <a:pt x="95" y="176"/>
                      <a:pt x="56" y="309"/>
                      <a:pt x="31" y="442"/>
                    </a:cubicBezTo>
                    <a:cubicBezTo>
                      <a:pt x="14" y="458"/>
                      <a:pt x="14" y="484"/>
                      <a:pt x="24" y="500"/>
                    </a:cubicBezTo>
                    <a:cubicBezTo>
                      <a:pt x="14" y="555"/>
                      <a:pt x="8" y="617"/>
                      <a:pt x="5" y="672"/>
                    </a:cubicBezTo>
                    <a:cubicBezTo>
                      <a:pt x="1" y="699"/>
                      <a:pt x="25" y="715"/>
                      <a:pt x="49" y="715"/>
                    </a:cubicBezTo>
                    <a:cubicBezTo>
                      <a:pt x="68" y="715"/>
                      <a:pt x="86" y="706"/>
                      <a:pt x="92" y="685"/>
                    </a:cubicBezTo>
                    <a:cubicBezTo>
                      <a:pt x="105" y="630"/>
                      <a:pt x="112" y="575"/>
                      <a:pt x="124" y="519"/>
                    </a:cubicBezTo>
                    <a:cubicBezTo>
                      <a:pt x="193" y="516"/>
                      <a:pt x="267" y="510"/>
                      <a:pt x="335" y="506"/>
                    </a:cubicBezTo>
                    <a:cubicBezTo>
                      <a:pt x="338" y="523"/>
                      <a:pt x="345" y="539"/>
                      <a:pt x="348" y="552"/>
                    </a:cubicBezTo>
                    <a:cubicBezTo>
                      <a:pt x="335" y="565"/>
                      <a:pt x="329" y="575"/>
                      <a:pt x="329" y="591"/>
                    </a:cubicBezTo>
                    <a:lnTo>
                      <a:pt x="329" y="604"/>
                    </a:lnTo>
                    <a:cubicBezTo>
                      <a:pt x="329" y="623"/>
                      <a:pt x="338" y="646"/>
                      <a:pt x="354" y="655"/>
                    </a:cubicBezTo>
                    <a:lnTo>
                      <a:pt x="364" y="662"/>
                    </a:lnTo>
                    <a:cubicBezTo>
                      <a:pt x="374" y="667"/>
                      <a:pt x="384" y="669"/>
                      <a:pt x="393" y="669"/>
                    </a:cubicBezTo>
                    <a:cubicBezTo>
                      <a:pt x="414" y="669"/>
                      <a:pt x="433" y="657"/>
                      <a:pt x="448" y="639"/>
                    </a:cubicBezTo>
                    <a:cubicBezTo>
                      <a:pt x="481" y="600"/>
                      <a:pt x="471" y="542"/>
                      <a:pt x="452" y="487"/>
                    </a:cubicBezTo>
                    <a:cubicBezTo>
                      <a:pt x="493" y="462"/>
                      <a:pt x="484" y="393"/>
                      <a:pt x="430" y="393"/>
                    </a:cubicBezTo>
                    <a:cubicBezTo>
                      <a:pt x="428" y="393"/>
                      <a:pt x="427" y="393"/>
                      <a:pt x="426" y="393"/>
                    </a:cubicBezTo>
                    <a:lnTo>
                      <a:pt x="419" y="393"/>
                    </a:lnTo>
                    <a:cubicBezTo>
                      <a:pt x="416" y="387"/>
                      <a:pt x="416" y="380"/>
                      <a:pt x="413" y="374"/>
                    </a:cubicBezTo>
                    <a:cubicBezTo>
                      <a:pt x="371" y="257"/>
                      <a:pt x="316" y="137"/>
                      <a:pt x="254" y="30"/>
                    </a:cubicBezTo>
                    <a:cubicBezTo>
                      <a:pt x="242" y="10"/>
                      <a:pt x="223" y="1"/>
                      <a:pt x="2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24"/>
              <p:cNvSpPr/>
              <p:nvPr/>
            </p:nvSpPr>
            <p:spPr>
              <a:xfrm>
                <a:off x="7221712" y="3023243"/>
                <a:ext cx="34083" cy="42357"/>
              </a:xfrm>
              <a:custGeom>
                <a:rect b="b" l="l" r="r" t="t"/>
                <a:pathLst>
                  <a:path extrusionOk="0" h="645" w="519">
                    <a:moveTo>
                      <a:pt x="185" y="75"/>
                    </a:moveTo>
                    <a:cubicBezTo>
                      <a:pt x="207" y="75"/>
                      <a:pt x="229" y="83"/>
                      <a:pt x="246" y="101"/>
                    </a:cubicBezTo>
                    <a:cubicBezTo>
                      <a:pt x="292" y="150"/>
                      <a:pt x="269" y="231"/>
                      <a:pt x="204" y="250"/>
                    </a:cubicBezTo>
                    <a:cubicBezTo>
                      <a:pt x="150" y="266"/>
                      <a:pt x="155" y="357"/>
                      <a:pt x="211" y="357"/>
                    </a:cubicBezTo>
                    <a:cubicBezTo>
                      <a:pt x="212" y="357"/>
                      <a:pt x="213" y="357"/>
                      <a:pt x="214" y="357"/>
                    </a:cubicBezTo>
                    <a:cubicBezTo>
                      <a:pt x="217" y="357"/>
                      <a:pt x="224" y="357"/>
                      <a:pt x="227" y="354"/>
                    </a:cubicBezTo>
                    <a:cubicBezTo>
                      <a:pt x="250" y="349"/>
                      <a:pt x="273" y="345"/>
                      <a:pt x="296" y="345"/>
                    </a:cubicBezTo>
                    <a:cubicBezTo>
                      <a:pt x="305" y="345"/>
                      <a:pt x="315" y="346"/>
                      <a:pt x="324" y="348"/>
                    </a:cubicBezTo>
                    <a:cubicBezTo>
                      <a:pt x="356" y="357"/>
                      <a:pt x="402" y="374"/>
                      <a:pt x="392" y="412"/>
                    </a:cubicBezTo>
                    <a:cubicBezTo>
                      <a:pt x="386" y="442"/>
                      <a:pt x="327" y="461"/>
                      <a:pt x="308" y="467"/>
                    </a:cubicBezTo>
                    <a:cubicBezTo>
                      <a:pt x="256" y="484"/>
                      <a:pt x="204" y="484"/>
                      <a:pt x="156" y="493"/>
                    </a:cubicBezTo>
                    <a:cubicBezTo>
                      <a:pt x="149" y="487"/>
                      <a:pt x="146" y="484"/>
                      <a:pt x="139" y="477"/>
                    </a:cubicBezTo>
                    <a:cubicBezTo>
                      <a:pt x="139" y="364"/>
                      <a:pt x="117" y="247"/>
                      <a:pt x="78" y="143"/>
                    </a:cubicBezTo>
                    <a:lnTo>
                      <a:pt x="81" y="137"/>
                    </a:lnTo>
                    <a:cubicBezTo>
                      <a:pt x="100" y="101"/>
                      <a:pt x="143" y="75"/>
                      <a:pt x="185" y="75"/>
                    </a:cubicBezTo>
                    <a:close/>
                    <a:moveTo>
                      <a:pt x="206" y="0"/>
                    </a:moveTo>
                    <a:cubicBezTo>
                      <a:pt x="138" y="0"/>
                      <a:pt x="69" y="39"/>
                      <a:pt x="36" y="101"/>
                    </a:cubicBezTo>
                    <a:cubicBezTo>
                      <a:pt x="16" y="105"/>
                      <a:pt x="0" y="118"/>
                      <a:pt x="0" y="137"/>
                    </a:cubicBezTo>
                    <a:cubicBezTo>
                      <a:pt x="16" y="267"/>
                      <a:pt x="29" y="390"/>
                      <a:pt x="26" y="519"/>
                    </a:cubicBezTo>
                    <a:cubicBezTo>
                      <a:pt x="26" y="526"/>
                      <a:pt x="26" y="535"/>
                      <a:pt x="29" y="542"/>
                    </a:cubicBezTo>
                    <a:cubicBezTo>
                      <a:pt x="26" y="552"/>
                      <a:pt x="26" y="555"/>
                      <a:pt x="20" y="565"/>
                    </a:cubicBezTo>
                    <a:cubicBezTo>
                      <a:pt x="7" y="606"/>
                      <a:pt x="45" y="645"/>
                      <a:pt x="84" y="645"/>
                    </a:cubicBezTo>
                    <a:cubicBezTo>
                      <a:pt x="94" y="645"/>
                      <a:pt x="104" y="642"/>
                      <a:pt x="113" y="636"/>
                    </a:cubicBezTo>
                    <a:cubicBezTo>
                      <a:pt x="230" y="558"/>
                      <a:pt x="505" y="613"/>
                      <a:pt x="509" y="396"/>
                    </a:cubicBezTo>
                    <a:cubicBezTo>
                      <a:pt x="518" y="296"/>
                      <a:pt x="437" y="250"/>
                      <a:pt x="353" y="244"/>
                    </a:cubicBezTo>
                    <a:cubicBezTo>
                      <a:pt x="382" y="182"/>
                      <a:pt x="376" y="114"/>
                      <a:pt x="327" y="56"/>
                    </a:cubicBezTo>
                    <a:cubicBezTo>
                      <a:pt x="295" y="17"/>
                      <a:pt x="251" y="0"/>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24"/>
              <p:cNvSpPr/>
              <p:nvPr/>
            </p:nvSpPr>
            <p:spPr>
              <a:xfrm>
                <a:off x="7422721" y="2861438"/>
                <a:ext cx="45115" cy="39402"/>
              </a:xfrm>
              <a:custGeom>
                <a:rect b="b" l="l" r="r" t="t"/>
                <a:pathLst>
                  <a:path extrusionOk="0" h="600" w="687">
                    <a:moveTo>
                      <a:pt x="485" y="1"/>
                    </a:moveTo>
                    <a:cubicBezTo>
                      <a:pt x="376" y="1"/>
                      <a:pt x="266" y="50"/>
                      <a:pt x="182" y="120"/>
                    </a:cubicBezTo>
                    <a:cubicBezTo>
                      <a:pt x="98" y="188"/>
                      <a:pt x="1" y="311"/>
                      <a:pt x="59" y="427"/>
                    </a:cubicBezTo>
                    <a:cubicBezTo>
                      <a:pt x="115" y="537"/>
                      <a:pt x="257" y="599"/>
                      <a:pt x="394" y="599"/>
                    </a:cubicBezTo>
                    <a:cubicBezTo>
                      <a:pt x="502" y="599"/>
                      <a:pt x="607" y="560"/>
                      <a:pt x="661" y="476"/>
                    </a:cubicBezTo>
                    <a:cubicBezTo>
                      <a:pt x="687" y="442"/>
                      <a:pt x="655" y="388"/>
                      <a:pt x="615" y="388"/>
                    </a:cubicBezTo>
                    <a:cubicBezTo>
                      <a:pt x="609" y="388"/>
                      <a:pt x="603" y="389"/>
                      <a:pt x="597" y="392"/>
                    </a:cubicBezTo>
                    <a:cubicBezTo>
                      <a:pt x="532" y="414"/>
                      <a:pt x="483" y="460"/>
                      <a:pt x="409" y="463"/>
                    </a:cubicBezTo>
                    <a:cubicBezTo>
                      <a:pt x="398" y="464"/>
                      <a:pt x="386" y="465"/>
                      <a:pt x="373" y="465"/>
                    </a:cubicBezTo>
                    <a:cubicBezTo>
                      <a:pt x="307" y="465"/>
                      <a:pt x="224" y="443"/>
                      <a:pt x="188" y="392"/>
                    </a:cubicBezTo>
                    <a:cubicBezTo>
                      <a:pt x="127" y="307"/>
                      <a:pt x="253" y="210"/>
                      <a:pt x="311" y="168"/>
                    </a:cubicBezTo>
                    <a:cubicBezTo>
                      <a:pt x="383" y="123"/>
                      <a:pt x="454" y="107"/>
                      <a:pt x="535" y="97"/>
                    </a:cubicBezTo>
                    <a:cubicBezTo>
                      <a:pt x="593" y="87"/>
                      <a:pt x="571" y="6"/>
                      <a:pt x="522" y="3"/>
                    </a:cubicBezTo>
                    <a:cubicBezTo>
                      <a:pt x="510" y="2"/>
                      <a:pt x="497" y="1"/>
                      <a:pt x="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9" name="Google Shape;2739;p24"/>
            <p:cNvGrpSpPr/>
            <p:nvPr/>
          </p:nvGrpSpPr>
          <p:grpSpPr>
            <a:xfrm rot="3247306">
              <a:off x="-272169" y="3564361"/>
              <a:ext cx="765347" cy="971813"/>
              <a:chOff x="7996659" y="1819688"/>
              <a:chExt cx="419434" cy="532584"/>
            </a:xfrm>
          </p:grpSpPr>
          <p:sp>
            <p:nvSpPr>
              <p:cNvPr id="2740" name="Google Shape;2740;p24"/>
              <p:cNvSpPr/>
              <p:nvPr/>
            </p:nvSpPr>
            <p:spPr>
              <a:xfrm>
                <a:off x="7996659" y="1819688"/>
                <a:ext cx="419434" cy="532584"/>
              </a:xfrm>
              <a:custGeom>
                <a:rect b="b" l="l" r="r" t="t"/>
                <a:pathLst>
                  <a:path extrusionOk="0" h="8110" w="6387">
                    <a:moveTo>
                      <a:pt x="3158" y="136"/>
                    </a:moveTo>
                    <a:cubicBezTo>
                      <a:pt x="3547" y="136"/>
                      <a:pt x="3936" y="167"/>
                      <a:pt x="4316" y="246"/>
                    </a:cubicBezTo>
                    <a:cubicBezTo>
                      <a:pt x="4750" y="336"/>
                      <a:pt x="5366" y="485"/>
                      <a:pt x="5647" y="855"/>
                    </a:cubicBezTo>
                    <a:cubicBezTo>
                      <a:pt x="6386" y="1817"/>
                      <a:pt x="3548" y="1992"/>
                      <a:pt x="3078" y="1995"/>
                    </a:cubicBezTo>
                    <a:cubicBezTo>
                      <a:pt x="3044" y="1996"/>
                      <a:pt x="3009" y="1996"/>
                      <a:pt x="2974" y="1996"/>
                    </a:cubicBezTo>
                    <a:cubicBezTo>
                      <a:pt x="2484" y="1996"/>
                      <a:pt x="1994" y="1953"/>
                      <a:pt x="1511" y="1866"/>
                    </a:cubicBezTo>
                    <a:cubicBezTo>
                      <a:pt x="1313" y="1830"/>
                      <a:pt x="769" y="1713"/>
                      <a:pt x="458" y="1493"/>
                    </a:cubicBezTo>
                    <a:cubicBezTo>
                      <a:pt x="399" y="1418"/>
                      <a:pt x="335" y="1344"/>
                      <a:pt x="263" y="1276"/>
                    </a:cubicBezTo>
                    <a:cubicBezTo>
                      <a:pt x="231" y="1208"/>
                      <a:pt x="221" y="1133"/>
                      <a:pt x="247" y="1059"/>
                    </a:cubicBezTo>
                    <a:cubicBezTo>
                      <a:pt x="250" y="1052"/>
                      <a:pt x="254" y="1049"/>
                      <a:pt x="260" y="1039"/>
                    </a:cubicBezTo>
                    <a:cubicBezTo>
                      <a:pt x="684" y="174"/>
                      <a:pt x="2013" y="174"/>
                      <a:pt x="2845" y="142"/>
                    </a:cubicBezTo>
                    <a:cubicBezTo>
                      <a:pt x="2950" y="138"/>
                      <a:pt x="3054" y="136"/>
                      <a:pt x="3158" y="136"/>
                    </a:cubicBezTo>
                    <a:close/>
                    <a:moveTo>
                      <a:pt x="5453" y="1739"/>
                    </a:moveTo>
                    <a:lnTo>
                      <a:pt x="5453" y="1739"/>
                    </a:lnTo>
                    <a:cubicBezTo>
                      <a:pt x="4896" y="2445"/>
                      <a:pt x="4698" y="3349"/>
                      <a:pt x="4701" y="4266"/>
                    </a:cubicBezTo>
                    <a:cubicBezTo>
                      <a:pt x="4685" y="4266"/>
                      <a:pt x="4666" y="4273"/>
                      <a:pt x="4653" y="4289"/>
                    </a:cubicBezTo>
                    <a:cubicBezTo>
                      <a:pt x="4372" y="4750"/>
                      <a:pt x="3818" y="4855"/>
                      <a:pt x="3305" y="4855"/>
                    </a:cubicBezTo>
                    <a:cubicBezTo>
                      <a:pt x="3256" y="4855"/>
                      <a:pt x="3207" y="4854"/>
                      <a:pt x="3159" y="4852"/>
                    </a:cubicBezTo>
                    <a:cubicBezTo>
                      <a:pt x="2631" y="4833"/>
                      <a:pt x="2009" y="4703"/>
                      <a:pt x="1643" y="4292"/>
                    </a:cubicBezTo>
                    <a:cubicBezTo>
                      <a:pt x="1702" y="3813"/>
                      <a:pt x="1559" y="3365"/>
                      <a:pt x="1329" y="2922"/>
                    </a:cubicBezTo>
                    <a:cubicBezTo>
                      <a:pt x="1125" y="2523"/>
                      <a:pt x="918" y="2112"/>
                      <a:pt x="655" y="1742"/>
                    </a:cubicBezTo>
                    <a:lnTo>
                      <a:pt x="655" y="1742"/>
                    </a:lnTo>
                    <a:cubicBezTo>
                      <a:pt x="931" y="1885"/>
                      <a:pt x="1251" y="1950"/>
                      <a:pt x="1543" y="2002"/>
                    </a:cubicBezTo>
                    <a:cubicBezTo>
                      <a:pt x="2039" y="2087"/>
                      <a:pt x="2549" y="2133"/>
                      <a:pt x="3060" y="2133"/>
                    </a:cubicBezTo>
                    <a:cubicBezTo>
                      <a:pt x="3658" y="2133"/>
                      <a:pt x="4256" y="2070"/>
                      <a:pt x="4831" y="1934"/>
                    </a:cubicBezTo>
                    <a:cubicBezTo>
                      <a:pt x="5022" y="1888"/>
                      <a:pt x="5252" y="1830"/>
                      <a:pt x="5453" y="1739"/>
                    </a:cubicBezTo>
                    <a:close/>
                    <a:moveTo>
                      <a:pt x="1627" y="4431"/>
                    </a:moveTo>
                    <a:cubicBezTo>
                      <a:pt x="1983" y="4882"/>
                      <a:pt x="2758" y="4985"/>
                      <a:pt x="3279" y="4985"/>
                    </a:cubicBezTo>
                    <a:cubicBezTo>
                      <a:pt x="3736" y="4985"/>
                      <a:pt x="4462" y="4907"/>
                      <a:pt x="4705" y="4451"/>
                    </a:cubicBezTo>
                    <a:cubicBezTo>
                      <a:pt x="4724" y="4982"/>
                      <a:pt x="4967" y="5432"/>
                      <a:pt x="5252" y="5870"/>
                    </a:cubicBezTo>
                    <a:cubicBezTo>
                      <a:pt x="5408" y="6113"/>
                      <a:pt x="5586" y="6349"/>
                      <a:pt x="5712" y="6615"/>
                    </a:cubicBezTo>
                    <a:cubicBezTo>
                      <a:pt x="5997" y="7191"/>
                      <a:pt x="5615" y="7499"/>
                      <a:pt x="5106" y="7677"/>
                    </a:cubicBezTo>
                    <a:cubicBezTo>
                      <a:pt x="4455" y="7904"/>
                      <a:pt x="3762" y="7975"/>
                      <a:pt x="3072" y="7979"/>
                    </a:cubicBezTo>
                    <a:cubicBezTo>
                      <a:pt x="2992" y="7979"/>
                      <a:pt x="2912" y="7979"/>
                      <a:pt x="2831" y="7979"/>
                    </a:cubicBezTo>
                    <a:cubicBezTo>
                      <a:pt x="2247" y="7979"/>
                      <a:pt x="1634" y="7961"/>
                      <a:pt x="1073" y="7813"/>
                    </a:cubicBezTo>
                    <a:cubicBezTo>
                      <a:pt x="707" y="7716"/>
                      <a:pt x="150" y="7525"/>
                      <a:pt x="241" y="7046"/>
                    </a:cubicBezTo>
                    <a:cubicBezTo>
                      <a:pt x="305" y="6728"/>
                      <a:pt x="548" y="6407"/>
                      <a:pt x="733" y="6145"/>
                    </a:cubicBezTo>
                    <a:cubicBezTo>
                      <a:pt x="1060" y="5662"/>
                      <a:pt x="1417" y="5193"/>
                      <a:pt x="1582" y="4626"/>
                    </a:cubicBezTo>
                    <a:cubicBezTo>
                      <a:pt x="1601" y="4561"/>
                      <a:pt x="1614" y="4496"/>
                      <a:pt x="1627" y="4431"/>
                    </a:cubicBezTo>
                    <a:close/>
                    <a:moveTo>
                      <a:pt x="3211" y="1"/>
                    </a:moveTo>
                    <a:cubicBezTo>
                      <a:pt x="3107" y="1"/>
                      <a:pt x="3005" y="3"/>
                      <a:pt x="2907" y="6"/>
                    </a:cubicBezTo>
                    <a:cubicBezTo>
                      <a:pt x="2356" y="22"/>
                      <a:pt x="1776" y="74"/>
                      <a:pt x="1238" y="200"/>
                    </a:cubicBezTo>
                    <a:cubicBezTo>
                      <a:pt x="782" y="307"/>
                      <a:pt x="357" y="531"/>
                      <a:pt x="156" y="978"/>
                    </a:cubicBezTo>
                    <a:cubicBezTo>
                      <a:pt x="150" y="997"/>
                      <a:pt x="153" y="1017"/>
                      <a:pt x="160" y="1033"/>
                    </a:cubicBezTo>
                    <a:cubicBezTo>
                      <a:pt x="143" y="1085"/>
                      <a:pt x="143" y="1143"/>
                      <a:pt x="156" y="1195"/>
                    </a:cubicBezTo>
                    <a:cubicBezTo>
                      <a:pt x="134" y="1205"/>
                      <a:pt x="114" y="1237"/>
                      <a:pt x="137" y="1263"/>
                    </a:cubicBezTo>
                    <a:lnTo>
                      <a:pt x="234" y="1386"/>
                    </a:lnTo>
                    <a:cubicBezTo>
                      <a:pt x="263" y="1431"/>
                      <a:pt x="296" y="1470"/>
                      <a:pt x="331" y="1506"/>
                    </a:cubicBezTo>
                    <a:cubicBezTo>
                      <a:pt x="704" y="1998"/>
                      <a:pt x="999" y="2536"/>
                      <a:pt x="1271" y="3090"/>
                    </a:cubicBezTo>
                    <a:cubicBezTo>
                      <a:pt x="1653" y="3868"/>
                      <a:pt x="1566" y="4577"/>
                      <a:pt x="1135" y="5309"/>
                    </a:cubicBezTo>
                    <a:cubicBezTo>
                      <a:pt x="820" y="5837"/>
                      <a:pt x="341" y="6326"/>
                      <a:pt x="150" y="6913"/>
                    </a:cubicBezTo>
                    <a:cubicBezTo>
                      <a:pt x="1" y="7376"/>
                      <a:pt x="260" y="7629"/>
                      <a:pt x="665" y="7807"/>
                    </a:cubicBezTo>
                    <a:cubicBezTo>
                      <a:pt x="1242" y="8060"/>
                      <a:pt x="1903" y="8076"/>
                      <a:pt x="2521" y="8098"/>
                    </a:cubicBezTo>
                    <a:cubicBezTo>
                      <a:pt x="2696" y="8105"/>
                      <a:pt x="2871" y="8109"/>
                      <a:pt x="3046" y="8109"/>
                    </a:cubicBezTo>
                    <a:cubicBezTo>
                      <a:pt x="3554" y="8109"/>
                      <a:pt x="4063" y="8075"/>
                      <a:pt x="4559" y="7969"/>
                    </a:cubicBezTo>
                    <a:cubicBezTo>
                      <a:pt x="5000" y="7878"/>
                      <a:pt x="5758" y="7726"/>
                      <a:pt x="5936" y="7230"/>
                    </a:cubicBezTo>
                    <a:cubicBezTo>
                      <a:pt x="6098" y="6761"/>
                      <a:pt x="5664" y="6252"/>
                      <a:pt x="5430" y="5892"/>
                    </a:cubicBezTo>
                    <a:cubicBezTo>
                      <a:pt x="5226" y="5581"/>
                      <a:pt x="5016" y="5261"/>
                      <a:pt x="4912" y="4901"/>
                    </a:cubicBezTo>
                    <a:cubicBezTo>
                      <a:pt x="4802" y="4525"/>
                      <a:pt x="4844" y="4127"/>
                      <a:pt x="4870" y="3738"/>
                    </a:cubicBezTo>
                    <a:cubicBezTo>
                      <a:pt x="4941" y="2873"/>
                      <a:pt x="5200" y="2115"/>
                      <a:pt x="5842" y="1506"/>
                    </a:cubicBezTo>
                    <a:cubicBezTo>
                      <a:pt x="5874" y="1480"/>
                      <a:pt x="5868" y="1438"/>
                      <a:pt x="5842" y="1415"/>
                    </a:cubicBezTo>
                    <a:cubicBezTo>
                      <a:pt x="6014" y="1127"/>
                      <a:pt x="5852" y="819"/>
                      <a:pt x="5612" y="625"/>
                    </a:cubicBezTo>
                    <a:cubicBezTo>
                      <a:pt x="4988" y="119"/>
                      <a:pt x="4026" y="1"/>
                      <a:pt x="32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24"/>
              <p:cNvSpPr/>
              <p:nvPr/>
            </p:nvSpPr>
            <p:spPr>
              <a:xfrm>
                <a:off x="8107507" y="2077631"/>
                <a:ext cx="23510" cy="12346"/>
              </a:xfrm>
              <a:custGeom>
                <a:rect b="b" l="l" r="r" t="t"/>
                <a:pathLst>
                  <a:path extrusionOk="0" h="188" w="358">
                    <a:moveTo>
                      <a:pt x="290" y="1"/>
                    </a:moveTo>
                    <a:cubicBezTo>
                      <a:pt x="285" y="1"/>
                      <a:pt x="279" y="2"/>
                      <a:pt x="273" y="4"/>
                    </a:cubicBezTo>
                    <a:cubicBezTo>
                      <a:pt x="192" y="40"/>
                      <a:pt x="104" y="82"/>
                      <a:pt x="30" y="121"/>
                    </a:cubicBezTo>
                    <a:cubicBezTo>
                      <a:pt x="1" y="141"/>
                      <a:pt x="13" y="188"/>
                      <a:pt x="44" y="188"/>
                    </a:cubicBezTo>
                    <a:cubicBezTo>
                      <a:pt x="48" y="188"/>
                      <a:pt x="52" y="187"/>
                      <a:pt x="56" y="186"/>
                    </a:cubicBezTo>
                    <a:cubicBezTo>
                      <a:pt x="146" y="153"/>
                      <a:pt x="231" y="118"/>
                      <a:pt x="315" y="79"/>
                    </a:cubicBezTo>
                    <a:cubicBezTo>
                      <a:pt x="358" y="56"/>
                      <a:pt x="330" y="1"/>
                      <a:pt x="2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24"/>
              <p:cNvSpPr/>
              <p:nvPr/>
            </p:nvSpPr>
            <p:spPr>
              <a:xfrm>
                <a:off x="8140472" y="2069947"/>
                <a:ext cx="31981" cy="10113"/>
              </a:xfrm>
              <a:custGeom>
                <a:rect b="b" l="l" r="r" t="t"/>
                <a:pathLst>
                  <a:path extrusionOk="0" h="154" w="487">
                    <a:moveTo>
                      <a:pt x="419" y="1"/>
                    </a:moveTo>
                    <a:cubicBezTo>
                      <a:pt x="415" y="1"/>
                      <a:pt x="412" y="1"/>
                      <a:pt x="409" y="2"/>
                    </a:cubicBezTo>
                    <a:cubicBezTo>
                      <a:pt x="283" y="18"/>
                      <a:pt x="153" y="50"/>
                      <a:pt x="33" y="89"/>
                    </a:cubicBezTo>
                    <a:cubicBezTo>
                      <a:pt x="2" y="102"/>
                      <a:pt x="1" y="154"/>
                      <a:pt x="36" y="154"/>
                    </a:cubicBezTo>
                    <a:cubicBezTo>
                      <a:pt x="38" y="154"/>
                      <a:pt x="39" y="154"/>
                      <a:pt x="40" y="154"/>
                    </a:cubicBezTo>
                    <a:cubicBezTo>
                      <a:pt x="169" y="144"/>
                      <a:pt x="309" y="121"/>
                      <a:pt x="435" y="86"/>
                    </a:cubicBezTo>
                    <a:cubicBezTo>
                      <a:pt x="487" y="74"/>
                      <a:pt x="470" y="1"/>
                      <a:pt x="4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24"/>
              <p:cNvSpPr/>
              <p:nvPr/>
            </p:nvSpPr>
            <p:spPr>
              <a:xfrm>
                <a:off x="8189854" y="2068306"/>
                <a:ext cx="32638" cy="6304"/>
              </a:xfrm>
              <a:custGeom>
                <a:rect b="b" l="l" r="r" t="t"/>
                <a:pathLst>
                  <a:path extrusionOk="0" h="96" w="497">
                    <a:moveTo>
                      <a:pt x="431" y="1"/>
                    </a:moveTo>
                    <a:cubicBezTo>
                      <a:pt x="305" y="1"/>
                      <a:pt x="175" y="4"/>
                      <a:pt x="49" y="10"/>
                    </a:cubicBezTo>
                    <a:cubicBezTo>
                      <a:pt x="0" y="10"/>
                      <a:pt x="0" y="85"/>
                      <a:pt x="49" y="85"/>
                    </a:cubicBezTo>
                    <a:cubicBezTo>
                      <a:pt x="152" y="90"/>
                      <a:pt x="257" y="95"/>
                      <a:pt x="361" y="95"/>
                    </a:cubicBezTo>
                    <a:cubicBezTo>
                      <a:pt x="385" y="95"/>
                      <a:pt x="408" y="95"/>
                      <a:pt x="431" y="95"/>
                    </a:cubicBezTo>
                    <a:cubicBezTo>
                      <a:pt x="432" y="95"/>
                      <a:pt x="433" y="95"/>
                      <a:pt x="435" y="95"/>
                    </a:cubicBezTo>
                    <a:cubicBezTo>
                      <a:pt x="496" y="95"/>
                      <a:pt x="495" y="4"/>
                      <a:pt x="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24"/>
              <p:cNvSpPr/>
              <p:nvPr/>
            </p:nvSpPr>
            <p:spPr>
              <a:xfrm>
                <a:off x="8236544" y="2072114"/>
                <a:ext cx="29092" cy="11624"/>
              </a:xfrm>
              <a:custGeom>
                <a:rect b="b" l="l" r="r" t="t"/>
                <a:pathLst>
                  <a:path extrusionOk="0" h="177" w="443">
                    <a:moveTo>
                      <a:pt x="52" y="1"/>
                    </a:moveTo>
                    <a:cubicBezTo>
                      <a:pt x="11" y="1"/>
                      <a:pt x="1" y="73"/>
                      <a:pt x="44" y="82"/>
                    </a:cubicBezTo>
                    <a:cubicBezTo>
                      <a:pt x="154" y="101"/>
                      <a:pt x="255" y="134"/>
                      <a:pt x="355" y="173"/>
                    </a:cubicBezTo>
                    <a:cubicBezTo>
                      <a:pt x="363" y="176"/>
                      <a:pt x="370" y="177"/>
                      <a:pt x="377" y="177"/>
                    </a:cubicBezTo>
                    <a:cubicBezTo>
                      <a:pt x="428" y="177"/>
                      <a:pt x="442" y="95"/>
                      <a:pt x="388" y="72"/>
                    </a:cubicBezTo>
                    <a:cubicBezTo>
                      <a:pt x="284" y="27"/>
                      <a:pt x="171" y="7"/>
                      <a:pt x="57" y="1"/>
                    </a:cubicBezTo>
                    <a:cubicBezTo>
                      <a:pt x="55" y="1"/>
                      <a:pt x="54"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24"/>
              <p:cNvSpPr/>
              <p:nvPr/>
            </p:nvSpPr>
            <p:spPr>
              <a:xfrm>
                <a:off x="8273450" y="2083869"/>
                <a:ext cx="26662" cy="19110"/>
              </a:xfrm>
              <a:custGeom>
                <a:rect b="b" l="l" r="r" t="t"/>
                <a:pathLst>
                  <a:path extrusionOk="0" h="291" w="406">
                    <a:moveTo>
                      <a:pt x="56" y="0"/>
                    </a:moveTo>
                    <a:cubicBezTo>
                      <a:pt x="1" y="0"/>
                      <a:pt x="1" y="84"/>
                      <a:pt x="56" y="88"/>
                    </a:cubicBezTo>
                    <a:cubicBezTo>
                      <a:pt x="169" y="101"/>
                      <a:pt x="234" y="172"/>
                      <a:pt x="292" y="266"/>
                    </a:cubicBezTo>
                    <a:cubicBezTo>
                      <a:pt x="302" y="283"/>
                      <a:pt x="319" y="291"/>
                      <a:pt x="336" y="291"/>
                    </a:cubicBezTo>
                    <a:cubicBezTo>
                      <a:pt x="370" y="291"/>
                      <a:pt x="405" y="261"/>
                      <a:pt x="393" y="220"/>
                    </a:cubicBezTo>
                    <a:cubicBezTo>
                      <a:pt x="347" y="84"/>
                      <a:pt x="195"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24"/>
              <p:cNvSpPr/>
              <p:nvPr/>
            </p:nvSpPr>
            <p:spPr>
              <a:xfrm>
                <a:off x="8016425" y="2252832"/>
                <a:ext cx="29157" cy="21474"/>
              </a:xfrm>
              <a:custGeom>
                <a:rect b="b" l="l" r="r" t="t"/>
                <a:pathLst>
                  <a:path extrusionOk="0" h="327" w="444">
                    <a:moveTo>
                      <a:pt x="376" y="0"/>
                    </a:moveTo>
                    <a:cubicBezTo>
                      <a:pt x="369" y="0"/>
                      <a:pt x="362" y="2"/>
                      <a:pt x="354" y="6"/>
                    </a:cubicBezTo>
                    <a:cubicBezTo>
                      <a:pt x="225" y="67"/>
                      <a:pt x="111" y="165"/>
                      <a:pt x="17" y="271"/>
                    </a:cubicBezTo>
                    <a:cubicBezTo>
                      <a:pt x="0" y="296"/>
                      <a:pt x="17" y="327"/>
                      <a:pt x="40" y="327"/>
                    </a:cubicBezTo>
                    <a:cubicBezTo>
                      <a:pt x="47" y="327"/>
                      <a:pt x="55" y="324"/>
                      <a:pt x="63" y="317"/>
                    </a:cubicBezTo>
                    <a:cubicBezTo>
                      <a:pt x="170" y="223"/>
                      <a:pt x="277" y="152"/>
                      <a:pt x="400" y="84"/>
                    </a:cubicBezTo>
                    <a:cubicBezTo>
                      <a:pt x="444" y="59"/>
                      <a:pt x="417" y="0"/>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24"/>
              <p:cNvSpPr/>
              <p:nvPr/>
            </p:nvSpPr>
            <p:spPr>
              <a:xfrm>
                <a:off x="8061342" y="2237597"/>
                <a:ext cx="38811" cy="13594"/>
              </a:xfrm>
              <a:custGeom>
                <a:rect b="b" l="l" r="r" t="t"/>
                <a:pathLst>
                  <a:path extrusionOk="0" h="207" w="591">
                    <a:moveTo>
                      <a:pt x="522" y="0"/>
                    </a:moveTo>
                    <a:cubicBezTo>
                      <a:pt x="519" y="0"/>
                      <a:pt x="516" y="1"/>
                      <a:pt x="513" y="1"/>
                    </a:cubicBezTo>
                    <a:cubicBezTo>
                      <a:pt x="354" y="40"/>
                      <a:pt x="202" y="86"/>
                      <a:pt x="46" y="131"/>
                    </a:cubicBezTo>
                    <a:cubicBezTo>
                      <a:pt x="1" y="143"/>
                      <a:pt x="18" y="206"/>
                      <a:pt x="60" y="206"/>
                    </a:cubicBezTo>
                    <a:cubicBezTo>
                      <a:pt x="63" y="206"/>
                      <a:pt x="66" y="206"/>
                      <a:pt x="69" y="205"/>
                    </a:cubicBezTo>
                    <a:cubicBezTo>
                      <a:pt x="224" y="166"/>
                      <a:pt x="383" y="134"/>
                      <a:pt x="538" y="92"/>
                    </a:cubicBezTo>
                    <a:cubicBezTo>
                      <a:pt x="591" y="77"/>
                      <a:pt x="573" y="0"/>
                      <a:pt x="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24"/>
              <p:cNvSpPr/>
              <p:nvPr/>
            </p:nvSpPr>
            <p:spPr>
              <a:xfrm>
                <a:off x="8124974" y="2231884"/>
                <a:ext cx="36907" cy="7552"/>
              </a:xfrm>
              <a:custGeom>
                <a:rect b="b" l="l" r="r" t="t"/>
                <a:pathLst>
                  <a:path extrusionOk="0" h="115" w="562">
                    <a:moveTo>
                      <a:pt x="507" y="0"/>
                    </a:moveTo>
                    <a:cubicBezTo>
                      <a:pt x="504" y="0"/>
                      <a:pt x="502" y="0"/>
                      <a:pt x="499" y="1"/>
                    </a:cubicBezTo>
                    <a:cubicBezTo>
                      <a:pt x="350" y="17"/>
                      <a:pt x="204" y="36"/>
                      <a:pt x="49" y="36"/>
                    </a:cubicBezTo>
                    <a:cubicBezTo>
                      <a:pt x="0" y="36"/>
                      <a:pt x="0" y="104"/>
                      <a:pt x="49" y="111"/>
                    </a:cubicBezTo>
                    <a:cubicBezTo>
                      <a:pt x="103" y="113"/>
                      <a:pt x="157" y="115"/>
                      <a:pt x="211" y="115"/>
                    </a:cubicBezTo>
                    <a:cubicBezTo>
                      <a:pt x="311" y="115"/>
                      <a:pt x="411" y="110"/>
                      <a:pt x="512" y="95"/>
                    </a:cubicBezTo>
                    <a:cubicBezTo>
                      <a:pt x="561" y="86"/>
                      <a:pt x="552" y="0"/>
                      <a:pt x="5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24"/>
              <p:cNvSpPr/>
              <p:nvPr/>
            </p:nvSpPr>
            <p:spPr>
              <a:xfrm>
                <a:off x="8183485" y="2230439"/>
                <a:ext cx="40321" cy="7946"/>
              </a:xfrm>
              <a:custGeom>
                <a:rect b="b" l="l" r="r" t="t"/>
                <a:pathLst>
                  <a:path extrusionOk="0" h="121" w="614">
                    <a:moveTo>
                      <a:pt x="238" y="1"/>
                    </a:moveTo>
                    <a:cubicBezTo>
                      <a:pt x="178" y="1"/>
                      <a:pt x="118" y="3"/>
                      <a:pt x="59" y="7"/>
                    </a:cubicBezTo>
                    <a:cubicBezTo>
                      <a:pt x="1" y="10"/>
                      <a:pt x="0" y="91"/>
                      <a:pt x="55" y="91"/>
                    </a:cubicBezTo>
                    <a:cubicBezTo>
                      <a:pt x="56" y="91"/>
                      <a:pt x="57" y="91"/>
                      <a:pt x="59" y="91"/>
                    </a:cubicBezTo>
                    <a:cubicBezTo>
                      <a:pt x="71" y="91"/>
                      <a:pt x="83" y="90"/>
                      <a:pt x="96" y="90"/>
                    </a:cubicBezTo>
                    <a:cubicBezTo>
                      <a:pt x="248" y="90"/>
                      <a:pt x="398" y="108"/>
                      <a:pt x="551" y="120"/>
                    </a:cubicBezTo>
                    <a:cubicBezTo>
                      <a:pt x="553" y="120"/>
                      <a:pt x="555" y="120"/>
                      <a:pt x="557" y="120"/>
                    </a:cubicBezTo>
                    <a:cubicBezTo>
                      <a:pt x="607" y="120"/>
                      <a:pt x="614" y="42"/>
                      <a:pt x="564" y="29"/>
                    </a:cubicBezTo>
                    <a:cubicBezTo>
                      <a:pt x="457" y="8"/>
                      <a:pt x="348" y="1"/>
                      <a:pt x="2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24"/>
              <p:cNvSpPr/>
              <p:nvPr/>
            </p:nvSpPr>
            <p:spPr>
              <a:xfrm>
                <a:off x="8245738" y="2233591"/>
                <a:ext cx="37629" cy="12215"/>
              </a:xfrm>
              <a:custGeom>
                <a:rect b="b" l="l" r="r" t="t"/>
                <a:pathLst>
                  <a:path extrusionOk="0" h="186" w="573">
                    <a:moveTo>
                      <a:pt x="60" y="0"/>
                    </a:moveTo>
                    <a:cubicBezTo>
                      <a:pt x="16" y="0"/>
                      <a:pt x="0" y="63"/>
                      <a:pt x="47" y="78"/>
                    </a:cubicBezTo>
                    <a:cubicBezTo>
                      <a:pt x="193" y="117"/>
                      <a:pt x="342" y="159"/>
                      <a:pt x="491" y="185"/>
                    </a:cubicBezTo>
                    <a:cubicBezTo>
                      <a:pt x="493" y="186"/>
                      <a:pt x="495" y="186"/>
                      <a:pt x="497" y="186"/>
                    </a:cubicBezTo>
                    <a:cubicBezTo>
                      <a:pt x="551" y="186"/>
                      <a:pt x="573" y="107"/>
                      <a:pt x="517" y="91"/>
                    </a:cubicBezTo>
                    <a:cubicBezTo>
                      <a:pt x="371" y="53"/>
                      <a:pt x="215" y="30"/>
                      <a:pt x="66" y="1"/>
                    </a:cubicBezTo>
                    <a:cubicBezTo>
                      <a:pt x="64"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24"/>
              <p:cNvSpPr/>
              <p:nvPr/>
            </p:nvSpPr>
            <p:spPr>
              <a:xfrm>
                <a:off x="8302409" y="2246593"/>
                <a:ext cx="29814" cy="13331"/>
              </a:xfrm>
              <a:custGeom>
                <a:rect b="b" l="l" r="r" t="t"/>
                <a:pathLst>
                  <a:path extrusionOk="0" h="203" w="454">
                    <a:moveTo>
                      <a:pt x="56" y="0"/>
                    </a:moveTo>
                    <a:cubicBezTo>
                      <a:pt x="0" y="0"/>
                      <a:pt x="2" y="88"/>
                      <a:pt x="62" y="98"/>
                    </a:cubicBezTo>
                    <a:cubicBezTo>
                      <a:pt x="165" y="104"/>
                      <a:pt x="256" y="140"/>
                      <a:pt x="344" y="195"/>
                    </a:cubicBezTo>
                    <a:cubicBezTo>
                      <a:pt x="354" y="200"/>
                      <a:pt x="363" y="203"/>
                      <a:pt x="373" y="203"/>
                    </a:cubicBezTo>
                    <a:cubicBezTo>
                      <a:pt x="423" y="203"/>
                      <a:pt x="454" y="131"/>
                      <a:pt x="402" y="101"/>
                    </a:cubicBezTo>
                    <a:cubicBezTo>
                      <a:pt x="301" y="36"/>
                      <a:pt x="182" y="7"/>
                      <a:pt x="62" y="0"/>
                    </a:cubicBezTo>
                    <a:cubicBezTo>
                      <a:pt x="60" y="0"/>
                      <a:pt x="58"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24"/>
              <p:cNvSpPr/>
              <p:nvPr/>
            </p:nvSpPr>
            <p:spPr>
              <a:xfrm>
                <a:off x="8339774" y="2264455"/>
                <a:ext cx="32966" cy="21540"/>
              </a:xfrm>
              <a:custGeom>
                <a:rect b="b" l="l" r="r" t="t"/>
                <a:pathLst>
                  <a:path extrusionOk="0" h="328" w="502">
                    <a:moveTo>
                      <a:pt x="55" y="0"/>
                    </a:moveTo>
                    <a:cubicBezTo>
                      <a:pt x="11" y="0"/>
                      <a:pt x="1" y="74"/>
                      <a:pt x="47" y="91"/>
                    </a:cubicBezTo>
                    <a:cubicBezTo>
                      <a:pt x="179" y="143"/>
                      <a:pt x="273" y="221"/>
                      <a:pt x="380" y="311"/>
                    </a:cubicBezTo>
                    <a:cubicBezTo>
                      <a:pt x="392" y="323"/>
                      <a:pt x="405" y="327"/>
                      <a:pt x="418" y="327"/>
                    </a:cubicBezTo>
                    <a:cubicBezTo>
                      <a:pt x="462" y="327"/>
                      <a:pt x="501" y="273"/>
                      <a:pt x="461" y="230"/>
                    </a:cubicBezTo>
                    <a:cubicBezTo>
                      <a:pt x="358" y="124"/>
                      <a:pt x="209" y="49"/>
                      <a:pt x="73" y="4"/>
                    </a:cubicBezTo>
                    <a:cubicBezTo>
                      <a:pt x="66" y="1"/>
                      <a:pt x="60"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3" name="Google Shape;2753;p24"/>
            <p:cNvGrpSpPr/>
            <p:nvPr/>
          </p:nvGrpSpPr>
          <p:grpSpPr>
            <a:xfrm rot="1205843">
              <a:off x="8579881" y="4109791"/>
              <a:ext cx="1187466" cy="742912"/>
              <a:chOff x="6880435" y="4156402"/>
              <a:chExt cx="650771" cy="407141"/>
            </a:xfrm>
          </p:grpSpPr>
          <p:sp>
            <p:nvSpPr>
              <p:cNvPr id="2754" name="Google Shape;2754;p24"/>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24"/>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24"/>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24"/>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58" name="Google Shape;2758;p24"/>
            <p:cNvSpPr/>
            <p:nvPr/>
          </p:nvSpPr>
          <p:spPr>
            <a:xfrm rot="1928001">
              <a:off x="-208619" y="2100506"/>
              <a:ext cx="766803" cy="785631"/>
            </a:xfrm>
            <a:custGeom>
              <a:rect b="b" l="l" r="r" t="t"/>
              <a:pathLst>
                <a:path extrusionOk="0" h="6556" w="6399">
                  <a:moveTo>
                    <a:pt x="4209" y="1"/>
                  </a:moveTo>
                  <a:cubicBezTo>
                    <a:pt x="4183" y="1"/>
                    <a:pt x="4161" y="15"/>
                    <a:pt x="4157" y="50"/>
                  </a:cubicBezTo>
                  <a:cubicBezTo>
                    <a:pt x="4034" y="948"/>
                    <a:pt x="3930" y="1851"/>
                    <a:pt x="3787" y="2749"/>
                  </a:cubicBezTo>
                  <a:cubicBezTo>
                    <a:pt x="3726" y="3134"/>
                    <a:pt x="3655" y="3523"/>
                    <a:pt x="3528" y="3892"/>
                  </a:cubicBezTo>
                  <a:cubicBezTo>
                    <a:pt x="3428" y="4194"/>
                    <a:pt x="3140" y="4929"/>
                    <a:pt x="2735" y="5071"/>
                  </a:cubicBezTo>
                  <a:cubicBezTo>
                    <a:pt x="2783" y="3656"/>
                    <a:pt x="2913" y="2243"/>
                    <a:pt x="2816" y="831"/>
                  </a:cubicBezTo>
                  <a:lnTo>
                    <a:pt x="2816" y="831"/>
                  </a:lnTo>
                  <a:cubicBezTo>
                    <a:pt x="2845" y="883"/>
                    <a:pt x="2867" y="935"/>
                    <a:pt x="2890" y="993"/>
                  </a:cubicBezTo>
                  <a:cubicBezTo>
                    <a:pt x="2900" y="1024"/>
                    <a:pt x="2927" y="1037"/>
                    <a:pt x="2953" y="1037"/>
                  </a:cubicBezTo>
                  <a:cubicBezTo>
                    <a:pt x="2993" y="1037"/>
                    <a:pt x="3033" y="1006"/>
                    <a:pt x="3013" y="957"/>
                  </a:cubicBezTo>
                  <a:cubicBezTo>
                    <a:pt x="2961" y="815"/>
                    <a:pt x="2893" y="698"/>
                    <a:pt x="2799" y="575"/>
                  </a:cubicBezTo>
                  <a:cubicBezTo>
                    <a:pt x="2797" y="540"/>
                    <a:pt x="2761" y="510"/>
                    <a:pt x="2726" y="510"/>
                  </a:cubicBezTo>
                  <a:cubicBezTo>
                    <a:pt x="2707" y="510"/>
                    <a:pt x="2688" y="519"/>
                    <a:pt x="2676" y="543"/>
                  </a:cubicBezTo>
                  <a:cubicBezTo>
                    <a:pt x="2589" y="724"/>
                    <a:pt x="2498" y="909"/>
                    <a:pt x="2414" y="1090"/>
                  </a:cubicBezTo>
                  <a:cubicBezTo>
                    <a:pt x="2390" y="1143"/>
                    <a:pt x="2433" y="1190"/>
                    <a:pt x="2475" y="1190"/>
                  </a:cubicBezTo>
                  <a:cubicBezTo>
                    <a:pt x="2495" y="1190"/>
                    <a:pt x="2515" y="1180"/>
                    <a:pt x="2527" y="1155"/>
                  </a:cubicBezTo>
                  <a:cubicBezTo>
                    <a:pt x="2579" y="1058"/>
                    <a:pt x="2637" y="960"/>
                    <a:pt x="2689" y="863"/>
                  </a:cubicBezTo>
                  <a:lnTo>
                    <a:pt x="2689" y="863"/>
                  </a:lnTo>
                  <a:cubicBezTo>
                    <a:pt x="2773" y="2269"/>
                    <a:pt x="2586" y="3682"/>
                    <a:pt x="2579" y="5091"/>
                  </a:cubicBezTo>
                  <a:cubicBezTo>
                    <a:pt x="2524" y="5088"/>
                    <a:pt x="2472" y="5075"/>
                    <a:pt x="2411" y="5046"/>
                  </a:cubicBezTo>
                  <a:cubicBezTo>
                    <a:pt x="2229" y="4958"/>
                    <a:pt x="2090" y="4650"/>
                    <a:pt x="1993" y="4479"/>
                  </a:cubicBezTo>
                  <a:cubicBezTo>
                    <a:pt x="1889" y="4297"/>
                    <a:pt x="1795" y="4109"/>
                    <a:pt x="1704" y="3921"/>
                  </a:cubicBezTo>
                  <a:cubicBezTo>
                    <a:pt x="1523" y="3526"/>
                    <a:pt x="1374" y="3118"/>
                    <a:pt x="1261" y="2700"/>
                  </a:cubicBezTo>
                  <a:cubicBezTo>
                    <a:pt x="1031" y="1855"/>
                    <a:pt x="950" y="980"/>
                    <a:pt x="995" y="105"/>
                  </a:cubicBezTo>
                  <a:cubicBezTo>
                    <a:pt x="997" y="86"/>
                    <a:pt x="981" y="76"/>
                    <a:pt x="965" y="76"/>
                  </a:cubicBezTo>
                  <a:cubicBezTo>
                    <a:pt x="949" y="76"/>
                    <a:pt x="932" y="86"/>
                    <a:pt x="930" y="105"/>
                  </a:cubicBezTo>
                  <a:cubicBezTo>
                    <a:pt x="833" y="1103"/>
                    <a:pt x="946" y="2107"/>
                    <a:pt x="1244" y="3063"/>
                  </a:cubicBezTo>
                  <a:cubicBezTo>
                    <a:pt x="1390" y="3523"/>
                    <a:pt x="1578" y="3970"/>
                    <a:pt x="1808" y="4394"/>
                  </a:cubicBezTo>
                  <a:cubicBezTo>
                    <a:pt x="1921" y="4605"/>
                    <a:pt x="2067" y="4942"/>
                    <a:pt x="2291" y="5114"/>
                  </a:cubicBezTo>
                  <a:cubicBezTo>
                    <a:pt x="1546" y="5084"/>
                    <a:pt x="794" y="5052"/>
                    <a:pt x="49" y="5016"/>
                  </a:cubicBezTo>
                  <a:cubicBezTo>
                    <a:pt x="48" y="5016"/>
                    <a:pt x="47" y="5016"/>
                    <a:pt x="46" y="5016"/>
                  </a:cubicBezTo>
                  <a:cubicBezTo>
                    <a:pt x="0" y="5016"/>
                    <a:pt x="1" y="5091"/>
                    <a:pt x="49" y="5094"/>
                  </a:cubicBezTo>
                  <a:cubicBezTo>
                    <a:pt x="891" y="5175"/>
                    <a:pt x="1740" y="5227"/>
                    <a:pt x="2586" y="5269"/>
                  </a:cubicBezTo>
                  <a:cubicBezTo>
                    <a:pt x="2589" y="5690"/>
                    <a:pt x="2608" y="6108"/>
                    <a:pt x="2663" y="6523"/>
                  </a:cubicBezTo>
                  <a:cubicBezTo>
                    <a:pt x="2665" y="6544"/>
                    <a:pt x="2683" y="6556"/>
                    <a:pt x="2699" y="6556"/>
                  </a:cubicBezTo>
                  <a:cubicBezTo>
                    <a:pt x="2715" y="6556"/>
                    <a:pt x="2730" y="6545"/>
                    <a:pt x="2728" y="6523"/>
                  </a:cubicBezTo>
                  <a:cubicBezTo>
                    <a:pt x="2715" y="6108"/>
                    <a:pt x="2718" y="5690"/>
                    <a:pt x="2731" y="5272"/>
                  </a:cubicBezTo>
                  <a:cubicBezTo>
                    <a:pt x="3836" y="5321"/>
                    <a:pt x="4941" y="5337"/>
                    <a:pt x="6049" y="5347"/>
                  </a:cubicBezTo>
                  <a:cubicBezTo>
                    <a:pt x="6026" y="5363"/>
                    <a:pt x="6007" y="5373"/>
                    <a:pt x="5987" y="5389"/>
                  </a:cubicBezTo>
                  <a:cubicBezTo>
                    <a:pt x="5880" y="5450"/>
                    <a:pt x="5777" y="5515"/>
                    <a:pt x="5666" y="5577"/>
                  </a:cubicBezTo>
                  <a:cubicBezTo>
                    <a:pt x="5605" y="5616"/>
                    <a:pt x="5644" y="5698"/>
                    <a:pt x="5704" y="5698"/>
                  </a:cubicBezTo>
                  <a:cubicBezTo>
                    <a:pt x="5713" y="5698"/>
                    <a:pt x="5724" y="5695"/>
                    <a:pt x="5734" y="5690"/>
                  </a:cubicBezTo>
                  <a:cubicBezTo>
                    <a:pt x="5854" y="5632"/>
                    <a:pt x="5961" y="5567"/>
                    <a:pt x="6068" y="5496"/>
                  </a:cubicBezTo>
                  <a:lnTo>
                    <a:pt x="6334" y="5337"/>
                  </a:lnTo>
                  <a:cubicBezTo>
                    <a:pt x="6373" y="5318"/>
                    <a:pt x="6376" y="5272"/>
                    <a:pt x="6356" y="5243"/>
                  </a:cubicBezTo>
                  <a:lnTo>
                    <a:pt x="6373" y="5227"/>
                  </a:lnTo>
                  <a:cubicBezTo>
                    <a:pt x="6399" y="5191"/>
                    <a:pt x="6399" y="5139"/>
                    <a:pt x="6360" y="5120"/>
                  </a:cubicBezTo>
                  <a:cubicBezTo>
                    <a:pt x="6204" y="5042"/>
                    <a:pt x="6052" y="4987"/>
                    <a:pt x="5880" y="4958"/>
                  </a:cubicBezTo>
                  <a:cubicBezTo>
                    <a:pt x="5875" y="4957"/>
                    <a:pt x="5871" y="4957"/>
                    <a:pt x="5866" y="4957"/>
                  </a:cubicBezTo>
                  <a:cubicBezTo>
                    <a:pt x="5793" y="4957"/>
                    <a:pt x="5768" y="5072"/>
                    <a:pt x="5845" y="5088"/>
                  </a:cubicBezTo>
                  <a:cubicBezTo>
                    <a:pt x="5974" y="5110"/>
                    <a:pt x="6091" y="5149"/>
                    <a:pt x="6214" y="5201"/>
                  </a:cubicBezTo>
                  <a:lnTo>
                    <a:pt x="6201" y="5214"/>
                  </a:lnTo>
                  <a:cubicBezTo>
                    <a:pt x="5090" y="5208"/>
                    <a:pt x="3985" y="5175"/>
                    <a:pt x="2880" y="5136"/>
                  </a:cubicBezTo>
                  <a:cubicBezTo>
                    <a:pt x="3039" y="5039"/>
                    <a:pt x="3169" y="4877"/>
                    <a:pt x="3266" y="4735"/>
                  </a:cubicBezTo>
                  <a:cubicBezTo>
                    <a:pt x="3538" y="4333"/>
                    <a:pt x="3700" y="3863"/>
                    <a:pt x="3804" y="3393"/>
                  </a:cubicBezTo>
                  <a:cubicBezTo>
                    <a:pt x="4050" y="2311"/>
                    <a:pt x="4134" y="1184"/>
                    <a:pt x="4286" y="86"/>
                  </a:cubicBezTo>
                  <a:cubicBezTo>
                    <a:pt x="4292" y="35"/>
                    <a:pt x="4247" y="1"/>
                    <a:pt x="42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59" name="Google Shape;2759;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60" name="Google Shape;2760;p24"/>
          <p:cNvSpPr txBox="1"/>
          <p:nvPr>
            <p:ph idx="1" type="subTitle"/>
          </p:nvPr>
        </p:nvSpPr>
        <p:spPr>
          <a:xfrm>
            <a:off x="1633650" y="3029900"/>
            <a:ext cx="5876700" cy="114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61" name="Google Shape;2761;p24"/>
          <p:cNvSpPr txBox="1"/>
          <p:nvPr>
            <p:ph idx="2" type="subTitle"/>
          </p:nvPr>
        </p:nvSpPr>
        <p:spPr>
          <a:xfrm>
            <a:off x="1633650" y="1531200"/>
            <a:ext cx="5876700" cy="114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62" name="Google Shape;2762;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ONLY_2_1">
    <p:spTree>
      <p:nvGrpSpPr>
        <p:cNvPr id="2763" name="Shape 2763"/>
        <p:cNvGrpSpPr/>
        <p:nvPr/>
      </p:nvGrpSpPr>
      <p:grpSpPr>
        <a:xfrm>
          <a:off x="0" y="0"/>
          <a:ext cx="0" cy="0"/>
          <a:chOff x="0" y="0"/>
          <a:chExt cx="0" cy="0"/>
        </a:xfrm>
      </p:grpSpPr>
      <p:pic>
        <p:nvPicPr>
          <p:cNvPr id="2764" name="Google Shape;2764;p25"/>
          <p:cNvPicPr preferRelativeResize="0"/>
          <p:nvPr/>
        </p:nvPicPr>
        <p:blipFill>
          <a:blip r:embed="rId2">
            <a:alphaModFix amt="30000"/>
          </a:blip>
          <a:stretch>
            <a:fillRect/>
          </a:stretch>
        </p:blipFill>
        <p:spPr>
          <a:xfrm>
            <a:off x="0" y="138275"/>
            <a:ext cx="9144000" cy="5143500"/>
          </a:xfrm>
          <a:prstGeom prst="rect">
            <a:avLst/>
          </a:prstGeom>
          <a:noFill/>
          <a:ln>
            <a:noFill/>
          </a:ln>
        </p:spPr>
      </p:pic>
      <p:sp>
        <p:nvSpPr>
          <p:cNvPr id="2765" name="Google Shape;2765;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66" name="Google Shape;2766;p25"/>
          <p:cNvSpPr txBox="1"/>
          <p:nvPr>
            <p:ph idx="1" type="subTitle"/>
          </p:nvPr>
        </p:nvSpPr>
        <p:spPr>
          <a:xfrm>
            <a:off x="4572056" y="1212825"/>
            <a:ext cx="3852000" cy="33030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351200"/>
              </a:buClr>
              <a:buSzPts val="1400"/>
              <a:buFont typeface="Actor"/>
              <a:buChar char="●"/>
              <a:defRPr b="0"/>
            </a:lvl1pPr>
            <a:lvl2pPr lvl="1" rtl="0" algn="ctr">
              <a:lnSpc>
                <a:spcPct val="100000"/>
              </a:lnSpc>
              <a:spcBef>
                <a:spcPts val="1000"/>
              </a:spcBef>
              <a:spcAft>
                <a:spcPts val="0"/>
              </a:spcAft>
              <a:buClr>
                <a:srgbClr val="351200"/>
              </a:buClr>
              <a:buSzPts val="1400"/>
              <a:buFont typeface="Actor"/>
              <a:buChar char="○"/>
              <a:defRPr/>
            </a:lvl2pPr>
            <a:lvl3pPr lvl="2" rtl="0" algn="ctr">
              <a:lnSpc>
                <a:spcPct val="100000"/>
              </a:lnSpc>
              <a:spcBef>
                <a:spcPts val="0"/>
              </a:spcBef>
              <a:spcAft>
                <a:spcPts val="0"/>
              </a:spcAft>
              <a:buClr>
                <a:srgbClr val="351200"/>
              </a:buClr>
              <a:buSzPts val="1400"/>
              <a:buFont typeface="Actor"/>
              <a:buChar char="■"/>
              <a:defRPr/>
            </a:lvl3pPr>
            <a:lvl4pPr lvl="3" rtl="0" algn="ctr">
              <a:lnSpc>
                <a:spcPct val="100000"/>
              </a:lnSpc>
              <a:spcBef>
                <a:spcPts val="0"/>
              </a:spcBef>
              <a:spcAft>
                <a:spcPts val="0"/>
              </a:spcAft>
              <a:buClr>
                <a:srgbClr val="351200"/>
              </a:buClr>
              <a:buSzPts val="1400"/>
              <a:buFont typeface="Actor"/>
              <a:buChar char="●"/>
              <a:defRPr/>
            </a:lvl4pPr>
            <a:lvl5pPr lvl="4" rtl="0" algn="ctr">
              <a:lnSpc>
                <a:spcPct val="100000"/>
              </a:lnSpc>
              <a:spcBef>
                <a:spcPts val="0"/>
              </a:spcBef>
              <a:spcAft>
                <a:spcPts val="0"/>
              </a:spcAft>
              <a:buClr>
                <a:srgbClr val="351200"/>
              </a:buClr>
              <a:buSzPts val="1400"/>
              <a:buFont typeface="Actor"/>
              <a:buChar char="○"/>
              <a:defRPr/>
            </a:lvl5pPr>
            <a:lvl6pPr lvl="5" rtl="0" algn="ctr">
              <a:lnSpc>
                <a:spcPct val="100000"/>
              </a:lnSpc>
              <a:spcBef>
                <a:spcPts val="0"/>
              </a:spcBef>
              <a:spcAft>
                <a:spcPts val="0"/>
              </a:spcAft>
              <a:buClr>
                <a:srgbClr val="351200"/>
              </a:buClr>
              <a:buSzPts val="1400"/>
              <a:buFont typeface="Actor"/>
              <a:buChar char="■"/>
              <a:defRPr/>
            </a:lvl6pPr>
            <a:lvl7pPr lvl="6" rtl="0" algn="ctr">
              <a:lnSpc>
                <a:spcPct val="100000"/>
              </a:lnSpc>
              <a:spcBef>
                <a:spcPts val="0"/>
              </a:spcBef>
              <a:spcAft>
                <a:spcPts val="0"/>
              </a:spcAft>
              <a:buClr>
                <a:srgbClr val="351200"/>
              </a:buClr>
              <a:buSzPts val="1400"/>
              <a:buFont typeface="Actor"/>
              <a:buChar char="●"/>
              <a:defRPr/>
            </a:lvl7pPr>
            <a:lvl8pPr lvl="7" rtl="0" algn="ctr">
              <a:lnSpc>
                <a:spcPct val="100000"/>
              </a:lnSpc>
              <a:spcBef>
                <a:spcPts val="0"/>
              </a:spcBef>
              <a:spcAft>
                <a:spcPts val="0"/>
              </a:spcAft>
              <a:buClr>
                <a:srgbClr val="351200"/>
              </a:buClr>
              <a:buSzPts val="1400"/>
              <a:buFont typeface="Actor"/>
              <a:buChar char="○"/>
              <a:defRPr/>
            </a:lvl8pPr>
            <a:lvl9pPr lvl="8" rtl="0" algn="ctr">
              <a:lnSpc>
                <a:spcPct val="100000"/>
              </a:lnSpc>
              <a:spcBef>
                <a:spcPts val="0"/>
              </a:spcBef>
              <a:spcAft>
                <a:spcPts val="0"/>
              </a:spcAft>
              <a:buClr>
                <a:srgbClr val="351200"/>
              </a:buClr>
              <a:buSzPts val="1400"/>
              <a:buFont typeface="Actor"/>
              <a:buChar char="■"/>
              <a:defRPr/>
            </a:lvl9pPr>
          </a:lstStyle>
          <a:p/>
        </p:txBody>
      </p:sp>
      <p:sp>
        <p:nvSpPr>
          <p:cNvPr id="2767" name="Google Shape;2767;p25"/>
          <p:cNvSpPr txBox="1"/>
          <p:nvPr>
            <p:ph idx="2" type="subTitle"/>
          </p:nvPr>
        </p:nvSpPr>
        <p:spPr>
          <a:xfrm>
            <a:off x="719950" y="1212825"/>
            <a:ext cx="3852000" cy="33030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351200"/>
              </a:buClr>
              <a:buSzPts val="1400"/>
              <a:buFont typeface="Actor"/>
              <a:buChar char="●"/>
              <a:defRPr b="0"/>
            </a:lvl1pPr>
            <a:lvl2pPr lvl="1" rtl="0" algn="ctr">
              <a:lnSpc>
                <a:spcPct val="100000"/>
              </a:lnSpc>
              <a:spcBef>
                <a:spcPts val="0"/>
              </a:spcBef>
              <a:spcAft>
                <a:spcPts val="0"/>
              </a:spcAft>
              <a:buClr>
                <a:srgbClr val="351200"/>
              </a:buClr>
              <a:buSzPts val="1400"/>
              <a:buFont typeface="Actor"/>
              <a:buChar char="○"/>
              <a:defRPr/>
            </a:lvl2pPr>
            <a:lvl3pPr lvl="2" rtl="0" algn="ctr">
              <a:lnSpc>
                <a:spcPct val="100000"/>
              </a:lnSpc>
              <a:spcBef>
                <a:spcPts val="0"/>
              </a:spcBef>
              <a:spcAft>
                <a:spcPts val="0"/>
              </a:spcAft>
              <a:buClr>
                <a:srgbClr val="351200"/>
              </a:buClr>
              <a:buSzPts val="1400"/>
              <a:buFont typeface="Actor"/>
              <a:buChar char="■"/>
              <a:defRPr/>
            </a:lvl3pPr>
            <a:lvl4pPr lvl="3" rtl="0" algn="ctr">
              <a:lnSpc>
                <a:spcPct val="100000"/>
              </a:lnSpc>
              <a:spcBef>
                <a:spcPts val="0"/>
              </a:spcBef>
              <a:spcAft>
                <a:spcPts val="0"/>
              </a:spcAft>
              <a:buClr>
                <a:srgbClr val="351200"/>
              </a:buClr>
              <a:buSzPts val="1400"/>
              <a:buFont typeface="Actor"/>
              <a:buChar char="●"/>
              <a:defRPr/>
            </a:lvl4pPr>
            <a:lvl5pPr lvl="4" rtl="0" algn="ctr">
              <a:lnSpc>
                <a:spcPct val="100000"/>
              </a:lnSpc>
              <a:spcBef>
                <a:spcPts val="0"/>
              </a:spcBef>
              <a:spcAft>
                <a:spcPts val="0"/>
              </a:spcAft>
              <a:buClr>
                <a:srgbClr val="351200"/>
              </a:buClr>
              <a:buSzPts val="1400"/>
              <a:buFont typeface="Actor"/>
              <a:buChar char="○"/>
              <a:defRPr/>
            </a:lvl5pPr>
            <a:lvl6pPr lvl="5" rtl="0" algn="ctr">
              <a:lnSpc>
                <a:spcPct val="100000"/>
              </a:lnSpc>
              <a:spcBef>
                <a:spcPts val="0"/>
              </a:spcBef>
              <a:spcAft>
                <a:spcPts val="0"/>
              </a:spcAft>
              <a:buClr>
                <a:srgbClr val="351200"/>
              </a:buClr>
              <a:buSzPts val="1400"/>
              <a:buFont typeface="Actor"/>
              <a:buChar char="■"/>
              <a:defRPr/>
            </a:lvl6pPr>
            <a:lvl7pPr lvl="6" rtl="0" algn="ctr">
              <a:lnSpc>
                <a:spcPct val="100000"/>
              </a:lnSpc>
              <a:spcBef>
                <a:spcPts val="0"/>
              </a:spcBef>
              <a:spcAft>
                <a:spcPts val="0"/>
              </a:spcAft>
              <a:buClr>
                <a:srgbClr val="351200"/>
              </a:buClr>
              <a:buSzPts val="1400"/>
              <a:buFont typeface="Actor"/>
              <a:buChar char="●"/>
              <a:defRPr/>
            </a:lvl7pPr>
            <a:lvl8pPr lvl="7" rtl="0" algn="ctr">
              <a:lnSpc>
                <a:spcPct val="100000"/>
              </a:lnSpc>
              <a:spcBef>
                <a:spcPts val="0"/>
              </a:spcBef>
              <a:spcAft>
                <a:spcPts val="0"/>
              </a:spcAft>
              <a:buClr>
                <a:srgbClr val="351200"/>
              </a:buClr>
              <a:buSzPts val="1400"/>
              <a:buFont typeface="Actor"/>
              <a:buChar char="○"/>
              <a:defRPr/>
            </a:lvl8pPr>
            <a:lvl9pPr lvl="8" rtl="0" algn="ctr">
              <a:lnSpc>
                <a:spcPct val="100000"/>
              </a:lnSpc>
              <a:spcBef>
                <a:spcPts val="0"/>
              </a:spcBef>
              <a:spcAft>
                <a:spcPts val="0"/>
              </a:spcAft>
              <a:buClr>
                <a:srgbClr val="351200"/>
              </a:buClr>
              <a:buSzPts val="1400"/>
              <a:buFont typeface="Actor"/>
              <a:buChar char="■"/>
              <a:defRPr/>
            </a:lvl9pPr>
          </a:lstStyle>
          <a:p/>
        </p:txBody>
      </p:sp>
      <p:grpSp>
        <p:nvGrpSpPr>
          <p:cNvPr id="2768" name="Google Shape;2768;p25"/>
          <p:cNvGrpSpPr/>
          <p:nvPr/>
        </p:nvGrpSpPr>
        <p:grpSpPr>
          <a:xfrm>
            <a:off x="-303367" y="-59201"/>
            <a:ext cx="9527564" cy="5463775"/>
            <a:chOff x="-303367" y="-59201"/>
            <a:chExt cx="9527564" cy="5463775"/>
          </a:xfrm>
        </p:grpSpPr>
        <p:grpSp>
          <p:nvGrpSpPr>
            <p:cNvPr id="2769" name="Google Shape;2769;p25"/>
            <p:cNvGrpSpPr/>
            <p:nvPr/>
          </p:nvGrpSpPr>
          <p:grpSpPr>
            <a:xfrm rot="-1383256">
              <a:off x="7827792" y="4825866"/>
              <a:ext cx="1205862" cy="356849"/>
              <a:chOff x="5813594" y="2813041"/>
              <a:chExt cx="591605" cy="175073"/>
            </a:xfrm>
          </p:grpSpPr>
          <p:sp>
            <p:nvSpPr>
              <p:cNvPr id="2770" name="Google Shape;2770;p25"/>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25"/>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25"/>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25"/>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25"/>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25"/>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25"/>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25"/>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25"/>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25"/>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25"/>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25"/>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25"/>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25"/>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25"/>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5" name="Google Shape;2785;p25"/>
            <p:cNvGrpSpPr/>
            <p:nvPr/>
          </p:nvGrpSpPr>
          <p:grpSpPr>
            <a:xfrm rot="3191386">
              <a:off x="8550336" y="3272561"/>
              <a:ext cx="677115" cy="330879"/>
              <a:chOff x="7053208" y="3451133"/>
              <a:chExt cx="306539" cy="149789"/>
            </a:xfrm>
          </p:grpSpPr>
          <p:sp>
            <p:nvSpPr>
              <p:cNvPr id="2786" name="Google Shape;2786;p25"/>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25"/>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25"/>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25"/>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25"/>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25"/>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25"/>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25"/>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25"/>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5" name="Google Shape;2795;p25"/>
            <p:cNvGrpSpPr/>
            <p:nvPr/>
          </p:nvGrpSpPr>
          <p:grpSpPr>
            <a:xfrm rot="-2436007">
              <a:off x="-350912" y="979953"/>
              <a:ext cx="979625" cy="216235"/>
              <a:chOff x="7968422" y="675563"/>
              <a:chExt cx="462304" cy="102049"/>
            </a:xfrm>
          </p:grpSpPr>
          <p:sp>
            <p:nvSpPr>
              <p:cNvPr id="2796" name="Google Shape;2796;p25"/>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25"/>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25"/>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25"/>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25"/>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25"/>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25"/>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25"/>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25"/>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25"/>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25"/>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25"/>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25"/>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9" name="Google Shape;2809;p25"/>
            <p:cNvGrpSpPr/>
            <p:nvPr/>
          </p:nvGrpSpPr>
          <p:grpSpPr>
            <a:xfrm rot="-2124154">
              <a:off x="755410" y="49589"/>
              <a:ext cx="461594" cy="269559"/>
              <a:chOff x="5999959" y="663349"/>
              <a:chExt cx="216246" cy="126280"/>
            </a:xfrm>
          </p:grpSpPr>
          <p:sp>
            <p:nvSpPr>
              <p:cNvPr id="2810" name="Google Shape;2810;p25"/>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25"/>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25"/>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25"/>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25"/>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25"/>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25"/>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17" name="Google Shape;2817;p25"/>
          <p:cNvGrpSpPr/>
          <p:nvPr/>
        </p:nvGrpSpPr>
        <p:grpSpPr>
          <a:xfrm>
            <a:off x="-585962" y="-420087"/>
            <a:ext cx="10325284" cy="5342019"/>
            <a:chOff x="-585962" y="-420087"/>
            <a:chExt cx="10325284" cy="5342019"/>
          </a:xfrm>
        </p:grpSpPr>
        <p:grpSp>
          <p:nvGrpSpPr>
            <p:cNvPr id="2818" name="Google Shape;2818;p25"/>
            <p:cNvGrpSpPr/>
            <p:nvPr/>
          </p:nvGrpSpPr>
          <p:grpSpPr>
            <a:xfrm rot="2304760">
              <a:off x="-490291" y="-158081"/>
              <a:ext cx="1081965" cy="684873"/>
              <a:chOff x="4808808" y="1957984"/>
              <a:chExt cx="404920" cy="256310"/>
            </a:xfrm>
          </p:grpSpPr>
          <p:sp>
            <p:nvSpPr>
              <p:cNvPr id="2819" name="Google Shape;2819;p25"/>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25"/>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1" name="Google Shape;2821;p25"/>
            <p:cNvGrpSpPr/>
            <p:nvPr/>
          </p:nvGrpSpPr>
          <p:grpSpPr>
            <a:xfrm rot="1830349">
              <a:off x="8545779" y="3931700"/>
              <a:ext cx="1071906" cy="771565"/>
              <a:chOff x="5859955" y="1906764"/>
              <a:chExt cx="497056" cy="357770"/>
            </a:xfrm>
          </p:grpSpPr>
          <p:sp>
            <p:nvSpPr>
              <p:cNvPr id="2822" name="Google Shape;2822;p25"/>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25"/>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25"/>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25"/>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25"/>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25"/>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25"/>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25"/>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25"/>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25"/>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25"/>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25"/>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25"/>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25"/>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25"/>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25"/>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25"/>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25"/>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25"/>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1" name="Google Shape;2841;p25"/>
            <p:cNvGrpSpPr/>
            <p:nvPr/>
          </p:nvGrpSpPr>
          <p:grpSpPr>
            <a:xfrm rot="10171272">
              <a:off x="-485222" y="1470903"/>
              <a:ext cx="1071884" cy="771554"/>
              <a:chOff x="5859955" y="1906764"/>
              <a:chExt cx="497056" cy="357770"/>
            </a:xfrm>
          </p:grpSpPr>
          <p:sp>
            <p:nvSpPr>
              <p:cNvPr id="2842" name="Google Shape;2842;p25"/>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25"/>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25"/>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25"/>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25"/>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25"/>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25"/>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25"/>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25"/>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25"/>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25"/>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25"/>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25"/>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25"/>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25"/>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25"/>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25"/>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25"/>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25"/>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61" name="Google Shape;2861;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862" name="Shape 2862"/>
        <p:cNvGrpSpPr/>
        <p:nvPr/>
      </p:nvGrpSpPr>
      <p:grpSpPr>
        <a:xfrm>
          <a:off x="0" y="0"/>
          <a:ext cx="0" cy="0"/>
          <a:chOff x="0" y="0"/>
          <a:chExt cx="0" cy="0"/>
        </a:xfrm>
      </p:grpSpPr>
      <p:pic>
        <p:nvPicPr>
          <p:cNvPr id="2863" name="Google Shape;2863;p26"/>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864" name="Google Shape;2864;p26"/>
          <p:cNvGrpSpPr/>
          <p:nvPr/>
        </p:nvGrpSpPr>
        <p:grpSpPr>
          <a:xfrm>
            <a:off x="-452328" y="-360215"/>
            <a:ext cx="10070709" cy="5456638"/>
            <a:chOff x="-452328" y="-360215"/>
            <a:chExt cx="10070709" cy="5456638"/>
          </a:xfrm>
        </p:grpSpPr>
        <p:grpSp>
          <p:nvGrpSpPr>
            <p:cNvPr id="2865" name="Google Shape;2865;p26"/>
            <p:cNvGrpSpPr/>
            <p:nvPr/>
          </p:nvGrpSpPr>
          <p:grpSpPr>
            <a:xfrm rot="-2463724">
              <a:off x="-305032" y="4185782"/>
              <a:ext cx="787510" cy="743427"/>
              <a:chOff x="3712416" y="2719728"/>
              <a:chExt cx="383381" cy="361907"/>
            </a:xfrm>
          </p:grpSpPr>
          <p:sp>
            <p:nvSpPr>
              <p:cNvPr id="2866" name="Google Shape;2866;p26"/>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26"/>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26"/>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26"/>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26"/>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26"/>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26"/>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26"/>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26"/>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26"/>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26"/>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26"/>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26"/>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26"/>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26"/>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26"/>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26"/>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26"/>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26"/>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26"/>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26"/>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26"/>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26"/>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9" name="Google Shape;2889;p26"/>
            <p:cNvGrpSpPr/>
            <p:nvPr/>
          </p:nvGrpSpPr>
          <p:grpSpPr>
            <a:xfrm rot="-7481750">
              <a:off x="8517969" y="-156496"/>
              <a:ext cx="949017" cy="865523"/>
              <a:chOff x="5882939" y="3323344"/>
              <a:chExt cx="444901" cy="405775"/>
            </a:xfrm>
          </p:grpSpPr>
          <p:sp>
            <p:nvSpPr>
              <p:cNvPr id="2890" name="Google Shape;2890;p26"/>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26"/>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26"/>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26"/>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94" name="Google Shape;2894;p26"/>
          <p:cNvGrpSpPr/>
          <p:nvPr/>
        </p:nvGrpSpPr>
        <p:grpSpPr>
          <a:xfrm>
            <a:off x="456935" y="-554508"/>
            <a:ext cx="9321920" cy="5827837"/>
            <a:chOff x="456935" y="-554508"/>
            <a:chExt cx="9321920" cy="5827837"/>
          </a:xfrm>
        </p:grpSpPr>
        <p:grpSp>
          <p:nvGrpSpPr>
            <p:cNvPr id="2895" name="Google Shape;2895;p26"/>
            <p:cNvGrpSpPr/>
            <p:nvPr/>
          </p:nvGrpSpPr>
          <p:grpSpPr>
            <a:xfrm rot="-1936651">
              <a:off x="8731341" y="831414"/>
              <a:ext cx="1045682" cy="309432"/>
              <a:chOff x="5813594" y="2813041"/>
              <a:chExt cx="591605" cy="175073"/>
            </a:xfrm>
          </p:grpSpPr>
          <p:sp>
            <p:nvSpPr>
              <p:cNvPr id="2896" name="Google Shape;2896;p26"/>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26"/>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26"/>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26"/>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26"/>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26"/>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26"/>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26"/>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26"/>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26"/>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26"/>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26"/>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26"/>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26"/>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26"/>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1" name="Google Shape;2911;p26"/>
            <p:cNvGrpSpPr/>
            <p:nvPr/>
          </p:nvGrpSpPr>
          <p:grpSpPr>
            <a:xfrm rot="-4946701">
              <a:off x="7847388" y="-162860"/>
              <a:ext cx="979619" cy="216229"/>
              <a:chOff x="7968422" y="675563"/>
              <a:chExt cx="462304" cy="102049"/>
            </a:xfrm>
          </p:grpSpPr>
          <p:sp>
            <p:nvSpPr>
              <p:cNvPr id="2912" name="Google Shape;2912;p26"/>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26"/>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26"/>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26"/>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26"/>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26"/>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26"/>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26"/>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26"/>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26"/>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26"/>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26"/>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26"/>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5" name="Google Shape;2925;p26"/>
            <p:cNvGrpSpPr/>
            <p:nvPr/>
          </p:nvGrpSpPr>
          <p:grpSpPr>
            <a:xfrm rot="-5138042">
              <a:off x="378094" y="4898155"/>
              <a:ext cx="461598" cy="269558"/>
              <a:chOff x="5999959" y="663349"/>
              <a:chExt cx="216246" cy="126280"/>
            </a:xfrm>
          </p:grpSpPr>
          <p:sp>
            <p:nvSpPr>
              <p:cNvPr id="2926" name="Google Shape;2926;p26"/>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26"/>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26"/>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26"/>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26"/>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26"/>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26"/>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33" name="Google Shape;2933;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2934" name="Google Shape;2934;p26"/>
          <p:cNvSpPr txBox="1"/>
          <p:nvPr>
            <p:ph idx="1" type="subTitle"/>
          </p:nvPr>
        </p:nvSpPr>
        <p:spPr>
          <a:xfrm>
            <a:off x="937625" y="2848625"/>
            <a:ext cx="2311200" cy="920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5" name="Google Shape;2935;p26"/>
          <p:cNvSpPr txBox="1"/>
          <p:nvPr>
            <p:ph idx="2" type="subTitle"/>
          </p:nvPr>
        </p:nvSpPr>
        <p:spPr>
          <a:xfrm>
            <a:off x="3484350" y="2848625"/>
            <a:ext cx="2311200" cy="920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6" name="Google Shape;2936;p26"/>
          <p:cNvSpPr txBox="1"/>
          <p:nvPr>
            <p:ph idx="3" type="subTitle"/>
          </p:nvPr>
        </p:nvSpPr>
        <p:spPr>
          <a:xfrm>
            <a:off x="6031075" y="2848625"/>
            <a:ext cx="2311200" cy="920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7" name="Google Shape;2937;p26"/>
          <p:cNvSpPr txBox="1"/>
          <p:nvPr>
            <p:ph idx="4" type="subTitle"/>
          </p:nvPr>
        </p:nvSpPr>
        <p:spPr>
          <a:xfrm>
            <a:off x="937625" y="2428350"/>
            <a:ext cx="2311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2938" name="Google Shape;2938;p26"/>
          <p:cNvSpPr txBox="1"/>
          <p:nvPr>
            <p:ph idx="5" type="subTitle"/>
          </p:nvPr>
        </p:nvSpPr>
        <p:spPr>
          <a:xfrm>
            <a:off x="3484354" y="2428350"/>
            <a:ext cx="2311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2939" name="Google Shape;2939;p26"/>
          <p:cNvSpPr txBox="1"/>
          <p:nvPr>
            <p:ph idx="6" type="subTitle"/>
          </p:nvPr>
        </p:nvSpPr>
        <p:spPr>
          <a:xfrm>
            <a:off x="6031075" y="2428350"/>
            <a:ext cx="2311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2940" name="Google Shape;2940;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941" name="Shape 2941"/>
        <p:cNvGrpSpPr/>
        <p:nvPr/>
      </p:nvGrpSpPr>
      <p:grpSpPr>
        <a:xfrm>
          <a:off x="0" y="0"/>
          <a:ext cx="0" cy="0"/>
          <a:chOff x="0" y="0"/>
          <a:chExt cx="0" cy="0"/>
        </a:xfrm>
      </p:grpSpPr>
      <p:pic>
        <p:nvPicPr>
          <p:cNvPr id="2942" name="Google Shape;2942;p27"/>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943" name="Google Shape;2943;p27"/>
          <p:cNvGrpSpPr/>
          <p:nvPr/>
        </p:nvGrpSpPr>
        <p:grpSpPr>
          <a:xfrm>
            <a:off x="-664337" y="926428"/>
            <a:ext cx="10429153" cy="4526361"/>
            <a:chOff x="-664337" y="926428"/>
            <a:chExt cx="10429153" cy="4526361"/>
          </a:xfrm>
        </p:grpSpPr>
        <p:grpSp>
          <p:nvGrpSpPr>
            <p:cNvPr id="2944" name="Google Shape;2944;p27"/>
            <p:cNvGrpSpPr/>
            <p:nvPr/>
          </p:nvGrpSpPr>
          <p:grpSpPr>
            <a:xfrm rot="720474">
              <a:off x="8549084" y="1039944"/>
              <a:ext cx="1160214" cy="655733"/>
              <a:chOff x="4710963" y="556836"/>
              <a:chExt cx="599550" cy="338855"/>
            </a:xfrm>
          </p:grpSpPr>
          <p:sp>
            <p:nvSpPr>
              <p:cNvPr id="2945" name="Google Shape;2945;p27"/>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27"/>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27"/>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27"/>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9" name="Google Shape;2949;p27"/>
            <p:cNvGrpSpPr/>
            <p:nvPr/>
          </p:nvGrpSpPr>
          <p:grpSpPr>
            <a:xfrm rot="3407784">
              <a:off x="8409113" y="4533259"/>
              <a:ext cx="705076" cy="807114"/>
              <a:chOff x="4838621" y="3330436"/>
              <a:chExt cx="342600" cy="392181"/>
            </a:xfrm>
          </p:grpSpPr>
          <p:sp>
            <p:nvSpPr>
              <p:cNvPr id="2950" name="Google Shape;2950;p27"/>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27"/>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27"/>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27"/>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27"/>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27"/>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27"/>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27"/>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27"/>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27"/>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27"/>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27"/>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27"/>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27"/>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27"/>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27"/>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27"/>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27"/>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27"/>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27"/>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27"/>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27"/>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27"/>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27"/>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27"/>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5" name="Google Shape;2975;p27"/>
            <p:cNvGrpSpPr/>
            <p:nvPr/>
          </p:nvGrpSpPr>
          <p:grpSpPr>
            <a:xfrm rot="2304760">
              <a:off x="-568666" y="2187081"/>
              <a:ext cx="1081965" cy="684873"/>
              <a:chOff x="4808808" y="1957984"/>
              <a:chExt cx="404920" cy="256310"/>
            </a:xfrm>
          </p:grpSpPr>
          <p:sp>
            <p:nvSpPr>
              <p:cNvPr id="2976" name="Google Shape;2976;p27"/>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27"/>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78" name="Google Shape;2978;p27"/>
          <p:cNvGrpSpPr/>
          <p:nvPr/>
        </p:nvGrpSpPr>
        <p:grpSpPr>
          <a:xfrm>
            <a:off x="-219077" y="1684995"/>
            <a:ext cx="10047749" cy="3111528"/>
            <a:chOff x="-219077" y="1684995"/>
            <a:chExt cx="10047749" cy="3111528"/>
          </a:xfrm>
        </p:grpSpPr>
        <p:grpSp>
          <p:nvGrpSpPr>
            <p:cNvPr id="2979" name="Google Shape;2979;p27"/>
            <p:cNvGrpSpPr/>
            <p:nvPr/>
          </p:nvGrpSpPr>
          <p:grpSpPr>
            <a:xfrm rot="817426">
              <a:off x="8503764" y="1813309"/>
              <a:ext cx="1115758" cy="219784"/>
              <a:chOff x="4737493" y="4305992"/>
              <a:chExt cx="547410" cy="107830"/>
            </a:xfrm>
          </p:grpSpPr>
          <p:sp>
            <p:nvSpPr>
              <p:cNvPr id="2980" name="Google Shape;2980;p27"/>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27"/>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27"/>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27"/>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27"/>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27"/>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27"/>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27"/>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27"/>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27"/>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27"/>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27"/>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27"/>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3" name="Google Shape;2993;p27"/>
            <p:cNvGrpSpPr/>
            <p:nvPr/>
          </p:nvGrpSpPr>
          <p:grpSpPr>
            <a:xfrm rot="-1892970">
              <a:off x="-208421" y="3302694"/>
              <a:ext cx="522017" cy="188198"/>
              <a:chOff x="3781827" y="2039675"/>
              <a:chExt cx="256107" cy="92332"/>
            </a:xfrm>
          </p:grpSpPr>
          <p:sp>
            <p:nvSpPr>
              <p:cNvPr id="2994" name="Google Shape;2994;p27"/>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27"/>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27"/>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27"/>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27"/>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9" name="Google Shape;2999;p27"/>
            <p:cNvGrpSpPr/>
            <p:nvPr/>
          </p:nvGrpSpPr>
          <p:grpSpPr>
            <a:xfrm rot="1974685">
              <a:off x="8664887" y="4232662"/>
              <a:ext cx="1187875" cy="262190"/>
              <a:chOff x="7968422" y="675563"/>
              <a:chExt cx="462304" cy="102049"/>
            </a:xfrm>
          </p:grpSpPr>
          <p:sp>
            <p:nvSpPr>
              <p:cNvPr id="3000" name="Google Shape;3000;p27"/>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27"/>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27"/>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27"/>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27"/>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27"/>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27"/>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27"/>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27"/>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27"/>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27"/>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27"/>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27"/>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3" name="Google Shape;3013;p27"/>
            <p:cNvGrpSpPr/>
            <p:nvPr/>
          </p:nvGrpSpPr>
          <p:grpSpPr>
            <a:xfrm rot="621006">
              <a:off x="23583" y="2102223"/>
              <a:ext cx="516793" cy="309327"/>
              <a:chOff x="4884983" y="2824599"/>
              <a:chExt cx="253545" cy="151760"/>
            </a:xfrm>
          </p:grpSpPr>
          <p:sp>
            <p:nvSpPr>
              <p:cNvPr id="3014" name="Google Shape;3014;p27"/>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27"/>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27"/>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27"/>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27"/>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27"/>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27"/>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27"/>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27"/>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23" name="Google Shape;3023;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3024" name="Google Shape;3024;p27"/>
          <p:cNvSpPr txBox="1"/>
          <p:nvPr>
            <p:ph idx="1" type="subTitle"/>
          </p:nvPr>
        </p:nvSpPr>
        <p:spPr>
          <a:xfrm>
            <a:off x="2110300" y="2243163"/>
            <a:ext cx="1978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25" name="Google Shape;3025;p27"/>
          <p:cNvSpPr txBox="1"/>
          <p:nvPr>
            <p:ph idx="2" type="subTitle"/>
          </p:nvPr>
        </p:nvSpPr>
        <p:spPr>
          <a:xfrm>
            <a:off x="5055491" y="2243163"/>
            <a:ext cx="1978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26" name="Google Shape;3026;p27"/>
          <p:cNvSpPr txBox="1"/>
          <p:nvPr>
            <p:ph idx="3" type="subTitle"/>
          </p:nvPr>
        </p:nvSpPr>
        <p:spPr>
          <a:xfrm>
            <a:off x="2110300" y="4031300"/>
            <a:ext cx="1978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27" name="Google Shape;3027;p27"/>
          <p:cNvSpPr txBox="1"/>
          <p:nvPr>
            <p:ph idx="4" type="subTitle"/>
          </p:nvPr>
        </p:nvSpPr>
        <p:spPr>
          <a:xfrm>
            <a:off x="5055491" y="4031300"/>
            <a:ext cx="1978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28" name="Google Shape;3028;p27"/>
          <p:cNvSpPr txBox="1"/>
          <p:nvPr>
            <p:ph idx="5" type="subTitle"/>
          </p:nvPr>
        </p:nvSpPr>
        <p:spPr>
          <a:xfrm>
            <a:off x="2110311" y="1898063"/>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029" name="Google Shape;3029;p27"/>
          <p:cNvSpPr txBox="1"/>
          <p:nvPr>
            <p:ph idx="6" type="subTitle"/>
          </p:nvPr>
        </p:nvSpPr>
        <p:spPr>
          <a:xfrm>
            <a:off x="2110311" y="36863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030" name="Google Shape;3030;p27"/>
          <p:cNvSpPr txBox="1"/>
          <p:nvPr>
            <p:ph idx="7" type="subTitle"/>
          </p:nvPr>
        </p:nvSpPr>
        <p:spPr>
          <a:xfrm>
            <a:off x="5055486" y="1898063"/>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031" name="Google Shape;3031;p27"/>
          <p:cNvSpPr txBox="1"/>
          <p:nvPr>
            <p:ph idx="8" type="subTitle"/>
          </p:nvPr>
        </p:nvSpPr>
        <p:spPr>
          <a:xfrm>
            <a:off x="5055486" y="36863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032" name="Google Shape;3032;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3033" name="Shape 3033"/>
        <p:cNvGrpSpPr/>
        <p:nvPr/>
      </p:nvGrpSpPr>
      <p:grpSpPr>
        <a:xfrm>
          <a:off x="0" y="0"/>
          <a:ext cx="0" cy="0"/>
          <a:chOff x="0" y="0"/>
          <a:chExt cx="0" cy="0"/>
        </a:xfrm>
      </p:grpSpPr>
      <p:pic>
        <p:nvPicPr>
          <p:cNvPr id="3034" name="Google Shape;3034;p28"/>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3035" name="Google Shape;3035;p28"/>
          <p:cNvGrpSpPr/>
          <p:nvPr/>
        </p:nvGrpSpPr>
        <p:grpSpPr>
          <a:xfrm>
            <a:off x="-192991" y="895922"/>
            <a:ext cx="9270920" cy="4549501"/>
            <a:chOff x="-192991" y="895922"/>
            <a:chExt cx="9270920" cy="4549501"/>
          </a:xfrm>
        </p:grpSpPr>
        <p:grpSp>
          <p:nvGrpSpPr>
            <p:cNvPr id="3036" name="Google Shape;3036;p28"/>
            <p:cNvGrpSpPr/>
            <p:nvPr/>
          </p:nvGrpSpPr>
          <p:grpSpPr>
            <a:xfrm rot="-1673359">
              <a:off x="-154890" y="2630014"/>
              <a:ext cx="485411" cy="283469"/>
              <a:chOff x="5999959" y="663349"/>
              <a:chExt cx="216246" cy="126280"/>
            </a:xfrm>
          </p:grpSpPr>
          <p:sp>
            <p:nvSpPr>
              <p:cNvPr id="3037" name="Google Shape;3037;p28"/>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28"/>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28"/>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28"/>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28"/>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28"/>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28"/>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44" name="Google Shape;3044;p28"/>
            <p:cNvGrpSpPr/>
            <p:nvPr/>
          </p:nvGrpSpPr>
          <p:grpSpPr>
            <a:xfrm rot="3805024">
              <a:off x="8423853" y="1203029"/>
              <a:ext cx="795279" cy="175551"/>
              <a:chOff x="7968422" y="675563"/>
              <a:chExt cx="462304" cy="102049"/>
            </a:xfrm>
          </p:grpSpPr>
          <p:sp>
            <p:nvSpPr>
              <p:cNvPr id="3045" name="Google Shape;3045;p28"/>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28"/>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28"/>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28"/>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28"/>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28"/>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28"/>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28"/>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28"/>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28"/>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28"/>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28"/>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28"/>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8" name="Google Shape;3058;p28"/>
            <p:cNvGrpSpPr/>
            <p:nvPr/>
          </p:nvGrpSpPr>
          <p:grpSpPr>
            <a:xfrm rot="-2418407">
              <a:off x="7846020" y="4875901"/>
              <a:ext cx="668803" cy="400774"/>
              <a:chOff x="5983345" y="4283994"/>
              <a:chExt cx="253151" cy="151694"/>
            </a:xfrm>
          </p:grpSpPr>
          <p:sp>
            <p:nvSpPr>
              <p:cNvPr id="3059" name="Google Shape;3059;p28"/>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28"/>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28"/>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28"/>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28"/>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28"/>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28"/>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28"/>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28"/>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68" name="Google Shape;3068;p28"/>
          <p:cNvGrpSpPr/>
          <p:nvPr/>
        </p:nvGrpSpPr>
        <p:grpSpPr>
          <a:xfrm>
            <a:off x="-279470" y="60112"/>
            <a:ext cx="10132415" cy="5047810"/>
            <a:chOff x="-279470" y="60112"/>
            <a:chExt cx="10132415" cy="5047810"/>
          </a:xfrm>
        </p:grpSpPr>
        <p:grpSp>
          <p:nvGrpSpPr>
            <p:cNvPr id="3069" name="Google Shape;3069;p28"/>
            <p:cNvGrpSpPr/>
            <p:nvPr/>
          </p:nvGrpSpPr>
          <p:grpSpPr>
            <a:xfrm rot="-1557759">
              <a:off x="8472385" y="4060797"/>
              <a:ext cx="1265942" cy="811397"/>
              <a:chOff x="6925286" y="2716904"/>
              <a:chExt cx="562593" cy="366373"/>
            </a:xfrm>
          </p:grpSpPr>
          <p:sp>
            <p:nvSpPr>
              <p:cNvPr id="3070" name="Google Shape;3070;p28"/>
              <p:cNvSpPr/>
              <p:nvPr/>
            </p:nvSpPr>
            <p:spPr>
              <a:xfrm>
                <a:off x="6974472" y="2716904"/>
                <a:ext cx="513408" cy="366373"/>
              </a:xfrm>
              <a:custGeom>
                <a:rect b="b" l="l" r="r" t="t"/>
                <a:pathLst>
                  <a:path extrusionOk="0" h="5579" w="7818">
                    <a:moveTo>
                      <a:pt x="3859" y="1235"/>
                    </a:moveTo>
                    <a:cubicBezTo>
                      <a:pt x="4180" y="1618"/>
                      <a:pt x="4478" y="2010"/>
                      <a:pt x="4769" y="2411"/>
                    </a:cubicBezTo>
                    <a:cubicBezTo>
                      <a:pt x="4656" y="2512"/>
                      <a:pt x="4539" y="2609"/>
                      <a:pt x="4426" y="2709"/>
                    </a:cubicBezTo>
                    <a:lnTo>
                      <a:pt x="4108" y="2453"/>
                    </a:lnTo>
                    <a:cubicBezTo>
                      <a:pt x="3888" y="2282"/>
                      <a:pt x="3652" y="2120"/>
                      <a:pt x="3422" y="1951"/>
                    </a:cubicBezTo>
                    <a:cubicBezTo>
                      <a:pt x="3564" y="1718"/>
                      <a:pt x="3710" y="1475"/>
                      <a:pt x="3859" y="1235"/>
                    </a:cubicBezTo>
                    <a:close/>
                    <a:moveTo>
                      <a:pt x="4847" y="2515"/>
                    </a:moveTo>
                    <a:cubicBezTo>
                      <a:pt x="5106" y="2871"/>
                      <a:pt x="5356" y="3231"/>
                      <a:pt x="5612" y="3587"/>
                    </a:cubicBezTo>
                    <a:lnTo>
                      <a:pt x="5378" y="3587"/>
                    </a:lnTo>
                    <a:cubicBezTo>
                      <a:pt x="5106" y="3309"/>
                      <a:pt x="4818" y="3046"/>
                      <a:pt x="4523" y="2790"/>
                    </a:cubicBezTo>
                    <a:cubicBezTo>
                      <a:pt x="4633" y="2696"/>
                      <a:pt x="4737" y="2606"/>
                      <a:pt x="4847" y="2515"/>
                    </a:cubicBezTo>
                    <a:close/>
                    <a:moveTo>
                      <a:pt x="7604" y="182"/>
                    </a:moveTo>
                    <a:lnTo>
                      <a:pt x="7604" y="182"/>
                    </a:lnTo>
                    <a:cubicBezTo>
                      <a:pt x="7585" y="762"/>
                      <a:pt x="7572" y="1345"/>
                      <a:pt x="7581" y="1925"/>
                    </a:cubicBezTo>
                    <a:cubicBezTo>
                      <a:pt x="7588" y="2470"/>
                      <a:pt x="7555" y="3062"/>
                      <a:pt x="7666" y="3600"/>
                    </a:cubicBezTo>
                    <a:cubicBezTo>
                      <a:pt x="7037" y="3600"/>
                      <a:pt x="6405" y="3594"/>
                      <a:pt x="5774" y="3594"/>
                    </a:cubicBezTo>
                    <a:cubicBezTo>
                      <a:pt x="5498" y="3208"/>
                      <a:pt x="5226" y="2819"/>
                      <a:pt x="4948" y="2434"/>
                    </a:cubicBezTo>
                    <a:cubicBezTo>
                      <a:pt x="5832" y="1682"/>
                      <a:pt x="6713" y="924"/>
                      <a:pt x="7604" y="182"/>
                    </a:cubicBezTo>
                    <a:close/>
                    <a:moveTo>
                      <a:pt x="4423" y="2884"/>
                    </a:moveTo>
                    <a:cubicBezTo>
                      <a:pt x="4688" y="3108"/>
                      <a:pt x="4944" y="3344"/>
                      <a:pt x="5191" y="3594"/>
                    </a:cubicBezTo>
                    <a:cubicBezTo>
                      <a:pt x="4633" y="3597"/>
                      <a:pt x="4073" y="3613"/>
                      <a:pt x="3519" y="3652"/>
                    </a:cubicBezTo>
                    <a:cubicBezTo>
                      <a:pt x="3823" y="3399"/>
                      <a:pt x="4121" y="3143"/>
                      <a:pt x="4423" y="2884"/>
                    </a:cubicBezTo>
                    <a:close/>
                    <a:moveTo>
                      <a:pt x="2262" y="1183"/>
                    </a:moveTo>
                    <a:cubicBezTo>
                      <a:pt x="2560" y="1491"/>
                      <a:pt x="2900" y="1747"/>
                      <a:pt x="3244" y="1993"/>
                    </a:cubicBezTo>
                    <a:cubicBezTo>
                      <a:pt x="2822" y="2703"/>
                      <a:pt x="2414" y="3415"/>
                      <a:pt x="2025" y="4138"/>
                    </a:cubicBezTo>
                    <a:cubicBezTo>
                      <a:pt x="1847" y="4137"/>
                      <a:pt x="1669" y="4136"/>
                      <a:pt x="1490" y="4136"/>
                    </a:cubicBezTo>
                    <a:cubicBezTo>
                      <a:pt x="1053" y="4136"/>
                      <a:pt x="616" y="4140"/>
                      <a:pt x="179" y="4154"/>
                    </a:cubicBezTo>
                    <a:cubicBezTo>
                      <a:pt x="940" y="3221"/>
                      <a:pt x="1582" y="2175"/>
                      <a:pt x="2262" y="1183"/>
                    </a:cubicBezTo>
                    <a:close/>
                    <a:moveTo>
                      <a:pt x="3354" y="2071"/>
                    </a:moveTo>
                    <a:cubicBezTo>
                      <a:pt x="3548" y="2207"/>
                      <a:pt x="3746" y="2346"/>
                      <a:pt x="3937" y="2492"/>
                    </a:cubicBezTo>
                    <a:cubicBezTo>
                      <a:pt x="4070" y="2593"/>
                      <a:pt x="4199" y="2696"/>
                      <a:pt x="4329" y="2803"/>
                    </a:cubicBezTo>
                    <a:cubicBezTo>
                      <a:pt x="4008" y="3085"/>
                      <a:pt x="3687" y="3373"/>
                      <a:pt x="3373" y="3665"/>
                    </a:cubicBezTo>
                    <a:cubicBezTo>
                      <a:pt x="3344" y="3675"/>
                      <a:pt x="3341" y="3710"/>
                      <a:pt x="3363" y="3726"/>
                    </a:cubicBezTo>
                    <a:cubicBezTo>
                      <a:pt x="3371" y="3736"/>
                      <a:pt x="3385" y="3742"/>
                      <a:pt x="3398" y="3742"/>
                    </a:cubicBezTo>
                    <a:cubicBezTo>
                      <a:pt x="3408" y="3742"/>
                      <a:pt x="3417" y="3740"/>
                      <a:pt x="3425" y="3733"/>
                    </a:cubicBezTo>
                    <a:cubicBezTo>
                      <a:pt x="3957" y="3768"/>
                      <a:pt x="4492" y="3776"/>
                      <a:pt x="5029" y="3776"/>
                    </a:cubicBezTo>
                    <a:cubicBezTo>
                      <a:pt x="5142" y="3776"/>
                      <a:pt x="5255" y="3776"/>
                      <a:pt x="5369" y="3775"/>
                    </a:cubicBezTo>
                    <a:cubicBezTo>
                      <a:pt x="5492" y="3901"/>
                      <a:pt x="5612" y="4031"/>
                      <a:pt x="5725" y="4164"/>
                    </a:cubicBezTo>
                    <a:cubicBezTo>
                      <a:pt x="5285" y="4152"/>
                      <a:pt x="4844" y="4149"/>
                      <a:pt x="4404" y="4149"/>
                    </a:cubicBezTo>
                    <a:cubicBezTo>
                      <a:pt x="3995" y="4149"/>
                      <a:pt x="3587" y="4151"/>
                      <a:pt x="3179" y="4151"/>
                    </a:cubicBezTo>
                    <a:cubicBezTo>
                      <a:pt x="3086" y="4151"/>
                      <a:pt x="2993" y="4151"/>
                      <a:pt x="2900" y="4151"/>
                    </a:cubicBezTo>
                    <a:cubicBezTo>
                      <a:pt x="2651" y="4151"/>
                      <a:pt x="2408" y="4148"/>
                      <a:pt x="2162" y="4148"/>
                    </a:cubicBezTo>
                    <a:cubicBezTo>
                      <a:pt x="2547" y="3448"/>
                      <a:pt x="2942" y="2755"/>
                      <a:pt x="3354" y="2071"/>
                    </a:cubicBezTo>
                    <a:close/>
                    <a:moveTo>
                      <a:pt x="5738" y="3762"/>
                    </a:moveTo>
                    <a:cubicBezTo>
                      <a:pt x="6127" y="4310"/>
                      <a:pt x="6519" y="4844"/>
                      <a:pt x="6950" y="5359"/>
                    </a:cubicBezTo>
                    <a:cubicBezTo>
                      <a:pt x="5997" y="5401"/>
                      <a:pt x="5041" y="5430"/>
                      <a:pt x="4089" y="5443"/>
                    </a:cubicBezTo>
                    <a:cubicBezTo>
                      <a:pt x="3623" y="5450"/>
                      <a:pt x="3159" y="5450"/>
                      <a:pt x="2693" y="5450"/>
                    </a:cubicBezTo>
                    <a:cubicBezTo>
                      <a:pt x="2453" y="5450"/>
                      <a:pt x="2207" y="5438"/>
                      <a:pt x="1963" y="5438"/>
                    </a:cubicBezTo>
                    <a:cubicBezTo>
                      <a:pt x="1785" y="5438"/>
                      <a:pt x="1607" y="5444"/>
                      <a:pt x="1433" y="5466"/>
                    </a:cubicBezTo>
                    <a:cubicBezTo>
                      <a:pt x="1646" y="5071"/>
                      <a:pt x="1867" y="4672"/>
                      <a:pt x="2084" y="4277"/>
                    </a:cubicBezTo>
                    <a:lnTo>
                      <a:pt x="2900" y="4277"/>
                    </a:lnTo>
                    <a:cubicBezTo>
                      <a:pt x="3574" y="4280"/>
                      <a:pt x="4250" y="4290"/>
                      <a:pt x="4924" y="4290"/>
                    </a:cubicBezTo>
                    <a:cubicBezTo>
                      <a:pt x="5196" y="4290"/>
                      <a:pt x="5467" y="4288"/>
                      <a:pt x="5738" y="4284"/>
                    </a:cubicBezTo>
                    <a:cubicBezTo>
                      <a:pt x="5787" y="4284"/>
                      <a:pt x="5806" y="4235"/>
                      <a:pt x="5793" y="4199"/>
                    </a:cubicBezTo>
                    <a:cubicBezTo>
                      <a:pt x="5842" y="4196"/>
                      <a:pt x="5881" y="4131"/>
                      <a:pt x="5838" y="4086"/>
                    </a:cubicBezTo>
                    <a:cubicBezTo>
                      <a:pt x="5741" y="3976"/>
                      <a:pt x="5644" y="3872"/>
                      <a:pt x="5547" y="3765"/>
                    </a:cubicBezTo>
                    <a:cubicBezTo>
                      <a:pt x="5612" y="3765"/>
                      <a:pt x="5673" y="3765"/>
                      <a:pt x="5738" y="3762"/>
                    </a:cubicBezTo>
                    <a:close/>
                    <a:moveTo>
                      <a:pt x="7678" y="0"/>
                    </a:moveTo>
                    <a:cubicBezTo>
                      <a:pt x="7667" y="0"/>
                      <a:pt x="7656" y="3"/>
                      <a:pt x="7646" y="7"/>
                    </a:cubicBezTo>
                    <a:cubicBezTo>
                      <a:pt x="7639" y="5"/>
                      <a:pt x="7632" y="4"/>
                      <a:pt x="7625" y="4"/>
                    </a:cubicBezTo>
                    <a:cubicBezTo>
                      <a:pt x="7609" y="4"/>
                      <a:pt x="7595" y="9"/>
                      <a:pt x="7581" y="20"/>
                    </a:cubicBezTo>
                    <a:cubicBezTo>
                      <a:pt x="6668" y="778"/>
                      <a:pt x="5761" y="1540"/>
                      <a:pt x="4867" y="2317"/>
                    </a:cubicBezTo>
                    <a:cubicBezTo>
                      <a:pt x="4556" y="1893"/>
                      <a:pt x="4235" y="1472"/>
                      <a:pt x="3895" y="1070"/>
                    </a:cubicBezTo>
                    <a:cubicBezTo>
                      <a:pt x="3883" y="1057"/>
                      <a:pt x="3867" y="1051"/>
                      <a:pt x="3851" y="1051"/>
                    </a:cubicBezTo>
                    <a:cubicBezTo>
                      <a:pt x="3827" y="1051"/>
                      <a:pt x="3803" y="1064"/>
                      <a:pt x="3791" y="1083"/>
                    </a:cubicBezTo>
                    <a:cubicBezTo>
                      <a:pt x="3629" y="1345"/>
                      <a:pt x="3470" y="1608"/>
                      <a:pt x="3312" y="1870"/>
                    </a:cubicBezTo>
                    <a:cubicBezTo>
                      <a:pt x="2955" y="1618"/>
                      <a:pt x="2602" y="1349"/>
                      <a:pt x="2301" y="1025"/>
                    </a:cubicBezTo>
                    <a:cubicBezTo>
                      <a:pt x="2288" y="1012"/>
                      <a:pt x="2272" y="1006"/>
                      <a:pt x="2256" y="1006"/>
                    </a:cubicBezTo>
                    <a:cubicBezTo>
                      <a:pt x="2233" y="1006"/>
                      <a:pt x="2209" y="1018"/>
                      <a:pt x="2194" y="1038"/>
                    </a:cubicBezTo>
                    <a:cubicBezTo>
                      <a:pt x="1484" y="2074"/>
                      <a:pt x="798" y="3134"/>
                      <a:pt x="59" y="4151"/>
                    </a:cubicBezTo>
                    <a:lnTo>
                      <a:pt x="53" y="4151"/>
                    </a:lnTo>
                    <a:cubicBezTo>
                      <a:pt x="1" y="4154"/>
                      <a:pt x="1" y="4229"/>
                      <a:pt x="53" y="4232"/>
                    </a:cubicBezTo>
                    <a:lnTo>
                      <a:pt x="88" y="4232"/>
                    </a:lnTo>
                    <a:cubicBezTo>
                      <a:pt x="707" y="4261"/>
                      <a:pt x="1329" y="4264"/>
                      <a:pt x="1944" y="4264"/>
                    </a:cubicBezTo>
                    <a:cubicBezTo>
                      <a:pt x="1724" y="4672"/>
                      <a:pt x="1510" y="5087"/>
                      <a:pt x="1303" y="5508"/>
                    </a:cubicBezTo>
                    <a:cubicBezTo>
                      <a:pt x="1287" y="5539"/>
                      <a:pt x="1315" y="5567"/>
                      <a:pt x="1340" y="5567"/>
                    </a:cubicBezTo>
                    <a:cubicBezTo>
                      <a:pt x="1352" y="5567"/>
                      <a:pt x="1364" y="5561"/>
                      <a:pt x="1371" y="5547"/>
                    </a:cubicBezTo>
                    <a:cubicBezTo>
                      <a:pt x="1378" y="5541"/>
                      <a:pt x="1381" y="5531"/>
                      <a:pt x="1384" y="5528"/>
                    </a:cubicBezTo>
                    <a:cubicBezTo>
                      <a:pt x="1620" y="5569"/>
                      <a:pt x="1866" y="5579"/>
                      <a:pt x="2111" y="5579"/>
                    </a:cubicBezTo>
                    <a:cubicBezTo>
                      <a:pt x="2303" y="5579"/>
                      <a:pt x="2495" y="5573"/>
                      <a:pt x="2683" y="5573"/>
                    </a:cubicBezTo>
                    <a:cubicBezTo>
                      <a:pt x="2800" y="5574"/>
                      <a:pt x="2916" y="5574"/>
                      <a:pt x="3033" y="5574"/>
                    </a:cubicBezTo>
                    <a:cubicBezTo>
                      <a:pt x="3383" y="5574"/>
                      <a:pt x="3733" y="5571"/>
                      <a:pt x="4083" y="5563"/>
                    </a:cubicBezTo>
                    <a:cubicBezTo>
                      <a:pt x="5035" y="5554"/>
                      <a:pt x="5987" y="5524"/>
                      <a:pt x="6940" y="5479"/>
                    </a:cubicBezTo>
                    <a:cubicBezTo>
                      <a:pt x="6979" y="5479"/>
                      <a:pt x="7001" y="5447"/>
                      <a:pt x="7005" y="5414"/>
                    </a:cubicBezTo>
                    <a:cubicBezTo>
                      <a:pt x="7012" y="5418"/>
                      <a:pt x="7019" y="5419"/>
                      <a:pt x="7026" y="5419"/>
                    </a:cubicBezTo>
                    <a:cubicBezTo>
                      <a:pt x="7072" y="5419"/>
                      <a:pt x="7115" y="5352"/>
                      <a:pt x="7076" y="5301"/>
                    </a:cubicBezTo>
                    <a:cubicBezTo>
                      <a:pt x="6655" y="4802"/>
                      <a:pt x="6273" y="4277"/>
                      <a:pt x="5890" y="3746"/>
                    </a:cubicBezTo>
                    <a:cubicBezTo>
                      <a:pt x="6506" y="3733"/>
                      <a:pt x="7118" y="3717"/>
                      <a:pt x="7724" y="3714"/>
                    </a:cubicBezTo>
                    <a:cubicBezTo>
                      <a:pt x="7729" y="3714"/>
                      <a:pt x="7735" y="3715"/>
                      <a:pt x="7739" y="3715"/>
                    </a:cubicBezTo>
                    <a:cubicBezTo>
                      <a:pt x="7818" y="3715"/>
                      <a:pt x="7813" y="3600"/>
                      <a:pt x="7734" y="3597"/>
                    </a:cubicBezTo>
                    <a:cubicBezTo>
                      <a:pt x="7792" y="3027"/>
                      <a:pt x="7714" y="2424"/>
                      <a:pt x="7711" y="1851"/>
                    </a:cubicBezTo>
                    <a:cubicBezTo>
                      <a:pt x="7704" y="1255"/>
                      <a:pt x="7717" y="662"/>
                      <a:pt x="7743" y="66"/>
                    </a:cubicBezTo>
                    <a:cubicBezTo>
                      <a:pt x="7746" y="22"/>
                      <a:pt x="7712" y="0"/>
                      <a:pt x="76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28"/>
              <p:cNvSpPr/>
              <p:nvPr/>
            </p:nvSpPr>
            <p:spPr>
              <a:xfrm>
                <a:off x="6925286" y="2954095"/>
                <a:ext cx="32375" cy="47020"/>
              </a:xfrm>
              <a:custGeom>
                <a:rect b="b" l="l" r="r" t="t"/>
                <a:pathLst>
                  <a:path extrusionOk="0" h="716" w="493">
                    <a:moveTo>
                      <a:pt x="209" y="215"/>
                    </a:moveTo>
                    <a:lnTo>
                      <a:pt x="270" y="348"/>
                    </a:lnTo>
                    <a:cubicBezTo>
                      <a:pt x="273" y="361"/>
                      <a:pt x="283" y="380"/>
                      <a:pt x="296" y="406"/>
                    </a:cubicBezTo>
                    <a:cubicBezTo>
                      <a:pt x="248" y="406"/>
                      <a:pt x="199" y="409"/>
                      <a:pt x="150" y="419"/>
                    </a:cubicBezTo>
                    <a:cubicBezTo>
                      <a:pt x="167" y="348"/>
                      <a:pt x="186" y="280"/>
                      <a:pt x="209" y="215"/>
                    </a:cubicBezTo>
                    <a:close/>
                    <a:moveTo>
                      <a:pt x="204" y="1"/>
                    </a:moveTo>
                    <a:cubicBezTo>
                      <a:pt x="177" y="1"/>
                      <a:pt x="150" y="18"/>
                      <a:pt x="141" y="46"/>
                    </a:cubicBezTo>
                    <a:cubicBezTo>
                      <a:pt x="95" y="176"/>
                      <a:pt x="56" y="309"/>
                      <a:pt x="31" y="442"/>
                    </a:cubicBezTo>
                    <a:cubicBezTo>
                      <a:pt x="14" y="458"/>
                      <a:pt x="14" y="484"/>
                      <a:pt x="24" y="500"/>
                    </a:cubicBezTo>
                    <a:cubicBezTo>
                      <a:pt x="14" y="555"/>
                      <a:pt x="8" y="617"/>
                      <a:pt x="5" y="672"/>
                    </a:cubicBezTo>
                    <a:cubicBezTo>
                      <a:pt x="1" y="699"/>
                      <a:pt x="25" y="715"/>
                      <a:pt x="49" y="715"/>
                    </a:cubicBezTo>
                    <a:cubicBezTo>
                      <a:pt x="68" y="715"/>
                      <a:pt x="86" y="706"/>
                      <a:pt x="92" y="685"/>
                    </a:cubicBezTo>
                    <a:cubicBezTo>
                      <a:pt x="105" y="630"/>
                      <a:pt x="112" y="575"/>
                      <a:pt x="124" y="519"/>
                    </a:cubicBezTo>
                    <a:cubicBezTo>
                      <a:pt x="193" y="516"/>
                      <a:pt x="267" y="510"/>
                      <a:pt x="335" y="506"/>
                    </a:cubicBezTo>
                    <a:cubicBezTo>
                      <a:pt x="338" y="523"/>
                      <a:pt x="345" y="539"/>
                      <a:pt x="348" y="552"/>
                    </a:cubicBezTo>
                    <a:cubicBezTo>
                      <a:pt x="335" y="565"/>
                      <a:pt x="329" y="575"/>
                      <a:pt x="329" y="591"/>
                    </a:cubicBezTo>
                    <a:lnTo>
                      <a:pt x="329" y="604"/>
                    </a:lnTo>
                    <a:cubicBezTo>
                      <a:pt x="329" y="623"/>
                      <a:pt x="338" y="646"/>
                      <a:pt x="354" y="655"/>
                    </a:cubicBezTo>
                    <a:lnTo>
                      <a:pt x="364" y="662"/>
                    </a:lnTo>
                    <a:cubicBezTo>
                      <a:pt x="374" y="667"/>
                      <a:pt x="384" y="669"/>
                      <a:pt x="393" y="669"/>
                    </a:cubicBezTo>
                    <a:cubicBezTo>
                      <a:pt x="414" y="669"/>
                      <a:pt x="433" y="657"/>
                      <a:pt x="448" y="639"/>
                    </a:cubicBezTo>
                    <a:cubicBezTo>
                      <a:pt x="481" y="600"/>
                      <a:pt x="471" y="542"/>
                      <a:pt x="452" y="487"/>
                    </a:cubicBezTo>
                    <a:cubicBezTo>
                      <a:pt x="493" y="462"/>
                      <a:pt x="484" y="393"/>
                      <a:pt x="430" y="393"/>
                    </a:cubicBezTo>
                    <a:cubicBezTo>
                      <a:pt x="428" y="393"/>
                      <a:pt x="427" y="393"/>
                      <a:pt x="426" y="393"/>
                    </a:cubicBezTo>
                    <a:lnTo>
                      <a:pt x="419" y="393"/>
                    </a:lnTo>
                    <a:cubicBezTo>
                      <a:pt x="416" y="387"/>
                      <a:pt x="416" y="380"/>
                      <a:pt x="413" y="374"/>
                    </a:cubicBezTo>
                    <a:cubicBezTo>
                      <a:pt x="371" y="257"/>
                      <a:pt x="316" y="137"/>
                      <a:pt x="254" y="30"/>
                    </a:cubicBezTo>
                    <a:cubicBezTo>
                      <a:pt x="242" y="10"/>
                      <a:pt x="223" y="1"/>
                      <a:pt x="2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28"/>
              <p:cNvSpPr/>
              <p:nvPr/>
            </p:nvSpPr>
            <p:spPr>
              <a:xfrm>
                <a:off x="7221712" y="3023243"/>
                <a:ext cx="34083" cy="42357"/>
              </a:xfrm>
              <a:custGeom>
                <a:rect b="b" l="l" r="r" t="t"/>
                <a:pathLst>
                  <a:path extrusionOk="0" h="645" w="519">
                    <a:moveTo>
                      <a:pt x="185" y="75"/>
                    </a:moveTo>
                    <a:cubicBezTo>
                      <a:pt x="207" y="75"/>
                      <a:pt x="229" y="83"/>
                      <a:pt x="246" y="101"/>
                    </a:cubicBezTo>
                    <a:cubicBezTo>
                      <a:pt x="292" y="150"/>
                      <a:pt x="269" y="231"/>
                      <a:pt x="204" y="250"/>
                    </a:cubicBezTo>
                    <a:cubicBezTo>
                      <a:pt x="150" y="266"/>
                      <a:pt x="155" y="357"/>
                      <a:pt x="211" y="357"/>
                    </a:cubicBezTo>
                    <a:cubicBezTo>
                      <a:pt x="212" y="357"/>
                      <a:pt x="213" y="357"/>
                      <a:pt x="214" y="357"/>
                    </a:cubicBezTo>
                    <a:cubicBezTo>
                      <a:pt x="217" y="357"/>
                      <a:pt x="224" y="357"/>
                      <a:pt x="227" y="354"/>
                    </a:cubicBezTo>
                    <a:cubicBezTo>
                      <a:pt x="250" y="349"/>
                      <a:pt x="273" y="345"/>
                      <a:pt x="296" y="345"/>
                    </a:cubicBezTo>
                    <a:cubicBezTo>
                      <a:pt x="305" y="345"/>
                      <a:pt x="315" y="346"/>
                      <a:pt x="324" y="348"/>
                    </a:cubicBezTo>
                    <a:cubicBezTo>
                      <a:pt x="356" y="357"/>
                      <a:pt x="402" y="374"/>
                      <a:pt x="392" y="412"/>
                    </a:cubicBezTo>
                    <a:cubicBezTo>
                      <a:pt x="386" y="442"/>
                      <a:pt x="327" y="461"/>
                      <a:pt x="308" y="467"/>
                    </a:cubicBezTo>
                    <a:cubicBezTo>
                      <a:pt x="256" y="484"/>
                      <a:pt x="204" y="484"/>
                      <a:pt x="156" y="493"/>
                    </a:cubicBezTo>
                    <a:cubicBezTo>
                      <a:pt x="149" y="487"/>
                      <a:pt x="146" y="484"/>
                      <a:pt x="139" y="477"/>
                    </a:cubicBezTo>
                    <a:cubicBezTo>
                      <a:pt x="139" y="364"/>
                      <a:pt x="117" y="247"/>
                      <a:pt x="78" y="143"/>
                    </a:cubicBezTo>
                    <a:lnTo>
                      <a:pt x="81" y="137"/>
                    </a:lnTo>
                    <a:cubicBezTo>
                      <a:pt x="100" y="101"/>
                      <a:pt x="143" y="75"/>
                      <a:pt x="185" y="75"/>
                    </a:cubicBezTo>
                    <a:close/>
                    <a:moveTo>
                      <a:pt x="206" y="0"/>
                    </a:moveTo>
                    <a:cubicBezTo>
                      <a:pt x="138" y="0"/>
                      <a:pt x="69" y="39"/>
                      <a:pt x="36" y="101"/>
                    </a:cubicBezTo>
                    <a:cubicBezTo>
                      <a:pt x="16" y="105"/>
                      <a:pt x="0" y="118"/>
                      <a:pt x="0" y="137"/>
                    </a:cubicBezTo>
                    <a:cubicBezTo>
                      <a:pt x="16" y="267"/>
                      <a:pt x="29" y="390"/>
                      <a:pt x="26" y="519"/>
                    </a:cubicBezTo>
                    <a:cubicBezTo>
                      <a:pt x="26" y="526"/>
                      <a:pt x="26" y="535"/>
                      <a:pt x="29" y="542"/>
                    </a:cubicBezTo>
                    <a:cubicBezTo>
                      <a:pt x="26" y="552"/>
                      <a:pt x="26" y="555"/>
                      <a:pt x="20" y="565"/>
                    </a:cubicBezTo>
                    <a:cubicBezTo>
                      <a:pt x="7" y="606"/>
                      <a:pt x="45" y="645"/>
                      <a:pt x="84" y="645"/>
                    </a:cubicBezTo>
                    <a:cubicBezTo>
                      <a:pt x="94" y="645"/>
                      <a:pt x="104" y="642"/>
                      <a:pt x="113" y="636"/>
                    </a:cubicBezTo>
                    <a:cubicBezTo>
                      <a:pt x="230" y="558"/>
                      <a:pt x="505" y="613"/>
                      <a:pt x="509" y="396"/>
                    </a:cubicBezTo>
                    <a:cubicBezTo>
                      <a:pt x="518" y="296"/>
                      <a:pt x="437" y="250"/>
                      <a:pt x="353" y="244"/>
                    </a:cubicBezTo>
                    <a:cubicBezTo>
                      <a:pt x="382" y="182"/>
                      <a:pt x="376" y="114"/>
                      <a:pt x="327" y="56"/>
                    </a:cubicBezTo>
                    <a:cubicBezTo>
                      <a:pt x="295" y="17"/>
                      <a:pt x="251" y="0"/>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28"/>
              <p:cNvSpPr/>
              <p:nvPr/>
            </p:nvSpPr>
            <p:spPr>
              <a:xfrm>
                <a:off x="7422721" y="2861438"/>
                <a:ext cx="45115" cy="39402"/>
              </a:xfrm>
              <a:custGeom>
                <a:rect b="b" l="l" r="r" t="t"/>
                <a:pathLst>
                  <a:path extrusionOk="0" h="600" w="687">
                    <a:moveTo>
                      <a:pt x="485" y="1"/>
                    </a:moveTo>
                    <a:cubicBezTo>
                      <a:pt x="376" y="1"/>
                      <a:pt x="266" y="50"/>
                      <a:pt x="182" y="120"/>
                    </a:cubicBezTo>
                    <a:cubicBezTo>
                      <a:pt x="98" y="188"/>
                      <a:pt x="1" y="311"/>
                      <a:pt x="59" y="427"/>
                    </a:cubicBezTo>
                    <a:cubicBezTo>
                      <a:pt x="115" y="537"/>
                      <a:pt x="257" y="599"/>
                      <a:pt x="394" y="599"/>
                    </a:cubicBezTo>
                    <a:cubicBezTo>
                      <a:pt x="502" y="599"/>
                      <a:pt x="607" y="560"/>
                      <a:pt x="661" y="476"/>
                    </a:cubicBezTo>
                    <a:cubicBezTo>
                      <a:pt x="687" y="442"/>
                      <a:pt x="655" y="388"/>
                      <a:pt x="615" y="388"/>
                    </a:cubicBezTo>
                    <a:cubicBezTo>
                      <a:pt x="609" y="388"/>
                      <a:pt x="603" y="389"/>
                      <a:pt x="597" y="392"/>
                    </a:cubicBezTo>
                    <a:cubicBezTo>
                      <a:pt x="532" y="414"/>
                      <a:pt x="483" y="460"/>
                      <a:pt x="409" y="463"/>
                    </a:cubicBezTo>
                    <a:cubicBezTo>
                      <a:pt x="398" y="464"/>
                      <a:pt x="386" y="465"/>
                      <a:pt x="373" y="465"/>
                    </a:cubicBezTo>
                    <a:cubicBezTo>
                      <a:pt x="307" y="465"/>
                      <a:pt x="224" y="443"/>
                      <a:pt x="188" y="392"/>
                    </a:cubicBezTo>
                    <a:cubicBezTo>
                      <a:pt x="127" y="307"/>
                      <a:pt x="253" y="210"/>
                      <a:pt x="311" y="168"/>
                    </a:cubicBezTo>
                    <a:cubicBezTo>
                      <a:pt x="383" y="123"/>
                      <a:pt x="454" y="107"/>
                      <a:pt x="535" y="97"/>
                    </a:cubicBezTo>
                    <a:cubicBezTo>
                      <a:pt x="593" y="87"/>
                      <a:pt x="571" y="6"/>
                      <a:pt x="522" y="3"/>
                    </a:cubicBezTo>
                    <a:cubicBezTo>
                      <a:pt x="510" y="2"/>
                      <a:pt x="497" y="1"/>
                      <a:pt x="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4" name="Google Shape;3074;p28"/>
            <p:cNvGrpSpPr/>
            <p:nvPr/>
          </p:nvGrpSpPr>
          <p:grpSpPr>
            <a:xfrm rot="-1781495">
              <a:off x="8744587" y="178666"/>
              <a:ext cx="721537" cy="916184"/>
              <a:chOff x="7996659" y="1819688"/>
              <a:chExt cx="419434" cy="532584"/>
            </a:xfrm>
          </p:grpSpPr>
          <p:sp>
            <p:nvSpPr>
              <p:cNvPr id="3075" name="Google Shape;3075;p28"/>
              <p:cNvSpPr/>
              <p:nvPr/>
            </p:nvSpPr>
            <p:spPr>
              <a:xfrm>
                <a:off x="7996659" y="1819688"/>
                <a:ext cx="419434" cy="532584"/>
              </a:xfrm>
              <a:custGeom>
                <a:rect b="b" l="l" r="r" t="t"/>
                <a:pathLst>
                  <a:path extrusionOk="0" h="8110" w="6387">
                    <a:moveTo>
                      <a:pt x="3158" y="136"/>
                    </a:moveTo>
                    <a:cubicBezTo>
                      <a:pt x="3547" y="136"/>
                      <a:pt x="3936" y="167"/>
                      <a:pt x="4316" y="246"/>
                    </a:cubicBezTo>
                    <a:cubicBezTo>
                      <a:pt x="4750" y="336"/>
                      <a:pt x="5366" y="485"/>
                      <a:pt x="5647" y="855"/>
                    </a:cubicBezTo>
                    <a:cubicBezTo>
                      <a:pt x="6386" y="1817"/>
                      <a:pt x="3548" y="1992"/>
                      <a:pt x="3078" y="1995"/>
                    </a:cubicBezTo>
                    <a:cubicBezTo>
                      <a:pt x="3044" y="1996"/>
                      <a:pt x="3009" y="1996"/>
                      <a:pt x="2974" y="1996"/>
                    </a:cubicBezTo>
                    <a:cubicBezTo>
                      <a:pt x="2484" y="1996"/>
                      <a:pt x="1994" y="1953"/>
                      <a:pt x="1511" y="1866"/>
                    </a:cubicBezTo>
                    <a:cubicBezTo>
                      <a:pt x="1313" y="1830"/>
                      <a:pt x="769" y="1713"/>
                      <a:pt x="458" y="1493"/>
                    </a:cubicBezTo>
                    <a:cubicBezTo>
                      <a:pt x="399" y="1418"/>
                      <a:pt x="335" y="1344"/>
                      <a:pt x="263" y="1276"/>
                    </a:cubicBezTo>
                    <a:cubicBezTo>
                      <a:pt x="231" y="1208"/>
                      <a:pt x="221" y="1133"/>
                      <a:pt x="247" y="1059"/>
                    </a:cubicBezTo>
                    <a:cubicBezTo>
                      <a:pt x="250" y="1052"/>
                      <a:pt x="254" y="1049"/>
                      <a:pt x="260" y="1039"/>
                    </a:cubicBezTo>
                    <a:cubicBezTo>
                      <a:pt x="684" y="174"/>
                      <a:pt x="2013" y="174"/>
                      <a:pt x="2845" y="142"/>
                    </a:cubicBezTo>
                    <a:cubicBezTo>
                      <a:pt x="2950" y="138"/>
                      <a:pt x="3054" y="136"/>
                      <a:pt x="3158" y="136"/>
                    </a:cubicBezTo>
                    <a:close/>
                    <a:moveTo>
                      <a:pt x="5453" y="1739"/>
                    </a:moveTo>
                    <a:lnTo>
                      <a:pt x="5453" y="1739"/>
                    </a:lnTo>
                    <a:cubicBezTo>
                      <a:pt x="4896" y="2445"/>
                      <a:pt x="4698" y="3349"/>
                      <a:pt x="4701" y="4266"/>
                    </a:cubicBezTo>
                    <a:cubicBezTo>
                      <a:pt x="4685" y="4266"/>
                      <a:pt x="4666" y="4273"/>
                      <a:pt x="4653" y="4289"/>
                    </a:cubicBezTo>
                    <a:cubicBezTo>
                      <a:pt x="4372" y="4750"/>
                      <a:pt x="3818" y="4855"/>
                      <a:pt x="3305" y="4855"/>
                    </a:cubicBezTo>
                    <a:cubicBezTo>
                      <a:pt x="3256" y="4855"/>
                      <a:pt x="3207" y="4854"/>
                      <a:pt x="3159" y="4852"/>
                    </a:cubicBezTo>
                    <a:cubicBezTo>
                      <a:pt x="2631" y="4833"/>
                      <a:pt x="2009" y="4703"/>
                      <a:pt x="1643" y="4292"/>
                    </a:cubicBezTo>
                    <a:cubicBezTo>
                      <a:pt x="1702" y="3813"/>
                      <a:pt x="1559" y="3365"/>
                      <a:pt x="1329" y="2922"/>
                    </a:cubicBezTo>
                    <a:cubicBezTo>
                      <a:pt x="1125" y="2523"/>
                      <a:pt x="918" y="2112"/>
                      <a:pt x="655" y="1742"/>
                    </a:cubicBezTo>
                    <a:lnTo>
                      <a:pt x="655" y="1742"/>
                    </a:lnTo>
                    <a:cubicBezTo>
                      <a:pt x="931" y="1885"/>
                      <a:pt x="1251" y="1950"/>
                      <a:pt x="1543" y="2002"/>
                    </a:cubicBezTo>
                    <a:cubicBezTo>
                      <a:pt x="2039" y="2087"/>
                      <a:pt x="2549" y="2133"/>
                      <a:pt x="3060" y="2133"/>
                    </a:cubicBezTo>
                    <a:cubicBezTo>
                      <a:pt x="3658" y="2133"/>
                      <a:pt x="4256" y="2070"/>
                      <a:pt x="4831" y="1934"/>
                    </a:cubicBezTo>
                    <a:cubicBezTo>
                      <a:pt x="5022" y="1888"/>
                      <a:pt x="5252" y="1830"/>
                      <a:pt x="5453" y="1739"/>
                    </a:cubicBezTo>
                    <a:close/>
                    <a:moveTo>
                      <a:pt x="1627" y="4431"/>
                    </a:moveTo>
                    <a:cubicBezTo>
                      <a:pt x="1983" y="4882"/>
                      <a:pt x="2758" y="4985"/>
                      <a:pt x="3279" y="4985"/>
                    </a:cubicBezTo>
                    <a:cubicBezTo>
                      <a:pt x="3736" y="4985"/>
                      <a:pt x="4462" y="4907"/>
                      <a:pt x="4705" y="4451"/>
                    </a:cubicBezTo>
                    <a:cubicBezTo>
                      <a:pt x="4724" y="4982"/>
                      <a:pt x="4967" y="5432"/>
                      <a:pt x="5252" y="5870"/>
                    </a:cubicBezTo>
                    <a:cubicBezTo>
                      <a:pt x="5408" y="6113"/>
                      <a:pt x="5586" y="6349"/>
                      <a:pt x="5712" y="6615"/>
                    </a:cubicBezTo>
                    <a:cubicBezTo>
                      <a:pt x="5997" y="7191"/>
                      <a:pt x="5615" y="7499"/>
                      <a:pt x="5106" y="7677"/>
                    </a:cubicBezTo>
                    <a:cubicBezTo>
                      <a:pt x="4455" y="7904"/>
                      <a:pt x="3762" y="7975"/>
                      <a:pt x="3072" y="7979"/>
                    </a:cubicBezTo>
                    <a:cubicBezTo>
                      <a:pt x="2992" y="7979"/>
                      <a:pt x="2912" y="7979"/>
                      <a:pt x="2831" y="7979"/>
                    </a:cubicBezTo>
                    <a:cubicBezTo>
                      <a:pt x="2247" y="7979"/>
                      <a:pt x="1634" y="7961"/>
                      <a:pt x="1073" y="7813"/>
                    </a:cubicBezTo>
                    <a:cubicBezTo>
                      <a:pt x="707" y="7716"/>
                      <a:pt x="150" y="7525"/>
                      <a:pt x="241" y="7046"/>
                    </a:cubicBezTo>
                    <a:cubicBezTo>
                      <a:pt x="305" y="6728"/>
                      <a:pt x="548" y="6407"/>
                      <a:pt x="733" y="6145"/>
                    </a:cubicBezTo>
                    <a:cubicBezTo>
                      <a:pt x="1060" y="5662"/>
                      <a:pt x="1417" y="5193"/>
                      <a:pt x="1582" y="4626"/>
                    </a:cubicBezTo>
                    <a:cubicBezTo>
                      <a:pt x="1601" y="4561"/>
                      <a:pt x="1614" y="4496"/>
                      <a:pt x="1627" y="4431"/>
                    </a:cubicBezTo>
                    <a:close/>
                    <a:moveTo>
                      <a:pt x="3211" y="1"/>
                    </a:moveTo>
                    <a:cubicBezTo>
                      <a:pt x="3107" y="1"/>
                      <a:pt x="3005" y="3"/>
                      <a:pt x="2907" y="6"/>
                    </a:cubicBezTo>
                    <a:cubicBezTo>
                      <a:pt x="2356" y="22"/>
                      <a:pt x="1776" y="74"/>
                      <a:pt x="1238" y="200"/>
                    </a:cubicBezTo>
                    <a:cubicBezTo>
                      <a:pt x="782" y="307"/>
                      <a:pt x="357" y="531"/>
                      <a:pt x="156" y="978"/>
                    </a:cubicBezTo>
                    <a:cubicBezTo>
                      <a:pt x="150" y="997"/>
                      <a:pt x="153" y="1017"/>
                      <a:pt x="160" y="1033"/>
                    </a:cubicBezTo>
                    <a:cubicBezTo>
                      <a:pt x="143" y="1085"/>
                      <a:pt x="143" y="1143"/>
                      <a:pt x="156" y="1195"/>
                    </a:cubicBezTo>
                    <a:cubicBezTo>
                      <a:pt x="134" y="1205"/>
                      <a:pt x="114" y="1237"/>
                      <a:pt x="137" y="1263"/>
                    </a:cubicBezTo>
                    <a:lnTo>
                      <a:pt x="234" y="1386"/>
                    </a:lnTo>
                    <a:cubicBezTo>
                      <a:pt x="263" y="1431"/>
                      <a:pt x="296" y="1470"/>
                      <a:pt x="331" y="1506"/>
                    </a:cubicBezTo>
                    <a:cubicBezTo>
                      <a:pt x="704" y="1998"/>
                      <a:pt x="999" y="2536"/>
                      <a:pt x="1271" y="3090"/>
                    </a:cubicBezTo>
                    <a:cubicBezTo>
                      <a:pt x="1653" y="3868"/>
                      <a:pt x="1566" y="4577"/>
                      <a:pt x="1135" y="5309"/>
                    </a:cubicBezTo>
                    <a:cubicBezTo>
                      <a:pt x="820" y="5837"/>
                      <a:pt x="341" y="6326"/>
                      <a:pt x="150" y="6913"/>
                    </a:cubicBezTo>
                    <a:cubicBezTo>
                      <a:pt x="1" y="7376"/>
                      <a:pt x="260" y="7629"/>
                      <a:pt x="665" y="7807"/>
                    </a:cubicBezTo>
                    <a:cubicBezTo>
                      <a:pt x="1242" y="8060"/>
                      <a:pt x="1903" y="8076"/>
                      <a:pt x="2521" y="8098"/>
                    </a:cubicBezTo>
                    <a:cubicBezTo>
                      <a:pt x="2696" y="8105"/>
                      <a:pt x="2871" y="8109"/>
                      <a:pt x="3046" y="8109"/>
                    </a:cubicBezTo>
                    <a:cubicBezTo>
                      <a:pt x="3554" y="8109"/>
                      <a:pt x="4063" y="8075"/>
                      <a:pt x="4559" y="7969"/>
                    </a:cubicBezTo>
                    <a:cubicBezTo>
                      <a:pt x="5000" y="7878"/>
                      <a:pt x="5758" y="7726"/>
                      <a:pt x="5936" y="7230"/>
                    </a:cubicBezTo>
                    <a:cubicBezTo>
                      <a:pt x="6098" y="6761"/>
                      <a:pt x="5664" y="6252"/>
                      <a:pt x="5430" y="5892"/>
                    </a:cubicBezTo>
                    <a:cubicBezTo>
                      <a:pt x="5226" y="5581"/>
                      <a:pt x="5016" y="5261"/>
                      <a:pt x="4912" y="4901"/>
                    </a:cubicBezTo>
                    <a:cubicBezTo>
                      <a:pt x="4802" y="4525"/>
                      <a:pt x="4844" y="4127"/>
                      <a:pt x="4870" y="3738"/>
                    </a:cubicBezTo>
                    <a:cubicBezTo>
                      <a:pt x="4941" y="2873"/>
                      <a:pt x="5200" y="2115"/>
                      <a:pt x="5842" y="1506"/>
                    </a:cubicBezTo>
                    <a:cubicBezTo>
                      <a:pt x="5874" y="1480"/>
                      <a:pt x="5868" y="1438"/>
                      <a:pt x="5842" y="1415"/>
                    </a:cubicBezTo>
                    <a:cubicBezTo>
                      <a:pt x="6014" y="1127"/>
                      <a:pt x="5852" y="819"/>
                      <a:pt x="5612" y="625"/>
                    </a:cubicBezTo>
                    <a:cubicBezTo>
                      <a:pt x="4988" y="119"/>
                      <a:pt x="4026" y="1"/>
                      <a:pt x="32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28"/>
              <p:cNvSpPr/>
              <p:nvPr/>
            </p:nvSpPr>
            <p:spPr>
              <a:xfrm>
                <a:off x="8107507" y="2077631"/>
                <a:ext cx="23510" cy="12346"/>
              </a:xfrm>
              <a:custGeom>
                <a:rect b="b" l="l" r="r" t="t"/>
                <a:pathLst>
                  <a:path extrusionOk="0" h="188" w="358">
                    <a:moveTo>
                      <a:pt x="290" y="1"/>
                    </a:moveTo>
                    <a:cubicBezTo>
                      <a:pt x="285" y="1"/>
                      <a:pt x="279" y="2"/>
                      <a:pt x="273" y="4"/>
                    </a:cubicBezTo>
                    <a:cubicBezTo>
                      <a:pt x="192" y="40"/>
                      <a:pt x="104" y="82"/>
                      <a:pt x="30" y="121"/>
                    </a:cubicBezTo>
                    <a:cubicBezTo>
                      <a:pt x="1" y="141"/>
                      <a:pt x="13" y="188"/>
                      <a:pt x="44" y="188"/>
                    </a:cubicBezTo>
                    <a:cubicBezTo>
                      <a:pt x="48" y="188"/>
                      <a:pt x="52" y="187"/>
                      <a:pt x="56" y="186"/>
                    </a:cubicBezTo>
                    <a:cubicBezTo>
                      <a:pt x="146" y="153"/>
                      <a:pt x="231" y="118"/>
                      <a:pt x="315" y="79"/>
                    </a:cubicBezTo>
                    <a:cubicBezTo>
                      <a:pt x="358" y="56"/>
                      <a:pt x="330" y="1"/>
                      <a:pt x="2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28"/>
              <p:cNvSpPr/>
              <p:nvPr/>
            </p:nvSpPr>
            <p:spPr>
              <a:xfrm>
                <a:off x="8140472" y="2069947"/>
                <a:ext cx="31981" cy="10113"/>
              </a:xfrm>
              <a:custGeom>
                <a:rect b="b" l="l" r="r" t="t"/>
                <a:pathLst>
                  <a:path extrusionOk="0" h="154" w="487">
                    <a:moveTo>
                      <a:pt x="419" y="1"/>
                    </a:moveTo>
                    <a:cubicBezTo>
                      <a:pt x="415" y="1"/>
                      <a:pt x="412" y="1"/>
                      <a:pt x="409" y="2"/>
                    </a:cubicBezTo>
                    <a:cubicBezTo>
                      <a:pt x="283" y="18"/>
                      <a:pt x="153" y="50"/>
                      <a:pt x="33" y="89"/>
                    </a:cubicBezTo>
                    <a:cubicBezTo>
                      <a:pt x="2" y="102"/>
                      <a:pt x="1" y="154"/>
                      <a:pt x="36" y="154"/>
                    </a:cubicBezTo>
                    <a:cubicBezTo>
                      <a:pt x="38" y="154"/>
                      <a:pt x="39" y="154"/>
                      <a:pt x="40" y="154"/>
                    </a:cubicBezTo>
                    <a:cubicBezTo>
                      <a:pt x="169" y="144"/>
                      <a:pt x="309" y="121"/>
                      <a:pt x="435" y="86"/>
                    </a:cubicBezTo>
                    <a:cubicBezTo>
                      <a:pt x="487" y="74"/>
                      <a:pt x="470" y="1"/>
                      <a:pt x="4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28"/>
              <p:cNvSpPr/>
              <p:nvPr/>
            </p:nvSpPr>
            <p:spPr>
              <a:xfrm>
                <a:off x="8189854" y="2068306"/>
                <a:ext cx="32638" cy="6304"/>
              </a:xfrm>
              <a:custGeom>
                <a:rect b="b" l="l" r="r" t="t"/>
                <a:pathLst>
                  <a:path extrusionOk="0" h="96" w="497">
                    <a:moveTo>
                      <a:pt x="431" y="1"/>
                    </a:moveTo>
                    <a:cubicBezTo>
                      <a:pt x="305" y="1"/>
                      <a:pt x="175" y="4"/>
                      <a:pt x="49" y="10"/>
                    </a:cubicBezTo>
                    <a:cubicBezTo>
                      <a:pt x="0" y="10"/>
                      <a:pt x="0" y="85"/>
                      <a:pt x="49" y="85"/>
                    </a:cubicBezTo>
                    <a:cubicBezTo>
                      <a:pt x="152" y="90"/>
                      <a:pt x="257" y="95"/>
                      <a:pt x="361" y="95"/>
                    </a:cubicBezTo>
                    <a:cubicBezTo>
                      <a:pt x="385" y="95"/>
                      <a:pt x="408" y="95"/>
                      <a:pt x="431" y="95"/>
                    </a:cubicBezTo>
                    <a:cubicBezTo>
                      <a:pt x="432" y="95"/>
                      <a:pt x="433" y="95"/>
                      <a:pt x="435" y="95"/>
                    </a:cubicBezTo>
                    <a:cubicBezTo>
                      <a:pt x="496" y="95"/>
                      <a:pt x="495" y="4"/>
                      <a:pt x="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28"/>
              <p:cNvSpPr/>
              <p:nvPr/>
            </p:nvSpPr>
            <p:spPr>
              <a:xfrm>
                <a:off x="8236544" y="2072114"/>
                <a:ext cx="29092" cy="11624"/>
              </a:xfrm>
              <a:custGeom>
                <a:rect b="b" l="l" r="r" t="t"/>
                <a:pathLst>
                  <a:path extrusionOk="0" h="177" w="443">
                    <a:moveTo>
                      <a:pt x="52" y="1"/>
                    </a:moveTo>
                    <a:cubicBezTo>
                      <a:pt x="11" y="1"/>
                      <a:pt x="1" y="73"/>
                      <a:pt x="44" y="82"/>
                    </a:cubicBezTo>
                    <a:cubicBezTo>
                      <a:pt x="154" y="101"/>
                      <a:pt x="255" y="134"/>
                      <a:pt x="355" y="173"/>
                    </a:cubicBezTo>
                    <a:cubicBezTo>
                      <a:pt x="363" y="176"/>
                      <a:pt x="370" y="177"/>
                      <a:pt x="377" y="177"/>
                    </a:cubicBezTo>
                    <a:cubicBezTo>
                      <a:pt x="428" y="177"/>
                      <a:pt x="442" y="95"/>
                      <a:pt x="388" y="72"/>
                    </a:cubicBezTo>
                    <a:cubicBezTo>
                      <a:pt x="284" y="27"/>
                      <a:pt x="171" y="7"/>
                      <a:pt x="57" y="1"/>
                    </a:cubicBezTo>
                    <a:cubicBezTo>
                      <a:pt x="55" y="1"/>
                      <a:pt x="54"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28"/>
              <p:cNvSpPr/>
              <p:nvPr/>
            </p:nvSpPr>
            <p:spPr>
              <a:xfrm>
                <a:off x="8273450" y="2083869"/>
                <a:ext cx="26662" cy="19110"/>
              </a:xfrm>
              <a:custGeom>
                <a:rect b="b" l="l" r="r" t="t"/>
                <a:pathLst>
                  <a:path extrusionOk="0" h="291" w="406">
                    <a:moveTo>
                      <a:pt x="56" y="0"/>
                    </a:moveTo>
                    <a:cubicBezTo>
                      <a:pt x="1" y="0"/>
                      <a:pt x="1" y="84"/>
                      <a:pt x="56" y="88"/>
                    </a:cubicBezTo>
                    <a:cubicBezTo>
                      <a:pt x="169" y="101"/>
                      <a:pt x="234" y="172"/>
                      <a:pt x="292" y="266"/>
                    </a:cubicBezTo>
                    <a:cubicBezTo>
                      <a:pt x="302" y="283"/>
                      <a:pt x="319" y="291"/>
                      <a:pt x="336" y="291"/>
                    </a:cubicBezTo>
                    <a:cubicBezTo>
                      <a:pt x="370" y="291"/>
                      <a:pt x="405" y="261"/>
                      <a:pt x="393" y="220"/>
                    </a:cubicBezTo>
                    <a:cubicBezTo>
                      <a:pt x="347" y="84"/>
                      <a:pt x="195"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28"/>
              <p:cNvSpPr/>
              <p:nvPr/>
            </p:nvSpPr>
            <p:spPr>
              <a:xfrm>
                <a:off x="8016425" y="2252832"/>
                <a:ext cx="29157" cy="21474"/>
              </a:xfrm>
              <a:custGeom>
                <a:rect b="b" l="l" r="r" t="t"/>
                <a:pathLst>
                  <a:path extrusionOk="0" h="327" w="444">
                    <a:moveTo>
                      <a:pt x="376" y="0"/>
                    </a:moveTo>
                    <a:cubicBezTo>
                      <a:pt x="369" y="0"/>
                      <a:pt x="362" y="2"/>
                      <a:pt x="354" y="6"/>
                    </a:cubicBezTo>
                    <a:cubicBezTo>
                      <a:pt x="225" y="67"/>
                      <a:pt x="111" y="165"/>
                      <a:pt x="17" y="271"/>
                    </a:cubicBezTo>
                    <a:cubicBezTo>
                      <a:pt x="0" y="296"/>
                      <a:pt x="17" y="327"/>
                      <a:pt x="40" y="327"/>
                    </a:cubicBezTo>
                    <a:cubicBezTo>
                      <a:pt x="47" y="327"/>
                      <a:pt x="55" y="324"/>
                      <a:pt x="63" y="317"/>
                    </a:cubicBezTo>
                    <a:cubicBezTo>
                      <a:pt x="170" y="223"/>
                      <a:pt x="277" y="152"/>
                      <a:pt x="400" y="84"/>
                    </a:cubicBezTo>
                    <a:cubicBezTo>
                      <a:pt x="444" y="59"/>
                      <a:pt x="417" y="0"/>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28"/>
              <p:cNvSpPr/>
              <p:nvPr/>
            </p:nvSpPr>
            <p:spPr>
              <a:xfrm>
                <a:off x="8061342" y="2237597"/>
                <a:ext cx="38811" cy="13594"/>
              </a:xfrm>
              <a:custGeom>
                <a:rect b="b" l="l" r="r" t="t"/>
                <a:pathLst>
                  <a:path extrusionOk="0" h="207" w="591">
                    <a:moveTo>
                      <a:pt x="522" y="0"/>
                    </a:moveTo>
                    <a:cubicBezTo>
                      <a:pt x="519" y="0"/>
                      <a:pt x="516" y="1"/>
                      <a:pt x="513" y="1"/>
                    </a:cubicBezTo>
                    <a:cubicBezTo>
                      <a:pt x="354" y="40"/>
                      <a:pt x="202" y="86"/>
                      <a:pt x="46" y="131"/>
                    </a:cubicBezTo>
                    <a:cubicBezTo>
                      <a:pt x="1" y="143"/>
                      <a:pt x="18" y="206"/>
                      <a:pt x="60" y="206"/>
                    </a:cubicBezTo>
                    <a:cubicBezTo>
                      <a:pt x="63" y="206"/>
                      <a:pt x="66" y="206"/>
                      <a:pt x="69" y="205"/>
                    </a:cubicBezTo>
                    <a:cubicBezTo>
                      <a:pt x="224" y="166"/>
                      <a:pt x="383" y="134"/>
                      <a:pt x="538" y="92"/>
                    </a:cubicBezTo>
                    <a:cubicBezTo>
                      <a:pt x="591" y="77"/>
                      <a:pt x="573" y="0"/>
                      <a:pt x="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28"/>
              <p:cNvSpPr/>
              <p:nvPr/>
            </p:nvSpPr>
            <p:spPr>
              <a:xfrm>
                <a:off x="8124974" y="2231884"/>
                <a:ext cx="36907" cy="7552"/>
              </a:xfrm>
              <a:custGeom>
                <a:rect b="b" l="l" r="r" t="t"/>
                <a:pathLst>
                  <a:path extrusionOk="0" h="115" w="562">
                    <a:moveTo>
                      <a:pt x="507" y="0"/>
                    </a:moveTo>
                    <a:cubicBezTo>
                      <a:pt x="504" y="0"/>
                      <a:pt x="502" y="0"/>
                      <a:pt x="499" y="1"/>
                    </a:cubicBezTo>
                    <a:cubicBezTo>
                      <a:pt x="350" y="17"/>
                      <a:pt x="204" y="36"/>
                      <a:pt x="49" y="36"/>
                    </a:cubicBezTo>
                    <a:cubicBezTo>
                      <a:pt x="0" y="36"/>
                      <a:pt x="0" y="104"/>
                      <a:pt x="49" y="111"/>
                    </a:cubicBezTo>
                    <a:cubicBezTo>
                      <a:pt x="103" y="113"/>
                      <a:pt x="157" y="115"/>
                      <a:pt x="211" y="115"/>
                    </a:cubicBezTo>
                    <a:cubicBezTo>
                      <a:pt x="311" y="115"/>
                      <a:pt x="411" y="110"/>
                      <a:pt x="512" y="95"/>
                    </a:cubicBezTo>
                    <a:cubicBezTo>
                      <a:pt x="561" y="86"/>
                      <a:pt x="552" y="0"/>
                      <a:pt x="5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28"/>
              <p:cNvSpPr/>
              <p:nvPr/>
            </p:nvSpPr>
            <p:spPr>
              <a:xfrm>
                <a:off x="8183485" y="2230439"/>
                <a:ext cx="40321" cy="7946"/>
              </a:xfrm>
              <a:custGeom>
                <a:rect b="b" l="l" r="r" t="t"/>
                <a:pathLst>
                  <a:path extrusionOk="0" h="121" w="614">
                    <a:moveTo>
                      <a:pt x="238" y="1"/>
                    </a:moveTo>
                    <a:cubicBezTo>
                      <a:pt x="178" y="1"/>
                      <a:pt x="118" y="3"/>
                      <a:pt x="59" y="7"/>
                    </a:cubicBezTo>
                    <a:cubicBezTo>
                      <a:pt x="1" y="10"/>
                      <a:pt x="0" y="91"/>
                      <a:pt x="55" y="91"/>
                    </a:cubicBezTo>
                    <a:cubicBezTo>
                      <a:pt x="56" y="91"/>
                      <a:pt x="57" y="91"/>
                      <a:pt x="59" y="91"/>
                    </a:cubicBezTo>
                    <a:cubicBezTo>
                      <a:pt x="71" y="91"/>
                      <a:pt x="83" y="90"/>
                      <a:pt x="96" y="90"/>
                    </a:cubicBezTo>
                    <a:cubicBezTo>
                      <a:pt x="248" y="90"/>
                      <a:pt x="398" y="108"/>
                      <a:pt x="551" y="120"/>
                    </a:cubicBezTo>
                    <a:cubicBezTo>
                      <a:pt x="553" y="120"/>
                      <a:pt x="555" y="120"/>
                      <a:pt x="557" y="120"/>
                    </a:cubicBezTo>
                    <a:cubicBezTo>
                      <a:pt x="607" y="120"/>
                      <a:pt x="614" y="42"/>
                      <a:pt x="564" y="29"/>
                    </a:cubicBezTo>
                    <a:cubicBezTo>
                      <a:pt x="457" y="8"/>
                      <a:pt x="348" y="1"/>
                      <a:pt x="2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28"/>
              <p:cNvSpPr/>
              <p:nvPr/>
            </p:nvSpPr>
            <p:spPr>
              <a:xfrm>
                <a:off x="8245738" y="2233591"/>
                <a:ext cx="37629" cy="12215"/>
              </a:xfrm>
              <a:custGeom>
                <a:rect b="b" l="l" r="r" t="t"/>
                <a:pathLst>
                  <a:path extrusionOk="0" h="186" w="573">
                    <a:moveTo>
                      <a:pt x="60" y="0"/>
                    </a:moveTo>
                    <a:cubicBezTo>
                      <a:pt x="16" y="0"/>
                      <a:pt x="0" y="63"/>
                      <a:pt x="47" y="78"/>
                    </a:cubicBezTo>
                    <a:cubicBezTo>
                      <a:pt x="193" y="117"/>
                      <a:pt x="342" y="159"/>
                      <a:pt x="491" y="185"/>
                    </a:cubicBezTo>
                    <a:cubicBezTo>
                      <a:pt x="493" y="186"/>
                      <a:pt x="495" y="186"/>
                      <a:pt x="497" y="186"/>
                    </a:cubicBezTo>
                    <a:cubicBezTo>
                      <a:pt x="551" y="186"/>
                      <a:pt x="573" y="107"/>
                      <a:pt x="517" y="91"/>
                    </a:cubicBezTo>
                    <a:cubicBezTo>
                      <a:pt x="371" y="53"/>
                      <a:pt x="215" y="30"/>
                      <a:pt x="66" y="1"/>
                    </a:cubicBezTo>
                    <a:cubicBezTo>
                      <a:pt x="64"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28"/>
              <p:cNvSpPr/>
              <p:nvPr/>
            </p:nvSpPr>
            <p:spPr>
              <a:xfrm>
                <a:off x="8302409" y="2246593"/>
                <a:ext cx="29814" cy="13331"/>
              </a:xfrm>
              <a:custGeom>
                <a:rect b="b" l="l" r="r" t="t"/>
                <a:pathLst>
                  <a:path extrusionOk="0" h="203" w="454">
                    <a:moveTo>
                      <a:pt x="56" y="0"/>
                    </a:moveTo>
                    <a:cubicBezTo>
                      <a:pt x="0" y="0"/>
                      <a:pt x="2" y="88"/>
                      <a:pt x="62" y="98"/>
                    </a:cubicBezTo>
                    <a:cubicBezTo>
                      <a:pt x="165" y="104"/>
                      <a:pt x="256" y="140"/>
                      <a:pt x="344" y="195"/>
                    </a:cubicBezTo>
                    <a:cubicBezTo>
                      <a:pt x="354" y="200"/>
                      <a:pt x="363" y="203"/>
                      <a:pt x="373" y="203"/>
                    </a:cubicBezTo>
                    <a:cubicBezTo>
                      <a:pt x="423" y="203"/>
                      <a:pt x="454" y="131"/>
                      <a:pt x="402" y="101"/>
                    </a:cubicBezTo>
                    <a:cubicBezTo>
                      <a:pt x="301" y="36"/>
                      <a:pt x="182" y="7"/>
                      <a:pt x="62" y="0"/>
                    </a:cubicBezTo>
                    <a:cubicBezTo>
                      <a:pt x="60" y="0"/>
                      <a:pt x="58"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28"/>
              <p:cNvSpPr/>
              <p:nvPr/>
            </p:nvSpPr>
            <p:spPr>
              <a:xfrm>
                <a:off x="8339774" y="2264455"/>
                <a:ext cx="32966" cy="21540"/>
              </a:xfrm>
              <a:custGeom>
                <a:rect b="b" l="l" r="r" t="t"/>
                <a:pathLst>
                  <a:path extrusionOk="0" h="328" w="502">
                    <a:moveTo>
                      <a:pt x="55" y="0"/>
                    </a:moveTo>
                    <a:cubicBezTo>
                      <a:pt x="11" y="0"/>
                      <a:pt x="1" y="74"/>
                      <a:pt x="47" y="91"/>
                    </a:cubicBezTo>
                    <a:cubicBezTo>
                      <a:pt x="179" y="143"/>
                      <a:pt x="273" y="221"/>
                      <a:pt x="380" y="311"/>
                    </a:cubicBezTo>
                    <a:cubicBezTo>
                      <a:pt x="392" y="323"/>
                      <a:pt x="405" y="327"/>
                      <a:pt x="418" y="327"/>
                    </a:cubicBezTo>
                    <a:cubicBezTo>
                      <a:pt x="462" y="327"/>
                      <a:pt x="501" y="273"/>
                      <a:pt x="461" y="230"/>
                    </a:cubicBezTo>
                    <a:cubicBezTo>
                      <a:pt x="358" y="124"/>
                      <a:pt x="209" y="49"/>
                      <a:pt x="73" y="4"/>
                    </a:cubicBezTo>
                    <a:cubicBezTo>
                      <a:pt x="66" y="1"/>
                      <a:pt x="60"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8" name="Google Shape;3088;p28"/>
            <p:cNvGrpSpPr/>
            <p:nvPr/>
          </p:nvGrpSpPr>
          <p:grpSpPr>
            <a:xfrm rot="1256611">
              <a:off x="-181208" y="3234243"/>
              <a:ext cx="572778" cy="655670"/>
              <a:chOff x="4838621" y="3330436"/>
              <a:chExt cx="342600" cy="392181"/>
            </a:xfrm>
          </p:grpSpPr>
          <p:sp>
            <p:nvSpPr>
              <p:cNvPr id="3089" name="Google Shape;3089;p28"/>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28"/>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28"/>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28"/>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28"/>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28"/>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28"/>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28"/>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28"/>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28"/>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28"/>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28"/>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28"/>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28"/>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28"/>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28"/>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28"/>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28"/>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28"/>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28"/>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28"/>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28"/>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28"/>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28"/>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28"/>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14" name="Google Shape;3114;p28"/>
          <p:cNvSpPr txBox="1"/>
          <p:nvPr>
            <p:ph type="title"/>
          </p:nvPr>
        </p:nvSpPr>
        <p:spPr>
          <a:xfrm>
            <a:off x="720000" y="445025"/>
            <a:ext cx="7704000" cy="698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3115" name="Google Shape;3115;p28"/>
          <p:cNvSpPr txBox="1"/>
          <p:nvPr>
            <p:ph idx="1" type="subTitle"/>
          </p:nvPr>
        </p:nvSpPr>
        <p:spPr>
          <a:xfrm>
            <a:off x="1112600" y="2251912"/>
            <a:ext cx="1975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16" name="Google Shape;3116;p28"/>
          <p:cNvSpPr txBox="1"/>
          <p:nvPr>
            <p:ph idx="2" type="subTitle"/>
          </p:nvPr>
        </p:nvSpPr>
        <p:spPr>
          <a:xfrm>
            <a:off x="3582448" y="2251912"/>
            <a:ext cx="1975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17" name="Google Shape;3117;p28"/>
          <p:cNvSpPr txBox="1"/>
          <p:nvPr>
            <p:ph idx="3" type="subTitle"/>
          </p:nvPr>
        </p:nvSpPr>
        <p:spPr>
          <a:xfrm>
            <a:off x="2349475" y="4017149"/>
            <a:ext cx="1975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18" name="Google Shape;3118;p28"/>
          <p:cNvSpPr txBox="1"/>
          <p:nvPr>
            <p:ph idx="4" type="subTitle"/>
          </p:nvPr>
        </p:nvSpPr>
        <p:spPr>
          <a:xfrm>
            <a:off x="4819323" y="4017149"/>
            <a:ext cx="1975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19" name="Google Shape;3119;p28"/>
          <p:cNvSpPr txBox="1"/>
          <p:nvPr>
            <p:ph idx="5" type="subTitle"/>
          </p:nvPr>
        </p:nvSpPr>
        <p:spPr>
          <a:xfrm>
            <a:off x="6052297" y="2251912"/>
            <a:ext cx="1975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20" name="Google Shape;3120;p28"/>
          <p:cNvSpPr txBox="1"/>
          <p:nvPr>
            <p:ph idx="6" type="subTitle"/>
          </p:nvPr>
        </p:nvSpPr>
        <p:spPr>
          <a:xfrm>
            <a:off x="1111105" y="1976825"/>
            <a:ext cx="197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1pPr>
            <a:lvl2pPr lvl="1"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2pPr>
            <a:lvl3pPr lvl="2"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3pPr>
            <a:lvl4pPr lvl="3"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4pPr>
            <a:lvl5pPr lvl="4"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5pPr>
            <a:lvl6pPr lvl="5"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6pPr>
            <a:lvl7pPr lvl="6"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7pPr>
            <a:lvl8pPr lvl="7"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8pPr>
            <a:lvl9pPr lvl="8"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9pPr>
          </a:lstStyle>
          <a:p/>
        </p:txBody>
      </p:sp>
      <p:sp>
        <p:nvSpPr>
          <p:cNvPr id="3121" name="Google Shape;3121;p28"/>
          <p:cNvSpPr txBox="1"/>
          <p:nvPr>
            <p:ph idx="7" type="subTitle"/>
          </p:nvPr>
        </p:nvSpPr>
        <p:spPr>
          <a:xfrm>
            <a:off x="3580950" y="1976825"/>
            <a:ext cx="197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1pPr>
            <a:lvl2pPr lvl="1"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2pPr>
            <a:lvl3pPr lvl="2"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3pPr>
            <a:lvl4pPr lvl="3"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4pPr>
            <a:lvl5pPr lvl="4"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5pPr>
            <a:lvl6pPr lvl="5"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6pPr>
            <a:lvl7pPr lvl="6"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7pPr>
            <a:lvl8pPr lvl="7"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8pPr>
            <a:lvl9pPr lvl="8"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9pPr>
          </a:lstStyle>
          <a:p/>
        </p:txBody>
      </p:sp>
      <p:sp>
        <p:nvSpPr>
          <p:cNvPr id="3122" name="Google Shape;3122;p28"/>
          <p:cNvSpPr txBox="1"/>
          <p:nvPr>
            <p:ph idx="8" type="subTitle"/>
          </p:nvPr>
        </p:nvSpPr>
        <p:spPr>
          <a:xfrm>
            <a:off x="6050795" y="1976825"/>
            <a:ext cx="197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1pPr>
            <a:lvl2pPr lvl="1"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2pPr>
            <a:lvl3pPr lvl="2"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3pPr>
            <a:lvl4pPr lvl="3"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4pPr>
            <a:lvl5pPr lvl="4"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5pPr>
            <a:lvl6pPr lvl="5"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6pPr>
            <a:lvl7pPr lvl="6"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7pPr>
            <a:lvl8pPr lvl="7"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8pPr>
            <a:lvl9pPr lvl="8"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9pPr>
          </a:lstStyle>
          <a:p/>
        </p:txBody>
      </p:sp>
      <p:sp>
        <p:nvSpPr>
          <p:cNvPr id="3123" name="Google Shape;3123;p28"/>
          <p:cNvSpPr txBox="1"/>
          <p:nvPr>
            <p:ph idx="9" type="subTitle"/>
          </p:nvPr>
        </p:nvSpPr>
        <p:spPr>
          <a:xfrm>
            <a:off x="2347980" y="3777100"/>
            <a:ext cx="197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1pPr>
            <a:lvl2pPr lvl="1"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2pPr>
            <a:lvl3pPr lvl="2"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3pPr>
            <a:lvl4pPr lvl="3"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4pPr>
            <a:lvl5pPr lvl="4"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5pPr>
            <a:lvl6pPr lvl="5"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6pPr>
            <a:lvl7pPr lvl="6"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7pPr>
            <a:lvl8pPr lvl="7"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8pPr>
            <a:lvl9pPr lvl="8"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9pPr>
          </a:lstStyle>
          <a:p/>
        </p:txBody>
      </p:sp>
      <p:sp>
        <p:nvSpPr>
          <p:cNvPr id="3124" name="Google Shape;3124;p28"/>
          <p:cNvSpPr txBox="1"/>
          <p:nvPr>
            <p:ph idx="13" type="subTitle"/>
          </p:nvPr>
        </p:nvSpPr>
        <p:spPr>
          <a:xfrm>
            <a:off x="4817825" y="3777100"/>
            <a:ext cx="197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1pPr>
            <a:lvl2pPr lvl="1"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2pPr>
            <a:lvl3pPr lvl="2"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3pPr>
            <a:lvl4pPr lvl="3"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4pPr>
            <a:lvl5pPr lvl="4"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5pPr>
            <a:lvl6pPr lvl="5"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6pPr>
            <a:lvl7pPr lvl="6"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7pPr>
            <a:lvl8pPr lvl="7"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8pPr>
            <a:lvl9pPr lvl="8"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9pPr>
          </a:lstStyle>
          <a:p/>
        </p:txBody>
      </p:sp>
      <p:sp>
        <p:nvSpPr>
          <p:cNvPr id="3125" name="Google Shape;3125;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126" name="Shape 3126"/>
        <p:cNvGrpSpPr/>
        <p:nvPr/>
      </p:nvGrpSpPr>
      <p:grpSpPr>
        <a:xfrm>
          <a:off x="0" y="0"/>
          <a:ext cx="0" cy="0"/>
          <a:chOff x="0" y="0"/>
          <a:chExt cx="0" cy="0"/>
        </a:xfrm>
      </p:grpSpPr>
      <p:pic>
        <p:nvPicPr>
          <p:cNvPr id="3127" name="Google Shape;3127;p29"/>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3128" name="Google Shape;3128;p29"/>
          <p:cNvGrpSpPr/>
          <p:nvPr/>
        </p:nvGrpSpPr>
        <p:grpSpPr>
          <a:xfrm>
            <a:off x="-452328" y="-427876"/>
            <a:ext cx="10158126" cy="5773408"/>
            <a:chOff x="-452328" y="-427876"/>
            <a:chExt cx="10158126" cy="5773408"/>
          </a:xfrm>
        </p:grpSpPr>
        <p:grpSp>
          <p:nvGrpSpPr>
            <p:cNvPr id="3129" name="Google Shape;3129;p29"/>
            <p:cNvGrpSpPr/>
            <p:nvPr/>
          </p:nvGrpSpPr>
          <p:grpSpPr>
            <a:xfrm rot="-2463724">
              <a:off x="-305032" y="4185782"/>
              <a:ext cx="787510" cy="743427"/>
              <a:chOff x="3712416" y="2719728"/>
              <a:chExt cx="383381" cy="361907"/>
            </a:xfrm>
          </p:grpSpPr>
          <p:sp>
            <p:nvSpPr>
              <p:cNvPr id="3130" name="Google Shape;3130;p29"/>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29"/>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29"/>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29"/>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29"/>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29"/>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29"/>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29"/>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29"/>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29"/>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29"/>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29"/>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29"/>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29"/>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29"/>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29"/>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29"/>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29"/>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29"/>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29"/>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29"/>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29"/>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29"/>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3" name="Google Shape;3153;p29"/>
            <p:cNvGrpSpPr/>
            <p:nvPr/>
          </p:nvGrpSpPr>
          <p:grpSpPr>
            <a:xfrm rot="8365668">
              <a:off x="224061" y="-115102"/>
              <a:ext cx="1251102" cy="782725"/>
              <a:chOff x="6880435" y="4156402"/>
              <a:chExt cx="650771" cy="407141"/>
            </a:xfrm>
          </p:grpSpPr>
          <p:sp>
            <p:nvSpPr>
              <p:cNvPr id="3154" name="Google Shape;3154;p29"/>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29"/>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29"/>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29"/>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8" name="Google Shape;3158;p29"/>
            <p:cNvGrpSpPr/>
            <p:nvPr/>
          </p:nvGrpSpPr>
          <p:grpSpPr>
            <a:xfrm rot="1830349">
              <a:off x="8512254" y="4355300"/>
              <a:ext cx="1071906" cy="771565"/>
              <a:chOff x="5859955" y="1906764"/>
              <a:chExt cx="497056" cy="357770"/>
            </a:xfrm>
          </p:grpSpPr>
          <p:sp>
            <p:nvSpPr>
              <p:cNvPr id="3159" name="Google Shape;3159;p29"/>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29"/>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29"/>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29"/>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29"/>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29"/>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29"/>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29"/>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29"/>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29"/>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29"/>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29"/>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29"/>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29"/>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29"/>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29"/>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29"/>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29"/>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29"/>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78" name="Google Shape;3178;p29"/>
          <p:cNvGrpSpPr/>
          <p:nvPr/>
        </p:nvGrpSpPr>
        <p:grpSpPr>
          <a:xfrm>
            <a:off x="456935" y="4726883"/>
            <a:ext cx="8568801" cy="783161"/>
            <a:chOff x="456935" y="4726883"/>
            <a:chExt cx="8568801" cy="783161"/>
          </a:xfrm>
        </p:grpSpPr>
        <p:grpSp>
          <p:nvGrpSpPr>
            <p:cNvPr id="3179" name="Google Shape;3179;p29"/>
            <p:cNvGrpSpPr/>
            <p:nvPr/>
          </p:nvGrpSpPr>
          <p:grpSpPr>
            <a:xfrm rot="1967023">
              <a:off x="7947257" y="5009377"/>
              <a:ext cx="1107620" cy="218172"/>
              <a:chOff x="4737493" y="4305992"/>
              <a:chExt cx="547410" cy="107830"/>
            </a:xfrm>
          </p:grpSpPr>
          <p:sp>
            <p:nvSpPr>
              <p:cNvPr id="3180" name="Google Shape;3180;p29"/>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29"/>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29"/>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29"/>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29"/>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29"/>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29"/>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29"/>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29"/>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29"/>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29"/>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29"/>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29"/>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3" name="Google Shape;3193;p29"/>
            <p:cNvGrpSpPr/>
            <p:nvPr/>
          </p:nvGrpSpPr>
          <p:grpSpPr>
            <a:xfrm rot="-5138042">
              <a:off x="378094" y="4898155"/>
              <a:ext cx="461598" cy="269558"/>
              <a:chOff x="5999959" y="663349"/>
              <a:chExt cx="216246" cy="126280"/>
            </a:xfrm>
          </p:grpSpPr>
          <p:sp>
            <p:nvSpPr>
              <p:cNvPr id="3194" name="Google Shape;3194;p29"/>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29"/>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29"/>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29"/>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29"/>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29"/>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29"/>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01" name="Google Shape;3201;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3202" name="Google Shape;3202;p29"/>
          <p:cNvSpPr txBox="1"/>
          <p:nvPr>
            <p:ph idx="1" type="subTitle"/>
          </p:nvPr>
        </p:nvSpPr>
        <p:spPr>
          <a:xfrm>
            <a:off x="1050425" y="2240874"/>
            <a:ext cx="210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03" name="Google Shape;3203;p29"/>
          <p:cNvSpPr txBox="1"/>
          <p:nvPr>
            <p:ph idx="2" type="subTitle"/>
          </p:nvPr>
        </p:nvSpPr>
        <p:spPr>
          <a:xfrm>
            <a:off x="3520800" y="2240874"/>
            <a:ext cx="210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04" name="Google Shape;3204;p29"/>
          <p:cNvSpPr txBox="1"/>
          <p:nvPr>
            <p:ph idx="3" type="subTitle"/>
          </p:nvPr>
        </p:nvSpPr>
        <p:spPr>
          <a:xfrm>
            <a:off x="1050425" y="4024774"/>
            <a:ext cx="210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05" name="Google Shape;3205;p29"/>
          <p:cNvSpPr txBox="1"/>
          <p:nvPr>
            <p:ph idx="4" type="subTitle"/>
          </p:nvPr>
        </p:nvSpPr>
        <p:spPr>
          <a:xfrm>
            <a:off x="3520800" y="4024774"/>
            <a:ext cx="210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06" name="Google Shape;3206;p29"/>
          <p:cNvSpPr txBox="1"/>
          <p:nvPr>
            <p:ph idx="5" type="subTitle"/>
          </p:nvPr>
        </p:nvSpPr>
        <p:spPr>
          <a:xfrm>
            <a:off x="5991175" y="2240874"/>
            <a:ext cx="2102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07" name="Google Shape;3207;p29"/>
          <p:cNvSpPr txBox="1"/>
          <p:nvPr>
            <p:ph idx="6" type="subTitle"/>
          </p:nvPr>
        </p:nvSpPr>
        <p:spPr>
          <a:xfrm>
            <a:off x="5991175" y="4024774"/>
            <a:ext cx="2102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08" name="Google Shape;3208;p29"/>
          <p:cNvSpPr txBox="1"/>
          <p:nvPr>
            <p:ph idx="7" type="subTitle"/>
          </p:nvPr>
        </p:nvSpPr>
        <p:spPr>
          <a:xfrm>
            <a:off x="1051377" y="1913975"/>
            <a:ext cx="20985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209" name="Google Shape;3209;p29"/>
          <p:cNvSpPr txBox="1"/>
          <p:nvPr>
            <p:ph idx="8" type="subTitle"/>
          </p:nvPr>
        </p:nvSpPr>
        <p:spPr>
          <a:xfrm>
            <a:off x="3521752" y="1913975"/>
            <a:ext cx="20985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210" name="Google Shape;3210;p29"/>
          <p:cNvSpPr txBox="1"/>
          <p:nvPr>
            <p:ph idx="9" type="subTitle"/>
          </p:nvPr>
        </p:nvSpPr>
        <p:spPr>
          <a:xfrm>
            <a:off x="5992128" y="1913975"/>
            <a:ext cx="2100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211" name="Google Shape;3211;p29"/>
          <p:cNvSpPr txBox="1"/>
          <p:nvPr>
            <p:ph idx="13" type="subTitle"/>
          </p:nvPr>
        </p:nvSpPr>
        <p:spPr>
          <a:xfrm>
            <a:off x="1051377" y="3697850"/>
            <a:ext cx="20985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212" name="Google Shape;3212;p29"/>
          <p:cNvSpPr txBox="1"/>
          <p:nvPr>
            <p:ph idx="14" type="subTitle"/>
          </p:nvPr>
        </p:nvSpPr>
        <p:spPr>
          <a:xfrm>
            <a:off x="3521752" y="3697850"/>
            <a:ext cx="20985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213" name="Google Shape;3213;p29"/>
          <p:cNvSpPr txBox="1"/>
          <p:nvPr>
            <p:ph idx="15" type="subTitle"/>
          </p:nvPr>
        </p:nvSpPr>
        <p:spPr>
          <a:xfrm>
            <a:off x="5992128" y="3697850"/>
            <a:ext cx="2100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214" name="Google Shape;3214;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215" name="Shape 3215"/>
        <p:cNvGrpSpPr/>
        <p:nvPr/>
      </p:nvGrpSpPr>
      <p:grpSpPr>
        <a:xfrm>
          <a:off x="0" y="0"/>
          <a:ext cx="0" cy="0"/>
          <a:chOff x="0" y="0"/>
          <a:chExt cx="0" cy="0"/>
        </a:xfrm>
      </p:grpSpPr>
      <p:pic>
        <p:nvPicPr>
          <p:cNvPr id="3216" name="Google Shape;3216;p30"/>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3217" name="Google Shape;3217;p30"/>
          <p:cNvGrpSpPr/>
          <p:nvPr/>
        </p:nvGrpSpPr>
        <p:grpSpPr>
          <a:xfrm>
            <a:off x="-336885" y="-237190"/>
            <a:ext cx="9226643" cy="4274980"/>
            <a:chOff x="-336885" y="-237190"/>
            <a:chExt cx="9226643" cy="4274980"/>
          </a:xfrm>
        </p:grpSpPr>
        <p:grpSp>
          <p:nvGrpSpPr>
            <p:cNvPr id="3218" name="Google Shape;3218;p30"/>
            <p:cNvGrpSpPr/>
            <p:nvPr/>
          </p:nvGrpSpPr>
          <p:grpSpPr>
            <a:xfrm rot="2567276">
              <a:off x="1095685" y="-23523"/>
              <a:ext cx="733465" cy="266411"/>
              <a:chOff x="3720033" y="657636"/>
              <a:chExt cx="380942" cy="138367"/>
            </a:xfrm>
          </p:grpSpPr>
          <p:sp>
            <p:nvSpPr>
              <p:cNvPr id="3219" name="Google Shape;3219;p30"/>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30"/>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30"/>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30"/>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30"/>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30"/>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5" name="Google Shape;3225;p30"/>
            <p:cNvGrpSpPr/>
            <p:nvPr/>
          </p:nvGrpSpPr>
          <p:grpSpPr>
            <a:xfrm rot="-3708110">
              <a:off x="7620537" y="3420480"/>
              <a:ext cx="1053989" cy="207617"/>
              <a:chOff x="4737493" y="4305992"/>
              <a:chExt cx="547410" cy="107830"/>
            </a:xfrm>
          </p:grpSpPr>
          <p:sp>
            <p:nvSpPr>
              <p:cNvPr id="3226" name="Google Shape;3226;p30"/>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30"/>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30"/>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30"/>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30"/>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30"/>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30"/>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30"/>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30"/>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30"/>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30"/>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30"/>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30"/>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9" name="Google Shape;3239;p30"/>
            <p:cNvGrpSpPr/>
            <p:nvPr/>
          </p:nvGrpSpPr>
          <p:grpSpPr>
            <a:xfrm rot="-2367188">
              <a:off x="8396341" y="1162991"/>
              <a:ext cx="493112" cy="177777"/>
              <a:chOff x="3781827" y="2039675"/>
              <a:chExt cx="256107" cy="92332"/>
            </a:xfrm>
          </p:grpSpPr>
          <p:sp>
            <p:nvSpPr>
              <p:cNvPr id="3240" name="Google Shape;3240;p30"/>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30"/>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30"/>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30"/>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30"/>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5" name="Google Shape;3245;p30"/>
            <p:cNvGrpSpPr/>
            <p:nvPr/>
          </p:nvGrpSpPr>
          <p:grpSpPr>
            <a:xfrm rot="-1825424">
              <a:off x="-275837" y="2650776"/>
              <a:ext cx="738169" cy="441832"/>
              <a:chOff x="4884983" y="2824599"/>
              <a:chExt cx="253545" cy="151760"/>
            </a:xfrm>
          </p:grpSpPr>
          <p:sp>
            <p:nvSpPr>
              <p:cNvPr id="3246" name="Google Shape;3246;p30"/>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30"/>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30"/>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30"/>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30"/>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30"/>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30"/>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30"/>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30"/>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55" name="Google Shape;3255;p30"/>
            <p:cNvGrpSpPr/>
            <p:nvPr/>
          </p:nvGrpSpPr>
          <p:grpSpPr>
            <a:xfrm rot="-1659384">
              <a:off x="-318807" y="1137444"/>
              <a:ext cx="824112" cy="228854"/>
              <a:chOff x="4799352" y="1342220"/>
              <a:chExt cx="428026" cy="118862"/>
            </a:xfrm>
          </p:grpSpPr>
          <p:sp>
            <p:nvSpPr>
              <p:cNvPr id="3256" name="Google Shape;3256;p30"/>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30"/>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30"/>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30"/>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30"/>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30"/>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30"/>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30"/>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64" name="Google Shape;3264;p30"/>
          <p:cNvGrpSpPr/>
          <p:nvPr/>
        </p:nvGrpSpPr>
        <p:grpSpPr>
          <a:xfrm>
            <a:off x="-513872" y="-397159"/>
            <a:ext cx="10310906" cy="5933704"/>
            <a:chOff x="-513872" y="-397159"/>
            <a:chExt cx="10310906" cy="5933704"/>
          </a:xfrm>
        </p:grpSpPr>
        <p:grpSp>
          <p:nvGrpSpPr>
            <p:cNvPr id="3265" name="Google Shape;3265;p30"/>
            <p:cNvGrpSpPr/>
            <p:nvPr/>
          </p:nvGrpSpPr>
          <p:grpSpPr>
            <a:xfrm rot="-1244566">
              <a:off x="8083589" y="1316294"/>
              <a:ext cx="1410581" cy="892908"/>
              <a:chOff x="4808808" y="1957984"/>
              <a:chExt cx="404920" cy="256310"/>
            </a:xfrm>
          </p:grpSpPr>
          <p:sp>
            <p:nvSpPr>
              <p:cNvPr id="3266" name="Google Shape;3266;p30"/>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30"/>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8" name="Google Shape;3268;p30"/>
            <p:cNvGrpSpPr/>
            <p:nvPr/>
          </p:nvGrpSpPr>
          <p:grpSpPr>
            <a:xfrm rot="935572">
              <a:off x="276312" y="1151706"/>
              <a:ext cx="873825" cy="1222061"/>
              <a:chOff x="3735990" y="4115688"/>
              <a:chExt cx="349166" cy="488320"/>
            </a:xfrm>
          </p:grpSpPr>
          <p:sp>
            <p:nvSpPr>
              <p:cNvPr id="3269" name="Google Shape;3269;p30"/>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30"/>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30"/>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30"/>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30"/>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30"/>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30"/>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30"/>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30"/>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30"/>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30"/>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30"/>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30"/>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30"/>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30"/>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30"/>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30"/>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30"/>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30"/>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30"/>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30"/>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0" name="Google Shape;3290;p30"/>
            <p:cNvGrpSpPr/>
            <p:nvPr/>
          </p:nvGrpSpPr>
          <p:grpSpPr>
            <a:xfrm rot="1825564">
              <a:off x="-175585" y="-72907"/>
              <a:ext cx="1513122" cy="855162"/>
              <a:chOff x="4710963" y="556836"/>
              <a:chExt cx="599550" cy="338855"/>
            </a:xfrm>
          </p:grpSpPr>
          <p:sp>
            <p:nvSpPr>
              <p:cNvPr id="3291" name="Google Shape;3291;p30"/>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30"/>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30"/>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30"/>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5" name="Google Shape;3295;p30"/>
            <p:cNvSpPr/>
            <p:nvPr/>
          </p:nvSpPr>
          <p:spPr>
            <a:xfrm rot="1849059">
              <a:off x="8621654" y="2962800"/>
              <a:ext cx="984444" cy="634970"/>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96" name="Google Shape;3296;p30"/>
            <p:cNvGrpSpPr/>
            <p:nvPr/>
          </p:nvGrpSpPr>
          <p:grpSpPr>
            <a:xfrm rot="2179146">
              <a:off x="7615778" y="4487403"/>
              <a:ext cx="789052" cy="903211"/>
              <a:chOff x="4838621" y="3330436"/>
              <a:chExt cx="342600" cy="392181"/>
            </a:xfrm>
          </p:grpSpPr>
          <p:sp>
            <p:nvSpPr>
              <p:cNvPr id="3297" name="Google Shape;3297;p30"/>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30"/>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30"/>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30"/>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30"/>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30"/>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30"/>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30"/>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30"/>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30"/>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30"/>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30"/>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30"/>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30"/>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30"/>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30"/>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30"/>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30"/>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30"/>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30"/>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30"/>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30"/>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30"/>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30"/>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30"/>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2" name="Google Shape;3322;p30"/>
            <p:cNvGrpSpPr/>
            <p:nvPr/>
          </p:nvGrpSpPr>
          <p:grpSpPr>
            <a:xfrm rot="-1218727">
              <a:off x="-385144" y="3286254"/>
              <a:ext cx="969680" cy="915366"/>
              <a:chOff x="3712416" y="2719728"/>
              <a:chExt cx="383381" cy="361907"/>
            </a:xfrm>
          </p:grpSpPr>
          <p:sp>
            <p:nvSpPr>
              <p:cNvPr id="3323" name="Google Shape;3323;p30"/>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30"/>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30"/>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30"/>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30"/>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30"/>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30"/>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30"/>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30"/>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30"/>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30"/>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30"/>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30"/>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30"/>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30"/>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30"/>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30"/>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30"/>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30"/>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30"/>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30"/>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30"/>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30"/>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6" name="Google Shape;3346;p30"/>
            <p:cNvGrpSpPr/>
            <p:nvPr/>
          </p:nvGrpSpPr>
          <p:grpSpPr>
            <a:xfrm rot="1964156">
              <a:off x="8590533" y="3924589"/>
              <a:ext cx="1046684" cy="898494"/>
              <a:chOff x="3639393" y="3293465"/>
              <a:chExt cx="543616" cy="466651"/>
            </a:xfrm>
          </p:grpSpPr>
          <p:sp>
            <p:nvSpPr>
              <p:cNvPr id="3347" name="Google Shape;3347;p30"/>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30"/>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30"/>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30"/>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30"/>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30"/>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30"/>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30"/>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30"/>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30"/>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57" name="Google Shape;3357;p30"/>
          <p:cNvSpPr txBox="1"/>
          <p:nvPr>
            <p:ph hasCustomPrompt="1" type="title"/>
          </p:nvPr>
        </p:nvSpPr>
        <p:spPr>
          <a:xfrm>
            <a:off x="2223600" y="539507"/>
            <a:ext cx="46968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i="1" sz="4500">
                <a:solidFill>
                  <a:schemeClr val="dk2"/>
                </a:solidFill>
              </a:defRPr>
            </a:lvl1pPr>
            <a:lvl2pPr lvl="1"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2pPr>
            <a:lvl3pPr lvl="2"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3pPr>
            <a:lvl4pPr lvl="3"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4pPr>
            <a:lvl5pPr lvl="4"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5pPr>
            <a:lvl6pPr lvl="5"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6pPr>
            <a:lvl7pPr lvl="6"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7pPr>
            <a:lvl8pPr lvl="7"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8pPr>
            <a:lvl9pPr lvl="8"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9pPr>
          </a:lstStyle>
          <a:p>
            <a:r>
              <a:t>xx%</a:t>
            </a:r>
          </a:p>
        </p:txBody>
      </p:sp>
      <p:sp>
        <p:nvSpPr>
          <p:cNvPr id="3358" name="Google Shape;3358;p30"/>
          <p:cNvSpPr txBox="1"/>
          <p:nvPr>
            <p:ph idx="1" type="subTitle"/>
          </p:nvPr>
        </p:nvSpPr>
        <p:spPr>
          <a:xfrm>
            <a:off x="2223600" y="1228426"/>
            <a:ext cx="4696800" cy="386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359" name="Google Shape;3359;p30"/>
          <p:cNvSpPr txBox="1"/>
          <p:nvPr>
            <p:ph hasCustomPrompt="1" idx="2" type="title"/>
          </p:nvPr>
        </p:nvSpPr>
        <p:spPr>
          <a:xfrm>
            <a:off x="2223600" y="2033950"/>
            <a:ext cx="46968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i="1" sz="4500">
                <a:solidFill>
                  <a:schemeClr val="dk2"/>
                </a:solidFill>
              </a:defRPr>
            </a:lvl1pPr>
            <a:lvl2pPr lvl="1"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2pPr>
            <a:lvl3pPr lvl="2"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3pPr>
            <a:lvl4pPr lvl="3"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4pPr>
            <a:lvl5pPr lvl="4"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5pPr>
            <a:lvl6pPr lvl="5"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6pPr>
            <a:lvl7pPr lvl="6"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7pPr>
            <a:lvl8pPr lvl="7"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8pPr>
            <a:lvl9pPr lvl="8"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9pPr>
          </a:lstStyle>
          <a:p>
            <a:r>
              <a:t>xx%</a:t>
            </a:r>
          </a:p>
        </p:txBody>
      </p:sp>
      <p:sp>
        <p:nvSpPr>
          <p:cNvPr id="3360" name="Google Shape;3360;p30"/>
          <p:cNvSpPr txBox="1"/>
          <p:nvPr>
            <p:ph idx="3" type="subTitle"/>
          </p:nvPr>
        </p:nvSpPr>
        <p:spPr>
          <a:xfrm>
            <a:off x="2223600" y="2722865"/>
            <a:ext cx="4696800" cy="386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361" name="Google Shape;3361;p30"/>
          <p:cNvSpPr txBox="1"/>
          <p:nvPr>
            <p:ph hasCustomPrompt="1" idx="4" type="title"/>
          </p:nvPr>
        </p:nvSpPr>
        <p:spPr>
          <a:xfrm>
            <a:off x="2223600" y="3528368"/>
            <a:ext cx="46968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i="1" sz="4500">
                <a:solidFill>
                  <a:schemeClr val="dk2"/>
                </a:solidFill>
              </a:defRPr>
            </a:lvl1pPr>
            <a:lvl2pPr lvl="1"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2pPr>
            <a:lvl3pPr lvl="2"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3pPr>
            <a:lvl4pPr lvl="3"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4pPr>
            <a:lvl5pPr lvl="4"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5pPr>
            <a:lvl6pPr lvl="5"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6pPr>
            <a:lvl7pPr lvl="6"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7pPr>
            <a:lvl8pPr lvl="7"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8pPr>
            <a:lvl9pPr lvl="8"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9pPr>
          </a:lstStyle>
          <a:p>
            <a:r>
              <a:t>xx%</a:t>
            </a:r>
          </a:p>
        </p:txBody>
      </p:sp>
      <p:sp>
        <p:nvSpPr>
          <p:cNvPr id="3362" name="Google Shape;3362;p30"/>
          <p:cNvSpPr txBox="1"/>
          <p:nvPr>
            <p:ph idx="5" type="subTitle"/>
          </p:nvPr>
        </p:nvSpPr>
        <p:spPr>
          <a:xfrm>
            <a:off x="2223600" y="4217296"/>
            <a:ext cx="4696800" cy="386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363" name="Google Shape;3363;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364" name="Shape 3364"/>
        <p:cNvGrpSpPr/>
        <p:nvPr/>
      </p:nvGrpSpPr>
      <p:grpSpPr>
        <a:xfrm>
          <a:off x="0" y="0"/>
          <a:ext cx="0" cy="0"/>
          <a:chOff x="0" y="0"/>
          <a:chExt cx="0" cy="0"/>
        </a:xfrm>
      </p:grpSpPr>
      <p:pic>
        <p:nvPicPr>
          <p:cNvPr id="3365" name="Google Shape;3365;p31"/>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3366" name="Google Shape;3366;p31"/>
          <p:cNvSpPr txBox="1"/>
          <p:nvPr/>
        </p:nvSpPr>
        <p:spPr>
          <a:xfrm>
            <a:off x="2099100" y="3459988"/>
            <a:ext cx="4945800" cy="556200"/>
          </a:xfrm>
          <a:prstGeom prst="rect">
            <a:avLst/>
          </a:prstGeom>
          <a:noFill/>
          <a:ln>
            <a:noFill/>
          </a:ln>
        </p:spPr>
        <p:txBody>
          <a:bodyPr anchorCtr="0" anchor="ctr"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Fira Sans"/>
                <a:ea typeface="Fira Sans"/>
                <a:cs typeface="Fira Sans"/>
                <a:sym typeface="Fira Sans"/>
              </a:rPr>
              <a:t>CREDITS:</a:t>
            </a:r>
            <a:r>
              <a:rPr lang="en" sz="1200">
                <a:solidFill>
                  <a:schemeClr val="dk1"/>
                </a:solidFill>
                <a:latin typeface="Fira Sans"/>
                <a:ea typeface="Fira Sans"/>
                <a:cs typeface="Fira Sans"/>
                <a:sym typeface="Fira Sans"/>
              </a:rPr>
              <a:t> This presentation template was created by </a:t>
            </a:r>
            <a:r>
              <a:rPr b="1" lang="en" sz="1200" u="sng">
                <a:solidFill>
                  <a:schemeClr val="hlink"/>
                </a:solidFill>
                <a:latin typeface="Fira Sans"/>
                <a:ea typeface="Fira Sans"/>
                <a:cs typeface="Fira Sans"/>
                <a:sym typeface="Fira Sans"/>
                <a:hlinkClick r:id="rId3"/>
              </a:rPr>
              <a:t>Slidesgo</a:t>
            </a:r>
            <a:r>
              <a:rPr lang="en" sz="1200">
                <a:solidFill>
                  <a:schemeClr val="dk1"/>
                </a:solidFill>
                <a:latin typeface="Fira Sans"/>
                <a:ea typeface="Fira Sans"/>
                <a:cs typeface="Fira Sans"/>
                <a:sym typeface="Fira Sans"/>
              </a:rPr>
              <a:t>, and includes icons by </a:t>
            </a:r>
            <a:r>
              <a:rPr b="1" lang="en" sz="1200" u="sng">
                <a:solidFill>
                  <a:schemeClr val="dk1"/>
                </a:solidFill>
                <a:latin typeface="Fira Sans"/>
                <a:ea typeface="Fira Sans"/>
                <a:cs typeface="Fira Sans"/>
                <a:sym typeface="Fira Sans"/>
                <a:hlinkClick r:id="rId4">
                  <a:extLst>
                    <a:ext uri="{A12FA001-AC4F-418D-AE19-62706E023703}">
                      <ahyp:hlinkClr val="tx"/>
                    </a:ext>
                  </a:extLst>
                </a:hlinkClick>
              </a:rPr>
              <a:t>Flaticon</a:t>
            </a:r>
            <a:r>
              <a:rPr lang="en" sz="1200">
                <a:solidFill>
                  <a:schemeClr val="dk1"/>
                </a:solidFill>
                <a:latin typeface="Fira Sans"/>
                <a:ea typeface="Fira Sans"/>
                <a:cs typeface="Fira Sans"/>
                <a:sym typeface="Fira Sans"/>
              </a:rPr>
              <a:t>, and infographics &amp; images by </a:t>
            </a:r>
            <a:r>
              <a:rPr b="1" lang="en" sz="1200" u="sng">
                <a:solidFill>
                  <a:schemeClr val="dk1"/>
                </a:solidFill>
                <a:latin typeface="Fira Sans"/>
                <a:ea typeface="Fira Sans"/>
                <a:cs typeface="Fira Sans"/>
                <a:sym typeface="Fira Sans"/>
                <a:hlinkClick r:id="rId5">
                  <a:extLst>
                    <a:ext uri="{A12FA001-AC4F-418D-AE19-62706E023703}">
                      <ahyp:hlinkClr val="tx"/>
                    </a:ext>
                  </a:extLst>
                </a:hlinkClick>
              </a:rPr>
              <a:t>Freepik</a:t>
            </a:r>
            <a:r>
              <a:rPr lang="en" sz="1200" u="sng">
                <a:solidFill>
                  <a:schemeClr val="dk1"/>
                </a:solidFill>
                <a:latin typeface="Fira Sans"/>
                <a:ea typeface="Fira Sans"/>
                <a:cs typeface="Fira Sans"/>
                <a:sym typeface="Fira Sans"/>
              </a:rPr>
              <a:t> </a:t>
            </a:r>
            <a:endParaRPr b="1" sz="1200" u="sng">
              <a:solidFill>
                <a:schemeClr val="dk1"/>
              </a:solidFill>
              <a:latin typeface="Fira Sans"/>
              <a:ea typeface="Fira Sans"/>
              <a:cs typeface="Fira Sans"/>
              <a:sym typeface="Fira Sans"/>
            </a:endParaRPr>
          </a:p>
        </p:txBody>
      </p:sp>
      <p:grpSp>
        <p:nvGrpSpPr>
          <p:cNvPr id="3367" name="Google Shape;3367;p31"/>
          <p:cNvGrpSpPr/>
          <p:nvPr/>
        </p:nvGrpSpPr>
        <p:grpSpPr>
          <a:xfrm>
            <a:off x="7275416" y="-163743"/>
            <a:ext cx="2141442" cy="5111939"/>
            <a:chOff x="7275416" y="-163743"/>
            <a:chExt cx="2141442" cy="5111939"/>
          </a:xfrm>
        </p:grpSpPr>
        <p:grpSp>
          <p:nvGrpSpPr>
            <p:cNvPr id="3368" name="Google Shape;3368;p31"/>
            <p:cNvGrpSpPr/>
            <p:nvPr/>
          </p:nvGrpSpPr>
          <p:grpSpPr>
            <a:xfrm rot="-1068742">
              <a:off x="7298037" y="-60438"/>
              <a:ext cx="716178" cy="260132"/>
              <a:chOff x="3720033" y="657636"/>
              <a:chExt cx="380942" cy="138367"/>
            </a:xfrm>
          </p:grpSpPr>
          <p:sp>
            <p:nvSpPr>
              <p:cNvPr id="3369" name="Google Shape;3369;p31"/>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31"/>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31"/>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31"/>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31"/>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31"/>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5" name="Google Shape;3375;p31"/>
            <p:cNvGrpSpPr/>
            <p:nvPr/>
          </p:nvGrpSpPr>
          <p:grpSpPr>
            <a:xfrm rot="2079940">
              <a:off x="7948640" y="4317799"/>
              <a:ext cx="1358932" cy="267685"/>
              <a:chOff x="4737493" y="4305992"/>
              <a:chExt cx="547410" cy="107830"/>
            </a:xfrm>
          </p:grpSpPr>
          <p:sp>
            <p:nvSpPr>
              <p:cNvPr id="3376" name="Google Shape;3376;p31"/>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31"/>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31"/>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31"/>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31"/>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31"/>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31"/>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31"/>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31"/>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31"/>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31"/>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31"/>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31"/>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89" name="Google Shape;3389;p31"/>
            <p:cNvGrpSpPr/>
            <p:nvPr/>
          </p:nvGrpSpPr>
          <p:grpSpPr>
            <a:xfrm rot="-2412238">
              <a:off x="8471342" y="2595351"/>
              <a:ext cx="481496" cy="173589"/>
              <a:chOff x="3781827" y="2039675"/>
              <a:chExt cx="256107" cy="92332"/>
            </a:xfrm>
          </p:grpSpPr>
          <p:sp>
            <p:nvSpPr>
              <p:cNvPr id="3390" name="Google Shape;3390;p31"/>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31"/>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31"/>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31"/>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31"/>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5" name="Google Shape;3395;p31"/>
            <p:cNvGrpSpPr/>
            <p:nvPr/>
          </p:nvGrpSpPr>
          <p:grpSpPr>
            <a:xfrm rot="2508020">
              <a:off x="7920593" y="1495929"/>
              <a:ext cx="406546" cy="237409"/>
              <a:chOff x="5999959" y="663349"/>
              <a:chExt cx="216246" cy="126280"/>
            </a:xfrm>
          </p:grpSpPr>
          <p:sp>
            <p:nvSpPr>
              <p:cNvPr id="3396" name="Google Shape;3396;p31"/>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31"/>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31"/>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31"/>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31"/>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31"/>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31"/>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3" name="Google Shape;3403;p31"/>
            <p:cNvGrpSpPr/>
            <p:nvPr/>
          </p:nvGrpSpPr>
          <p:grpSpPr>
            <a:xfrm rot="3094951">
              <a:off x="8289614" y="602153"/>
              <a:ext cx="1256445" cy="277349"/>
              <a:chOff x="7968422" y="675563"/>
              <a:chExt cx="462304" cy="102049"/>
            </a:xfrm>
          </p:grpSpPr>
          <p:sp>
            <p:nvSpPr>
              <p:cNvPr id="3404" name="Google Shape;3404;p31"/>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31"/>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31"/>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31"/>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31"/>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31"/>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31"/>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31"/>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31"/>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31"/>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31"/>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31"/>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31"/>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7" name="Google Shape;3417;p31"/>
            <p:cNvGrpSpPr/>
            <p:nvPr/>
          </p:nvGrpSpPr>
          <p:grpSpPr>
            <a:xfrm rot="1902637">
              <a:off x="8318395" y="3232618"/>
              <a:ext cx="659814" cy="395363"/>
              <a:chOff x="5983345" y="4283994"/>
              <a:chExt cx="253151" cy="151694"/>
            </a:xfrm>
          </p:grpSpPr>
          <p:sp>
            <p:nvSpPr>
              <p:cNvPr id="3418" name="Google Shape;3418;p31"/>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31"/>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31"/>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31"/>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31"/>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31"/>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31"/>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31"/>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31"/>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27" name="Google Shape;3427;p31"/>
          <p:cNvGrpSpPr/>
          <p:nvPr/>
        </p:nvGrpSpPr>
        <p:grpSpPr>
          <a:xfrm>
            <a:off x="-273828" y="-170798"/>
            <a:ext cx="2328907" cy="4738496"/>
            <a:chOff x="-273828" y="-170798"/>
            <a:chExt cx="2328907" cy="4738496"/>
          </a:xfrm>
        </p:grpSpPr>
        <p:grpSp>
          <p:nvGrpSpPr>
            <p:cNvPr id="3428" name="Google Shape;3428;p31"/>
            <p:cNvGrpSpPr/>
            <p:nvPr/>
          </p:nvGrpSpPr>
          <p:grpSpPr>
            <a:xfrm rot="-423500">
              <a:off x="530683" y="802302"/>
              <a:ext cx="801750" cy="373501"/>
              <a:chOff x="8025882" y="2821184"/>
              <a:chExt cx="340424" cy="158589"/>
            </a:xfrm>
          </p:grpSpPr>
          <p:sp>
            <p:nvSpPr>
              <p:cNvPr id="3429" name="Google Shape;3429;p31"/>
              <p:cNvSpPr/>
              <p:nvPr/>
            </p:nvSpPr>
            <p:spPr>
              <a:xfrm>
                <a:off x="8025882" y="2871420"/>
                <a:ext cx="56214" cy="78279"/>
              </a:xfrm>
              <a:custGeom>
                <a:rect b="b" l="l" r="r" t="t"/>
                <a:pathLst>
                  <a:path extrusionOk="0" h="1192" w="856">
                    <a:moveTo>
                      <a:pt x="799" y="0"/>
                    </a:moveTo>
                    <a:cubicBezTo>
                      <a:pt x="790" y="0"/>
                      <a:pt x="781" y="4"/>
                      <a:pt x="774" y="13"/>
                    </a:cubicBezTo>
                    <a:cubicBezTo>
                      <a:pt x="709" y="94"/>
                      <a:pt x="648" y="178"/>
                      <a:pt x="586" y="259"/>
                    </a:cubicBezTo>
                    <a:cubicBezTo>
                      <a:pt x="554" y="304"/>
                      <a:pt x="495" y="366"/>
                      <a:pt x="453" y="431"/>
                    </a:cubicBezTo>
                    <a:cubicBezTo>
                      <a:pt x="408" y="382"/>
                      <a:pt x="359" y="340"/>
                      <a:pt x="317" y="291"/>
                    </a:cubicBezTo>
                    <a:cubicBezTo>
                      <a:pt x="236" y="210"/>
                      <a:pt x="158" y="126"/>
                      <a:pt x="77" y="45"/>
                    </a:cubicBezTo>
                    <a:cubicBezTo>
                      <a:pt x="69" y="37"/>
                      <a:pt x="60" y="33"/>
                      <a:pt x="51" y="33"/>
                    </a:cubicBezTo>
                    <a:cubicBezTo>
                      <a:pt x="23" y="33"/>
                      <a:pt x="1" y="70"/>
                      <a:pt x="26" y="97"/>
                    </a:cubicBezTo>
                    <a:cubicBezTo>
                      <a:pt x="94" y="181"/>
                      <a:pt x="165" y="262"/>
                      <a:pt x="239" y="343"/>
                    </a:cubicBezTo>
                    <a:cubicBezTo>
                      <a:pt x="294" y="408"/>
                      <a:pt x="350" y="483"/>
                      <a:pt x="405" y="544"/>
                    </a:cubicBezTo>
                    <a:cubicBezTo>
                      <a:pt x="401" y="615"/>
                      <a:pt x="437" y="706"/>
                      <a:pt x="450" y="774"/>
                    </a:cubicBezTo>
                    <a:cubicBezTo>
                      <a:pt x="473" y="901"/>
                      <a:pt x="499" y="1024"/>
                      <a:pt x="531" y="1147"/>
                    </a:cubicBezTo>
                    <a:cubicBezTo>
                      <a:pt x="539" y="1178"/>
                      <a:pt x="561" y="1191"/>
                      <a:pt x="584" y="1191"/>
                    </a:cubicBezTo>
                    <a:cubicBezTo>
                      <a:pt x="619" y="1191"/>
                      <a:pt x="655" y="1161"/>
                      <a:pt x="648" y="1114"/>
                    </a:cubicBezTo>
                    <a:cubicBezTo>
                      <a:pt x="625" y="949"/>
                      <a:pt x="534" y="755"/>
                      <a:pt x="537" y="586"/>
                    </a:cubicBezTo>
                    <a:lnTo>
                      <a:pt x="537" y="564"/>
                    </a:lnTo>
                    <a:cubicBezTo>
                      <a:pt x="547" y="564"/>
                      <a:pt x="547" y="560"/>
                      <a:pt x="547" y="551"/>
                    </a:cubicBezTo>
                    <a:cubicBezTo>
                      <a:pt x="576" y="382"/>
                      <a:pt x="755" y="198"/>
                      <a:pt x="839" y="61"/>
                    </a:cubicBezTo>
                    <a:cubicBezTo>
                      <a:pt x="856" y="35"/>
                      <a:pt x="827" y="0"/>
                      <a:pt x="7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31"/>
              <p:cNvSpPr/>
              <p:nvPr/>
            </p:nvSpPr>
            <p:spPr>
              <a:xfrm>
                <a:off x="8072703" y="2920867"/>
                <a:ext cx="40190" cy="8997"/>
              </a:xfrm>
              <a:custGeom>
                <a:rect b="b" l="l" r="r" t="t"/>
                <a:pathLst>
                  <a:path extrusionOk="0" h="137" w="612">
                    <a:moveTo>
                      <a:pt x="52" y="0"/>
                    </a:moveTo>
                    <a:cubicBezTo>
                      <a:pt x="13" y="0"/>
                      <a:pt x="0" y="58"/>
                      <a:pt x="45" y="73"/>
                    </a:cubicBezTo>
                    <a:cubicBezTo>
                      <a:pt x="149" y="106"/>
                      <a:pt x="280" y="137"/>
                      <a:pt x="403" y="137"/>
                    </a:cubicBezTo>
                    <a:cubicBezTo>
                      <a:pt x="459" y="137"/>
                      <a:pt x="513" y="130"/>
                      <a:pt x="563" y="115"/>
                    </a:cubicBezTo>
                    <a:cubicBezTo>
                      <a:pt x="612" y="105"/>
                      <a:pt x="602" y="34"/>
                      <a:pt x="550" y="28"/>
                    </a:cubicBezTo>
                    <a:cubicBezTo>
                      <a:pt x="479" y="28"/>
                      <a:pt x="411" y="41"/>
                      <a:pt x="341" y="41"/>
                    </a:cubicBezTo>
                    <a:cubicBezTo>
                      <a:pt x="334" y="41"/>
                      <a:pt x="327" y="41"/>
                      <a:pt x="320" y="41"/>
                    </a:cubicBezTo>
                    <a:cubicBezTo>
                      <a:pt x="236" y="37"/>
                      <a:pt x="148" y="24"/>
                      <a:pt x="64" y="2"/>
                    </a:cubicBezTo>
                    <a:cubicBezTo>
                      <a:pt x="60" y="1"/>
                      <a:pt x="56"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31"/>
              <p:cNvSpPr/>
              <p:nvPr/>
            </p:nvSpPr>
            <p:spPr>
              <a:xfrm>
                <a:off x="8069354" y="2907077"/>
                <a:ext cx="45050" cy="8406"/>
              </a:xfrm>
              <a:custGeom>
                <a:rect b="b" l="l" r="r" t="t"/>
                <a:pathLst>
                  <a:path extrusionOk="0" h="128" w="686">
                    <a:moveTo>
                      <a:pt x="32" y="1"/>
                    </a:moveTo>
                    <a:cubicBezTo>
                      <a:pt x="2" y="1"/>
                      <a:pt x="0" y="53"/>
                      <a:pt x="31" y="59"/>
                    </a:cubicBezTo>
                    <a:cubicBezTo>
                      <a:pt x="186" y="100"/>
                      <a:pt x="364" y="127"/>
                      <a:pt x="528" y="127"/>
                    </a:cubicBezTo>
                    <a:cubicBezTo>
                      <a:pt x="559" y="127"/>
                      <a:pt x="590" y="126"/>
                      <a:pt x="621" y="124"/>
                    </a:cubicBezTo>
                    <a:cubicBezTo>
                      <a:pt x="685" y="118"/>
                      <a:pt x="685" y="24"/>
                      <a:pt x="621" y="24"/>
                    </a:cubicBezTo>
                    <a:cubicBezTo>
                      <a:pt x="426" y="17"/>
                      <a:pt x="232" y="17"/>
                      <a:pt x="37" y="1"/>
                    </a:cubicBezTo>
                    <a:cubicBezTo>
                      <a:pt x="36" y="1"/>
                      <a:pt x="34" y="1"/>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31"/>
              <p:cNvSpPr/>
              <p:nvPr/>
            </p:nvSpPr>
            <p:spPr>
              <a:xfrm>
                <a:off x="8122545" y="2887968"/>
                <a:ext cx="48793" cy="51617"/>
              </a:xfrm>
              <a:custGeom>
                <a:rect b="b" l="l" r="r" t="t"/>
                <a:pathLst>
                  <a:path extrusionOk="0" h="786" w="743">
                    <a:moveTo>
                      <a:pt x="427" y="0"/>
                    </a:moveTo>
                    <a:cubicBezTo>
                      <a:pt x="173" y="0"/>
                      <a:pt x="0" y="319"/>
                      <a:pt x="99" y="542"/>
                    </a:cubicBezTo>
                    <a:cubicBezTo>
                      <a:pt x="162" y="682"/>
                      <a:pt x="334" y="785"/>
                      <a:pt x="495" y="785"/>
                    </a:cubicBezTo>
                    <a:cubicBezTo>
                      <a:pt x="575" y="785"/>
                      <a:pt x="652" y="760"/>
                      <a:pt x="711" y="700"/>
                    </a:cubicBezTo>
                    <a:cubicBezTo>
                      <a:pt x="743" y="669"/>
                      <a:pt x="715" y="603"/>
                      <a:pt x="670" y="603"/>
                    </a:cubicBezTo>
                    <a:cubicBezTo>
                      <a:pt x="665" y="603"/>
                      <a:pt x="659" y="604"/>
                      <a:pt x="653" y="606"/>
                    </a:cubicBezTo>
                    <a:cubicBezTo>
                      <a:pt x="589" y="630"/>
                      <a:pt x="519" y="648"/>
                      <a:pt x="453" y="648"/>
                    </a:cubicBezTo>
                    <a:cubicBezTo>
                      <a:pt x="359" y="648"/>
                      <a:pt x="271" y="612"/>
                      <a:pt x="216" y="509"/>
                    </a:cubicBezTo>
                    <a:cubicBezTo>
                      <a:pt x="112" y="315"/>
                      <a:pt x="277" y="127"/>
                      <a:pt x="452" y="72"/>
                    </a:cubicBezTo>
                    <a:cubicBezTo>
                      <a:pt x="491" y="59"/>
                      <a:pt x="484" y="4"/>
                      <a:pt x="442" y="1"/>
                    </a:cubicBezTo>
                    <a:cubicBezTo>
                      <a:pt x="437" y="0"/>
                      <a:pt x="432" y="0"/>
                      <a:pt x="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31"/>
              <p:cNvSpPr/>
              <p:nvPr/>
            </p:nvSpPr>
            <p:spPr>
              <a:xfrm>
                <a:off x="8170088" y="2914695"/>
                <a:ext cx="29814" cy="39468"/>
              </a:xfrm>
              <a:custGeom>
                <a:rect b="b" l="l" r="r" t="t"/>
                <a:pathLst>
                  <a:path extrusionOk="0" h="601" w="454">
                    <a:moveTo>
                      <a:pt x="309" y="0"/>
                    </a:moveTo>
                    <a:cubicBezTo>
                      <a:pt x="286" y="0"/>
                      <a:pt x="265" y="13"/>
                      <a:pt x="259" y="41"/>
                    </a:cubicBezTo>
                    <a:cubicBezTo>
                      <a:pt x="250" y="70"/>
                      <a:pt x="243" y="105"/>
                      <a:pt x="214" y="122"/>
                    </a:cubicBezTo>
                    <a:cubicBezTo>
                      <a:pt x="201" y="130"/>
                      <a:pt x="182" y="135"/>
                      <a:pt x="162" y="135"/>
                    </a:cubicBezTo>
                    <a:cubicBezTo>
                      <a:pt x="127" y="135"/>
                      <a:pt x="92" y="117"/>
                      <a:pt x="107" y="67"/>
                    </a:cubicBezTo>
                    <a:cubicBezTo>
                      <a:pt x="117" y="38"/>
                      <a:pt x="96" y="20"/>
                      <a:pt x="73" y="20"/>
                    </a:cubicBezTo>
                    <a:cubicBezTo>
                      <a:pt x="58" y="20"/>
                      <a:pt x="42" y="29"/>
                      <a:pt x="36" y="47"/>
                    </a:cubicBezTo>
                    <a:cubicBezTo>
                      <a:pt x="0" y="131"/>
                      <a:pt x="65" y="229"/>
                      <a:pt x="152" y="245"/>
                    </a:cubicBezTo>
                    <a:cubicBezTo>
                      <a:pt x="163" y="247"/>
                      <a:pt x="173" y="248"/>
                      <a:pt x="183" y="248"/>
                    </a:cubicBezTo>
                    <a:cubicBezTo>
                      <a:pt x="228" y="248"/>
                      <a:pt x="266" y="226"/>
                      <a:pt x="298" y="199"/>
                    </a:cubicBezTo>
                    <a:cubicBezTo>
                      <a:pt x="324" y="306"/>
                      <a:pt x="324" y="413"/>
                      <a:pt x="308" y="523"/>
                    </a:cubicBezTo>
                    <a:cubicBezTo>
                      <a:pt x="300" y="570"/>
                      <a:pt x="338" y="600"/>
                      <a:pt x="373" y="600"/>
                    </a:cubicBezTo>
                    <a:cubicBezTo>
                      <a:pt x="396" y="600"/>
                      <a:pt x="418" y="587"/>
                      <a:pt x="425" y="556"/>
                    </a:cubicBezTo>
                    <a:cubicBezTo>
                      <a:pt x="454" y="381"/>
                      <a:pt x="437" y="209"/>
                      <a:pt x="373" y="41"/>
                    </a:cubicBezTo>
                    <a:cubicBezTo>
                      <a:pt x="361" y="15"/>
                      <a:pt x="334" y="0"/>
                      <a:pt x="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31"/>
              <p:cNvSpPr/>
              <p:nvPr/>
            </p:nvSpPr>
            <p:spPr>
              <a:xfrm>
                <a:off x="8207519" y="2885604"/>
                <a:ext cx="35987" cy="59103"/>
              </a:xfrm>
              <a:custGeom>
                <a:rect b="b" l="l" r="r" t="t"/>
                <a:pathLst>
                  <a:path extrusionOk="0" h="900" w="548">
                    <a:moveTo>
                      <a:pt x="272" y="153"/>
                    </a:moveTo>
                    <a:cubicBezTo>
                      <a:pt x="290" y="153"/>
                      <a:pt x="309" y="158"/>
                      <a:pt x="331" y="169"/>
                    </a:cubicBezTo>
                    <a:cubicBezTo>
                      <a:pt x="392" y="199"/>
                      <a:pt x="408" y="224"/>
                      <a:pt x="389" y="296"/>
                    </a:cubicBezTo>
                    <a:cubicBezTo>
                      <a:pt x="357" y="399"/>
                      <a:pt x="234" y="445"/>
                      <a:pt x="136" y="467"/>
                    </a:cubicBezTo>
                    <a:cubicBezTo>
                      <a:pt x="133" y="403"/>
                      <a:pt x="133" y="338"/>
                      <a:pt x="153" y="273"/>
                    </a:cubicBezTo>
                    <a:cubicBezTo>
                      <a:pt x="175" y="206"/>
                      <a:pt x="214" y="153"/>
                      <a:pt x="272" y="153"/>
                    </a:cubicBezTo>
                    <a:close/>
                    <a:moveTo>
                      <a:pt x="306" y="0"/>
                    </a:moveTo>
                    <a:cubicBezTo>
                      <a:pt x="215" y="0"/>
                      <a:pt x="127" y="57"/>
                      <a:pt x="72" y="134"/>
                    </a:cubicBezTo>
                    <a:cubicBezTo>
                      <a:pt x="63" y="121"/>
                      <a:pt x="49" y="115"/>
                      <a:pt x="36" y="115"/>
                    </a:cubicBezTo>
                    <a:cubicBezTo>
                      <a:pt x="18" y="115"/>
                      <a:pt x="0" y="127"/>
                      <a:pt x="0" y="153"/>
                    </a:cubicBezTo>
                    <a:cubicBezTo>
                      <a:pt x="0" y="383"/>
                      <a:pt x="7" y="610"/>
                      <a:pt x="13" y="840"/>
                    </a:cubicBezTo>
                    <a:cubicBezTo>
                      <a:pt x="13" y="880"/>
                      <a:pt x="41" y="899"/>
                      <a:pt x="70" y="899"/>
                    </a:cubicBezTo>
                    <a:cubicBezTo>
                      <a:pt x="95" y="899"/>
                      <a:pt x="121" y="885"/>
                      <a:pt x="130" y="856"/>
                    </a:cubicBezTo>
                    <a:cubicBezTo>
                      <a:pt x="162" y="772"/>
                      <a:pt x="159" y="685"/>
                      <a:pt x="149" y="597"/>
                    </a:cubicBezTo>
                    <a:cubicBezTo>
                      <a:pt x="298" y="561"/>
                      <a:pt x="467" y="493"/>
                      <a:pt x="515" y="331"/>
                    </a:cubicBezTo>
                    <a:cubicBezTo>
                      <a:pt x="548" y="218"/>
                      <a:pt x="509" y="79"/>
                      <a:pt x="402" y="24"/>
                    </a:cubicBezTo>
                    <a:cubicBezTo>
                      <a:pt x="371" y="7"/>
                      <a:pt x="338" y="0"/>
                      <a:pt x="3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31"/>
              <p:cNvSpPr/>
              <p:nvPr/>
            </p:nvSpPr>
            <p:spPr>
              <a:xfrm>
                <a:off x="8251123" y="2904582"/>
                <a:ext cx="60022" cy="13265"/>
              </a:xfrm>
              <a:custGeom>
                <a:rect b="b" l="l" r="r" t="t"/>
                <a:pathLst>
                  <a:path extrusionOk="0" h="202" w="914">
                    <a:moveTo>
                      <a:pt x="52" y="0"/>
                    </a:moveTo>
                    <a:cubicBezTo>
                      <a:pt x="7" y="0"/>
                      <a:pt x="0" y="72"/>
                      <a:pt x="39" y="78"/>
                    </a:cubicBezTo>
                    <a:cubicBezTo>
                      <a:pt x="295" y="143"/>
                      <a:pt x="574" y="162"/>
                      <a:pt x="833" y="201"/>
                    </a:cubicBezTo>
                    <a:cubicBezTo>
                      <a:pt x="836" y="202"/>
                      <a:pt x="839" y="202"/>
                      <a:pt x="842" y="202"/>
                    </a:cubicBezTo>
                    <a:cubicBezTo>
                      <a:pt x="914" y="202"/>
                      <a:pt x="911" y="87"/>
                      <a:pt x="839" y="78"/>
                    </a:cubicBezTo>
                    <a:cubicBezTo>
                      <a:pt x="577" y="49"/>
                      <a:pt x="311"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31"/>
              <p:cNvSpPr/>
              <p:nvPr/>
            </p:nvSpPr>
            <p:spPr>
              <a:xfrm>
                <a:off x="8254472" y="2839702"/>
                <a:ext cx="49909" cy="56542"/>
              </a:xfrm>
              <a:custGeom>
                <a:rect b="b" l="l" r="r" t="t"/>
                <a:pathLst>
                  <a:path extrusionOk="0" h="861" w="760">
                    <a:moveTo>
                      <a:pt x="691" y="0"/>
                    </a:moveTo>
                    <a:cubicBezTo>
                      <a:pt x="674" y="0"/>
                      <a:pt x="657" y="9"/>
                      <a:pt x="646" y="29"/>
                    </a:cubicBezTo>
                    <a:cubicBezTo>
                      <a:pt x="545" y="233"/>
                      <a:pt x="474" y="454"/>
                      <a:pt x="390" y="671"/>
                    </a:cubicBezTo>
                    <a:cubicBezTo>
                      <a:pt x="277" y="483"/>
                      <a:pt x="176" y="289"/>
                      <a:pt x="79" y="94"/>
                    </a:cubicBezTo>
                    <a:cubicBezTo>
                      <a:pt x="72" y="82"/>
                      <a:pt x="60" y="77"/>
                      <a:pt x="48" y="77"/>
                    </a:cubicBezTo>
                    <a:cubicBezTo>
                      <a:pt x="24" y="77"/>
                      <a:pt x="0" y="96"/>
                      <a:pt x="11" y="123"/>
                    </a:cubicBezTo>
                    <a:cubicBezTo>
                      <a:pt x="102" y="370"/>
                      <a:pt x="228" y="600"/>
                      <a:pt x="354" y="833"/>
                    </a:cubicBezTo>
                    <a:cubicBezTo>
                      <a:pt x="364" y="851"/>
                      <a:pt x="386" y="861"/>
                      <a:pt x="408" y="861"/>
                    </a:cubicBezTo>
                    <a:cubicBezTo>
                      <a:pt x="428" y="861"/>
                      <a:pt x="449" y="852"/>
                      <a:pt x="458" y="833"/>
                    </a:cubicBezTo>
                    <a:cubicBezTo>
                      <a:pt x="568" y="596"/>
                      <a:pt x="704" y="331"/>
                      <a:pt x="753" y="75"/>
                    </a:cubicBezTo>
                    <a:cubicBezTo>
                      <a:pt x="759" y="34"/>
                      <a:pt x="724" y="0"/>
                      <a:pt x="6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31"/>
              <p:cNvSpPr/>
              <p:nvPr/>
            </p:nvSpPr>
            <p:spPr>
              <a:xfrm>
                <a:off x="8305364" y="2821184"/>
                <a:ext cx="33032" cy="40781"/>
              </a:xfrm>
              <a:custGeom>
                <a:rect b="b" l="l" r="r" t="t"/>
                <a:pathLst>
                  <a:path extrusionOk="0" h="621" w="503">
                    <a:moveTo>
                      <a:pt x="185" y="1"/>
                    </a:moveTo>
                    <a:cubicBezTo>
                      <a:pt x="131" y="1"/>
                      <a:pt x="80" y="27"/>
                      <a:pt x="65" y="88"/>
                    </a:cubicBezTo>
                    <a:cubicBezTo>
                      <a:pt x="57" y="121"/>
                      <a:pt x="88" y="149"/>
                      <a:pt x="116" y="149"/>
                    </a:cubicBezTo>
                    <a:cubicBezTo>
                      <a:pt x="129" y="149"/>
                      <a:pt x="142" y="142"/>
                      <a:pt x="150" y="127"/>
                    </a:cubicBezTo>
                    <a:cubicBezTo>
                      <a:pt x="157" y="109"/>
                      <a:pt x="171" y="101"/>
                      <a:pt x="185" y="101"/>
                    </a:cubicBezTo>
                    <a:cubicBezTo>
                      <a:pt x="207" y="101"/>
                      <a:pt x="230" y="120"/>
                      <a:pt x="234" y="149"/>
                    </a:cubicBezTo>
                    <a:cubicBezTo>
                      <a:pt x="237" y="195"/>
                      <a:pt x="201" y="240"/>
                      <a:pt x="172" y="266"/>
                    </a:cubicBezTo>
                    <a:cubicBezTo>
                      <a:pt x="124" y="315"/>
                      <a:pt x="69" y="357"/>
                      <a:pt x="23" y="409"/>
                    </a:cubicBezTo>
                    <a:cubicBezTo>
                      <a:pt x="0" y="438"/>
                      <a:pt x="0" y="483"/>
                      <a:pt x="36" y="506"/>
                    </a:cubicBezTo>
                    <a:cubicBezTo>
                      <a:pt x="141" y="566"/>
                      <a:pt x="263" y="620"/>
                      <a:pt x="386" y="620"/>
                    </a:cubicBezTo>
                    <a:cubicBezTo>
                      <a:pt x="396" y="620"/>
                      <a:pt x="405" y="620"/>
                      <a:pt x="415" y="619"/>
                    </a:cubicBezTo>
                    <a:cubicBezTo>
                      <a:pt x="483" y="616"/>
                      <a:pt x="503" y="515"/>
                      <a:pt x="435" y="499"/>
                    </a:cubicBezTo>
                    <a:cubicBezTo>
                      <a:pt x="341" y="483"/>
                      <a:pt x="256" y="467"/>
                      <a:pt x="169" y="434"/>
                    </a:cubicBezTo>
                    <a:cubicBezTo>
                      <a:pt x="273" y="337"/>
                      <a:pt x="409" y="217"/>
                      <a:pt x="324" y="72"/>
                    </a:cubicBezTo>
                    <a:cubicBezTo>
                      <a:pt x="296" y="27"/>
                      <a:pt x="239" y="1"/>
                      <a:pt x="1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31"/>
              <p:cNvSpPr/>
              <p:nvPr/>
            </p:nvSpPr>
            <p:spPr>
              <a:xfrm>
                <a:off x="8256836" y="2927171"/>
                <a:ext cx="58840" cy="52602"/>
              </a:xfrm>
              <a:custGeom>
                <a:rect b="b" l="l" r="r" t="t"/>
                <a:pathLst>
                  <a:path extrusionOk="0" h="801" w="896">
                    <a:moveTo>
                      <a:pt x="237" y="1"/>
                    </a:moveTo>
                    <a:cubicBezTo>
                      <a:pt x="160" y="1"/>
                      <a:pt x="86" y="45"/>
                      <a:pt x="66" y="139"/>
                    </a:cubicBezTo>
                    <a:cubicBezTo>
                      <a:pt x="62" y="166"/>
                      <a:pt x="84" y="184"/>
                      <a:pt x="105" y="184"/>
                    </a:cubicBezTo>
                    <a:cubicBezTo>
                      <a:pt x="120" y="184"/>
                      <a:pt x="134" y="176"/>
                      <a:pt x="140" y="158"/>
                    </a:cubicBezTo>
                    <a:cubicBezTo>
                      <a:pt x="156" y="105"/>
                      <a:pt x="183" y="85"/>
                      <a:pt x="212" y="85"/>
                    </a:cubicBezTo>
                    <a:cubicBezTo>
                      <a:pt x="276" y="85"/>
                      <a:pt x="350" y="181"/>
                      <a:pt x="348" y="236"/>
                    </a:cubicBezTo>
                    <a:cubicBezTo>
                      <a:pt x="348" y="304"/>
                      <a:pt x="302" y="369"/>
                      <a:pt x="260" y="418"/>
                    </a:cubicBezTo>
                    <a:cubicBezTo>
                      <a:pt x="195" y="495"/>
                      <a:pt x="114" y="557"/>
                      <a:pt x="46" y="625"/>
                    </a:cubicBezTo>
                    <a:cubicBezTo>
                      <a:pt x="1" y="670"/>
                      <a:pt x="40" y="732"/>
                      <a:pt x="92" y="735"/>
                    </a:cubicBezTo>
                    <a:cubicBezTo>
                      <a:pt x="270" y="758"/>
                      <a:pt x="448" y="790"/>
                      <a:pt x="629" y="800"/>
                    </a:cubicBezTo>
                    <a:cubicBezTo>
                      <a:pt x="638" y="800"/>
                      <a:pt x="646" y="800"/>
                      <a:pt x="654" y="800"/>
                    </a:cubicBezTo>
                    <a:cubicBezTo>
                      <a:pt x="743" y="800"/>
                      <a:pt x="828" y="782"/>
                      <a:pt x="869" y="693"/>
                    </a:cubicBezTo>
                    <a:cubicBezTo>
                      <a:pt x="896" y="646"/>
                      <a:pt x="856" y="601"/>
                      <a:pt x="813" y="601"/>
                    </a:cubicBezTo>
                    <a:cubicBezTo>
                      <a:pt x="793" y="601"/>
                      <a:pt x="773" y="611"/>
                      <a:pt x="759" y="635"/>
                    </a:cubicBezTo>
                    <a:cubicBezTo>
                      <a:pt x="740" y="666"/>
                      <a:pt x="697" y="676"/>
                      <a:pt x="647" y="676"/>
                    </a:cubicBezTo>
                    <a:cubicBezTo>
                      <a:pt x="568" y="676"/>
                      <a:pt x="472" y="650"/>
                      <a:pt x="432" y="644"/>
                    </a:cubicBezTo>
                    <a:cubicBezTo>
                      <a:pt x="364" y="638"/>
                      <a:pt x="299" y="628"/>
                      <a:pt x="228" y="622"/>
                    </a:cubicBezTo>
                    <a:cubicBezTo>
                      <a:pt x="370" y="476"/>
                      <a:pt x="542" y="304"/>
                      <a:pt x="419" y="103"/>
                    </a:cubicBezTo>
                    <a:cubicBezTo>
                      <a:pt x="379" y="36"/>
                      <a:pt x="307" y="1"/>
                      <a:pt x="2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31"/>
              <p:cNvSpPr/>
              <p:nvPr/>
            </p:nvSpPr>
            <p:spPr>
              <a:xfrm>
                <a:off x="8313048" y="2875951"/>
                <a:ext cx="53258" cy="67968"/>
              </a:xfrm>
              <a:custGeom>
                <a:rect b="b" l="l" r="r" t="t"/>
                <a:pathLst>
                  <a:path extrusionOk="0" h="1035" w="811">
                    <a:moveTo>
                      <a:pt x="481" y="1"/>
                    </a:moveTo>
                    <a:cubicBezTo>
                      <a:pt x="364" y="1"/>
                      <a:pt x="250" y="33"/>
                      <a:pt x="156" y="106"/>
                    </a:cubicBezTo>
                    <a:cubicBezTo>
                      <a:pt x="78" y="161"/>
                      <a:pt x="0" y="252"/>
                      <a:pt x="65" y="349"/>
                    </a:cubicBezTo>
                    <a:cubicBezTo>
                      <a:pt x="149" y="478"/>
                      <a:pt x="369" y="440"/>
                      <a:pt x="496" y="485"/>
                    </a:cubicBezTo>
                    <a:cubicBezTo>
                      <a:pt x="593" y="524"/>
                      <a:pt x="645" y="566"/>
                      <a:pt x="635" y="676"/>
                    </a:cubicBezTo>
                    <a:cubicBezTo>
                      <a:pt x="629" y="776"/>
                      <a:pt x="577" y="838"/>
                      <a:pt x="473" y="864"/>
                    </a:cubicBezTo>
                    <a:cubicBezTo>
                      <a:pt x="376" y="887"/>
                      <a:pt x="305" y="864"/>
                      <a:pt x="214" y="912"/>
                    </a:cubicBezTo>
                    <a:cubicBezTo>
                      <a:pt x="153" y="946"/>
                      <a:pt x="191" y="1035"/>
                      <a:pt x="250" y="1035"/>
                    </a:cubicBezTo>
                    <a:cubicBezTo>
                      <a:pt x="260" y="1035"/>
                      <a:pt x="271" y="1032"/>
                      <a:pt x="282" y="1026"/>
                    </a:cubicBezTo>
                    <a:cubicBezTo>
                      <a:pt x="360" y="981"/>
                      <a:pt x="473" y="1003"/>
                      <a:pt x="557" y="971"/>
                    </a:cubicBezTo>
                    <a:cubicBezTo>
                      <a:pt x="616" y="951"/>
                      <a:pt x="667" y="916"/>
                      <a:pt x="710" y="870"/>
                    </a:cubicBezTo>
                    <a:cubicBezTo>
                      <a:pt x="778" y="789"/>
                      <a:pt x="810" y="679"/>
                      <a:pt x="771" y="576"/>
                    </a:cubicBezTo>
                    <a:cubicBezTo>
                      <a:pt x="726" y="459"/>
                      <a:pt x="612" y="388"/>
                      <a:pt x="499" y="355"/>
                    </a:cubicBezTo>
                    <a:cubicBezTo>
                      <a:pt x="454" y="346"/>
                      <a:pt x="405" y="336"/>
                      <a:pt x="356" y="333"/>
                    </a:cubicBezTo>
                    <a:cubicBezTo>
                      <a:pt x="269" y="320"/>
                      <a:pt x="240" y="349"/>
                      <a:pt x="246" y="239"/>
                    </a:cubicBezTo>
                    <a:cubicBezTo>
                      <a:pt x="253" y="141"/>
                      <a:pt x="295" y="125"/>
                      <a:pt x="389" y="96"/>
                    </a:cubicBezTo>
                    <a:cubicBezTo>
                      <a:pt x="437" y="82"/>
                      <a:pt x="487" y="78"/>
                      <a:pt x="536" y="78"/>
                    </a:cubicBezTo>
                    <a:cubicBezTo>
                      <a:pt x="556" y="78"/>
                      <a:pt x="576" y="79"/>
                      <a:pt x="596" y="80"/>
                    </a:cubicBezTo>
                    <a:cubicBezTo>
                      <a:pt x="597" y="80"/>
                      <a:pt x="598" y="80"/>
                      <a:pt x="599" y="80"/>
                    </a:cubicBezTo>
                    <a:cubicBezTo>
                      <a:pt x="636" y="80"/>
                      <a:pt x="644" y="15"/>
                      <a:pt x="603" y="12"/>
                    </a:cubicBezTo>
                    <a:cubicBezTo>
                      <a:pt x="562" y="4"/>
                      <a:pt x="521"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0" name="Google Shape;3440;p31"/>
            <p:cNvGrpSpPr/>
            <p:nvPr/>
          </p:nvGrpSpPr>
          <p:grpSpPr>
            <a:xfrm rot="1467364">
              <a:off x="-232168" y="2718099"/>
              <a:ext cx="556413" cy="321847"/>
              <a:chOff x="7058527" y="2000471"/>
              <a:chExt cx="295968" cy="171198"/>
            </a:xfrm>
          </p:grpSpPr>
          <p:sp>
            <p:nvSpPr>
              <p:cNvPr id="3441" name="Google Shape;3441;p31"/>
              <p:cNvSpPr/>
              <p:nvPr/>
            </p:nvSpPr>
            <p:spPr>
              <a:xfrm>
                <a:off x="7058527" y="2045453"/>
                <a:ext cx="52733" cy="57461"/>
              </a:xfrm>
              <a:custGeom>
                <a:rect b="b" l="l" r="r" t="t"/>
                <a:pathLst>
                  <a:path extrusionOk="0" h="875" w="803">
                    <a:moveTo>
                      <a:pt x="123" y="1"/>
                    </a:moveTo>
                    <a:cubicBezTo>
                      <a:pt x="83" y="1"/>
                      <a:pt x="46" y="8"/>
                      <a:pt x="17" y="31"/>
                    </a:cubicBezTo>
                    <a:cubicBezTo>
                      <a:pt x="4" y="44"/>
                      <a:pt x="0" y="70"/>
                      <a:pt x="7" y="86"/>
                    </a:cubicBezTo>
                    <a:cubicBezTo>
                      <a:pt x="23" y="109"/>
                      <a:pt x="30" y="112"/>
                      <a:pt x="65" y="119"/>
                    </a:cubicBezTo>
                    <a:cubicBezTo>
                      <a:pt x="75" y="119"/>
                      <a:pt x="88" y="109"/>
                      <a:pt x="91" y="102"/>
                    </a:cubicBezTo>
                    <a:lnTo>
                      <a:pt x="101" y="93"/>
                    </a:lnTo>
                    <a:lnTo>
                      <a:pt x="101" y="89"/>
                    </a:lnTo>
                    <a:cubicBezTo>
                      <a:pt x="153" y="106"/>
                      <a:pt x="227" y="119"/>
                      <a:pt x="237" y="119"/>
                    </a:cubicBezTo>
                    <a:cubicBezTo>
                      <a:pt x="298" y="125"/>
                      <a:pt x="360" y="135"/>
                      <a:pt x="421" y="144"/>
                    </a:cubicBezTo>
                    <a:lnTo>
                      <a:pt x="425" y="144"/>
                    </a:lnTo>
                    <a:cubicBezTo>
                      <a:pt x="389" y="378"/>
                      <a:pt x="344" y="605"/>
                      <a:pt x="308" y="835"/>
                    </a:cubicBezTo>
                    <a:cubicBezTo>
                      <a:pt x="302" y="858"/>
                      <a:pt x="321" y="874"/>
                      <a:pt x="339" y="874"/>
                    </a:cubicBezTo>
                    <a:cubicBezTo>
                      <a:pt x="351" y="874"/>
                      <a:pt x="363" y="867"/>
                      <a:pt x="366" y="851"/>
                    </a:cubicBezTo>
                    <a:cubicBezTo>
                      <a:pt x="444" y="630"/>
                      <a:pt x="496" y="387"/>
                      <a:pt x="528" y="164"/>
                    </a:cubicBezTo>
                    <a:cubicBezTo>
                      <a:pt x="593" y="170"/>
                      <a:pt x="658" y="183"/>
                      <a:pt x="723" y="187"/>
                    </a:cubicBezTo>
                    <a:cubicBezTo>
                      <a:pt x="724" y="187"/>
                      <a:pt x="725" y="187"/>
                      <a:pt x="726" y="187"/>
                    </a:cubicBezTo>
                    <a:cubicBezTo>
                      <a:pt x="788" y="187"/>
                      <a:pt x="803" y="86"/>
                      <a:pt x="745" y="73"/>
                    </a:cubicBezTo>
                    <a:cubicBezTo>
                      <a:pt x="600" y="51"/>
                      <a:pt x="454" y="41"/>
                      <a:pt x="308" y="25"/>
                    </a:cubicBezTo>
                    <a:cubicBezTo>
                      <a:pt x="253" y="19"/>
                      <a:pt x="185" y="1"/>
                      <a:pt x="1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31"/>
              <p:cNvSpPr/>
              <p:nvPr/>
            </p:nvSpPr>
            <p:spPr>
              <a:xfrm>
                <a:off x="7101671" y="2074019"/>
                <a:ext cx="26399" cy="6304"/>
              </a:xfrm>
              <a:custGeom>
                <a:rect b="b" l="l" r="r" t="t"/>
                <a:pathLst>
                  <a:path extrusionOk="0" h="96" w="402">
                    <a:moveTo>
                      <a:pt x="344" y="1"/>
                    </a:moveTo>
                    <a:cubicBezTo>
                      <a:pt x="343" y="1"/>
                      <a:pt x="342" y="1"/>
                      <a:pt x="341" y="1"/>
                    </a:cubicBezTo>
                    <a:cubicBezTo>
                      <a:pt x="244" y="11"/>
                      <a:pt x="147" y="11"/>
                      <a:pt x="50" y="11"/>
                    </a:cubicBezTo>
                    <a:cubicBezTo>
                      <a:pt x="1" y="11"/>
                      <a:pt x="1" y="89"/>
                      <a:pt x="50" y="89"/>
                    </a:cubicBezTo>
                    <a:cubicBezTo>
                      <a:pt x="147" y="89"/>
                      <a:pt x="244" y="92"/>
                      <a:pt x="341" y="95"/>
                    </a:cubicBezTo>
                    <a:cubicBezTo>
                      <a:pt x="343" y="95"/>
                      <a:pt x="345" y="95"/>
                      <a:pt x="347" y="95"/>
                    </a:cubicBezTo>
                    <a:cubicBezTo>
                      <a:pt x="402" y="95"/>
                      <a:pt x="401" y="1"/>
                      <a:pt x="3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31"/>
              <p:cNvSpPr/>
              <p:nvPr/>
            </p:nvSpPr>
            <p:spPr>
              <a:xfrm>
                <a:off x="7105939" y="2062593"/>
                <a:ext cx="30734" cy="5976"/>
              </a:xfrm>
              <a:custGeom>
                <a:rect b="b" l="l" r="r" t="t"/>
                <a:pathLst>
                  <a:path extrusionOk="0" h="91" w="468">
                    <a:moveTo>
                      <a:pt x="49" y="0"/>
                    </a:moveTo>
                    <a:cubicBezTo>
                      <a:pt x="1" y="0"/>
                      <a:pt x="7" y="68"/>
                      <a:pt x="49" y="71"/>
                    </a:cubicBezTo>
                    <a:cubicBezTo>
                      <a:pt x="169" y="81"/>
                      <a:pt x="289" y="88"/>
                      <a:pt x="412" y="91"/>
                    </a:cubicBezTo>
                    <a:cubicBezTo>
                      <a:pt x="467" y="91"/>
                      <a:pt x="467" y="3"/>
                      <a:pt x="412" y="3"/>
                    </a:cubicBezTo>
                    <a:cubicBezTo>
                      <a:pt x="292" y="0"/>
                      <a:pt x="172" y="0"/>
                      <a:pt x="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31"/>
              <p:cNvSpPr/>
              <p:nvPr/>
            </p:nvSpPr>
            <p:spPr>
              <a:xfrm>
                <a:off x="7135161" y="2047949"/>
                <a:ext cx="52142" cy="55557"/>
              </a:xfrm>
              <a:custGeom>
                <a:rect b="b" l="l" r="r" t="t"/>
                <a:pathLst>
                  <a:path extrusionOk="0" h="846" w="794">
                    <a:moveTo>
                      <a:pt x="208" y="1"/>
                    </a:moveTo>
                    <a:cubicBezTo>
                      <a:pt x="142" y="1"/>
                      <a:pt x="77" y="26"/>
                      <a:pt x="26" y="84"/>
                    </a:cubicBezTo>
                    <a:cubicBezTo>
                      <a:pt x="1" y="111"/>
                      <a:pt x="24" y="146"/>
                      <a:pt x="53" y="146"/>
                    </a:cubicBezTo>
                    <a:cubicBezTo>
                      <a:pt x="62" y="146"/>
                      <a:pt x="72" y="143"/>
                      <a:pt x="81" y="136"/>
                    </a:cubicBezTo>
                    <a:cubicBezTo>
                      <a:pt x="123" y="100"/>
                      <a:pt x="165" y="85"/>
                      <a:pt x="203" y="85"/>
                    </a:cubicBezTo>
                    <a:cubicBezTo>
                      <a:pt x="331" y="85"/>
                      <a:pt x="426" y="249"/>
                      <a:pt x="388" y="388"/>
                    </a:cubicBezTo>
                    <a:cubicBezTo>
                      <a:pt x="346" y="534"/>
                      <a:pt x="213" y="628"/>
                      <a:pt x="81" y="686"/>
                    </a:cubicBezTo>
                    <a:cubicBezTo>
                      <a:pt x="32" y="709"/>
                      <a:pt x="42" y="793"/>
                      <a:pt x="97" y="800"/>
                    </a:cubicBezTo>
                    <a:cubicBezTo>
                      <a:pt x="231" y="826"/>
                      <a:pt x="373" y="846"/>
                      <a:pt x="513" y="846"/>
                    </a:cubicBezTo>
                    <a:cubicBezTo>
                      <a:pt x="583" y="846"/>
                      <a:pt x="652" y="841"/>
                      <a:pt x="719" y="829"/>
                    </a:cubicBezTo>
                    <a:cubicBezTo>
                      <a:pt x="793" y="816"/>
                      <a:pt x="771" y="716"/>
                      <a:pt x="706" y="716"/>
                    </a:cubicBezTo>
                    <a:cubicBezTo>
                      <a:pt x="560" y="712"/>
                      <a:pt x="424" y="716"/>
                      <a:pt x="281" y="703"/>
                    </a:cubicBezTo>
                    <a:cubicBezTo>
                      <a:pt x="437" y="583"/>
                      <a:pt x="554" y="408"/>
                      <a:pt x="486" y="200"/>
                    </a:cubicBezTo>
                    <a:cubicBezTo>
                      <a:pt x="446" y="82"/>
                      <a:pt x="326" y="1"/>
                      <a:pt x="2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31"/>
              <p:cNvSpPr/>
              <p:nvPr/>
            </p:nvSpPr>
            <p:spPr>
              <a:xfrm>
                <a:off x="7197414" y="2048737"/>
                <a:ext cx="53258" cy="54703"/>
              </a:xfrm>
              <a:custGeom>
                <a:rect b="b" l="l" r="r" t="t"/>
                <a:pathLst>
                  <a:path extrusionOk="0" h="833" w="811">
                    <a:moveTo>
                      <a:pt x="171" y="1"/>
                    </a:moveTo>
                    <a:cubicBezTo>
                      <a:pt x="112" y="1"/>
                      <a:pt x="56" y="26"/>
                      <a:pt x="17" y="78"/>
                    </a:cubicBezTo>
                    <a:cubicBezTo>
                      <a:pt x="0" y="107"/>
                      <a:pt x="24" y="134"/>
                      <a:pt x="51" y="134"/>
                    </a:cubicBezTo>
                    <a:cubicBezTo>
                      <a:pt x="61" y="134"/>
                      <a:pt x="70" y="131"/>
                      <a:pt x="79" y="124"/>
                    </a:cubicBezTo>
                    <a:cubicBezTo>
                      <a:pt x="107" y="100"/>
                      <a:pt x="134" y="90"/>
                      <a:pt x="161" y="90"/>
                    </a:cubicBezTo>
                    <a:cubicBezTo>
                      <a:pt x="191" y="90"/>
                      <a:pt x="220" y="102"/>
                      <a:pt x="250" y="120"/>
                    </a:cubicBezTo>
                    <a:cubicBezTo>
                      <a:pt x="205" y="286"/>
                      <a:pt x="179" y="483"/>
                      <a:pt x="179" y="658"/>
                    </a:cubicBezTo>
                    <a:cubicBezTo>
                      <a:pt x="179" y="691"/>
                      <a:pt x="202" y="707"/>
                      <a:pt x="227" y="707"/>
                    </a:cubicBezTo>
                    <a:cubicBezTo>
                      <a:pt x="252" y="707"/>
                      <a:pt x="278" y="691"/>
                      <a:pt x="283" y="658"/>
                    </a:cubicBezTo>
                    <a:cubicBezTo>
                      <a:pt x="292" y="496"/>
                      <a:pt x="305" y="331"/>
                      <a:pt x="309" y="169"/>
                    </a:cubicBezTo>
                    <a:cubicBezTo>
                      <a:pt x="380" y="231"/>
                      <a:pt x="445" y="312"/>
                      <a:pt x="500" y="344"/>
                    </a:cubicBezTo>
                    <a:cubicBezTo>
                      <a:pt x="500" y="393"/>
                      <a:pt x="503" y="435"/>
                      <a:pt x="500" y="483"/>
                    </a:cubicBezTo>
                    <a:cubicBezTo>
                      <a:pt x="496" y="532"/>
                      <a:pt x="493" y="577"/>
                      <a:pt x="487" y="626"/>
                    </a:cubicBezTo>
                    <a:cubicBezTo>
                      <a:pt x="483" y="642"/>
                      <a:pt x="483" y="691"/>
                      <a:pt x="477" y="716"/>
                    </a:cubicBezTo>
                    <a:cubicBezTo>
                      <a:pt x="464" y="720"/>
                      <a:pt x="454" y="726"/>
                      <a:pt x="448" y="736"/>
                    </a:cubicBezTo>
                    <a:cubicBezTo>
                      <a:pt x="448" y="739"/>
                      <a:pt x="445" y="739"/>
                      <a:pt x="445" y="742"/>
                    </a:cubicBezTo>
                    <a:cubicBezTo>
                      <a:pt x="435" y="762"/>
                      <a:pt x="435" y="781"/>
                      <a:pt x="445" y="797"/>
                    </a:cubicBezTo>
                    <a:cubicBezTo>
                      <a:pt x="445" y="801"/>
                      <a:pt x="448" y="801"/>
                      <a:pt x="448" y="804"/>
                    </a:cubicBezTo>
                    <a:cubicBezTo>
                      <a:pt x="459" y="821"/>
                      <a:pt x="477" y="833"/>
                      <a:pt x="496" y="833"/>
                    </a:cubicBezTo>
                    <a:cubicBezTo>
                      <a:pt x="506" y="833"/>
                      <a:pt x="516" y="830"/>
                      <a:pt x="526" y="823"/>
                    </a:cubicBezTo>
                    <a:cubicBezTo>
                      <a:pt x="594" y="785"/>
                      <a:pt x="584" y="671"/>
                      <a:pt x="594" y="600"/>
                    </a:cubicBezTo>
                    <a:cubicBezTo>
                      <a:pt x="597" y="522"/>
                      <a:pt x="597" y="444"/>
                      <a:pt x="590" y="367"/>
                    </a:cubicBezTo>
                    <a:lnTo>
                      <a:pt x="590" y="367"/>
                    </a:lnTo>
                    <a:cubicBezTo>
                      <a:pt x="600" y="368"/>
                      <a:pt x="610" y="369"/>
                      <a:pt x="620" y="369"/>
                    </a:cubicBezTo>
                    <a:cubicBezTo>
                      <a:pt x="685" y="369"/>
                      <a:pt x="749" y="341"/>
                      <a:pt x="788" y="279"/>
                    </a:cubicBezTo>
                    <a:cubicBezTo>
                      <a:pt x="811" y="236"/>
                      <a:pt x="770" y="198"/>
                      <a:pt x="731" y="198"/>
                    </a:cubicBezTo>
                    <a:cubicBezTo>
                      <a:pt x="714" y="198"/>
                      <a:pt x="698" y="204"/>
                      <a:pt x="688" y="221"/>
                    </a:cubicBezTo>
                    <a:cubicBezTo>
                      <a:pt x="667" y="252"/>
                      <a:pt x="641" y="266"/>
                      <a:pt x="613" y="266"/>
                    </a:cubicBezTo>
                    <a:cubicBezTo>
                      <a:pt x="597" y="266"/>
                      <a:pt x="581" y="261"/>
                      <a:pt x="564" y="253"/>
                    </a:cubicBezTo>
                    <a:cubicBezTo>
                      <a:pt x="564" y="250"/>
                      <a:pt x="564" y="247"/>
                      <a:pt x="561" y="247"/>
                    </a:cubicBezTo>
                    <a:cubicBezTo>
                      <a:pt x="559" y="228"/>
                      <a:pt x="543" y="221"/>
                      <a:pt x="528" y="221"/>
                    </a:cubicBezTo>
                    <a:cubicBezTo>
                      <a:pt x="523" y="221"/>
                      <a:pt x="517" y="222"/>
                      <a:pt x="513" y="224"/>
                    </a:cubicBezTo>
                    <a:cubicBezTo>
                      <a:pt x="422" y="166"/>
                      <a:pt x="331" y="52"/>
                      <a:pt x="276" y="26"/>
                    </a:cubicBezTo>
                    <a:cubicBezTo>
                      <a:pt x="242" y="10"/>
                      <a:pt x="206" y="1"/>
                      <a:pt x="1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31"/>
              <p:cNvSpPr/>
              <p:nvPr/>
            </p:nvSpPr>
            <p:spPr>
              <a:xfrm>
                <a:off x="7259668" y="2000471"/>
                <a:ext cx="94827" cy="137316"/>
              </a:xfrm>
              <a:custGeom>
                <a:rect b="b" l="l" r="r" t="t"/>
                <a:pathLst>
                  <a:path extrusionOk="0" h="2091" w="1444">
                    <a:moveTo>
                      <a:pt x="803" y="0"/>
                    </a:moveTo>
                    <a:cubicBezTo>
                      <a:pt x="666" y="0"/>
                      <a:pt x="526" y="13"/>
                      <a:pt x="408" y="13"/>
                    </a:cubicBezTo>
                    <a:cubicBezTo>
                      <a:pt x="401" y="13"/>
                      <a:pt x="394" y="13"/>
                      <a:pt x="387" y="13"/>
                    </a:cubicBezTo>
                    <a:cubicBezTo>
                      <a:pt x="349" y="13"/>
                      <a:pt x="323" y="46"/>
                      <a:pt x="323" y="78"/>
                    </a:cubicBezTo>
                    <a:cubicBezTo>
                      <a:pt x="326" y="395"/>
                      <a:pt x="410" y="703"/>
                      <a:pt x="410" y="1021"/>
                    </a:cubicBezTo>
                    <a:cubicBezTo>
                      <a:pt x="410" y="1302"/>
                      <a:pt x="371" y="1578"/>
                      <a:pt x="294" y="1843"/>
                    </a:cubicBezTo>
                    <a:cubicBezTo>
                      <a:pt x="183" y="1562"/>
                      <a:pt x="122" y="1273"/>
                      <a:pt x="89" y="969"/>
                    </a:cubicBezTo>
                    <a:cubicBezTo>
                      <a:pt x="88" y="941"/>
                      <a:pt x="65" y="927"/>
                      <a:pt x="43" y="927"/>
                    </a:cubicBezTo>
                    <a:cubicBezTo>
                      <a:pt x="21" y="927"/>
                      <a:pt x="0" y="941"/>
                      <a:pt x="2" y="969"/>
                    </a:cubicBezTo>
                    <a:cubicBezTo>
                      <a:pt x="25" y="1341"/>
                      <a:pt x="112" y="1694"/>
                      <a:pt x="245" y="2048"/>
                    </a:cubicBezTo>
                    <a:cubicBezTo>
                      <a:pt x="255" y="2076"/>
                      <a:pt x="280" y="2090"/>
                      <a:pt x="305" y="2090"/>
                    </a:cubicBezTo>
                    <a:cubicBezTo>
                      <a:pt x="329" y="2090"/>
                      <a:pt x="354" y="2076"/>
                      <a:pt x="365" y="2048"/>
                    </a:cubicBezTo>
                    <a:cubicBezTo>
                      <a:pt x="459" y="1782"/>
                      <a:pt x="517" y="1513"/>
                      <a:pt x="537" y="1238"/>
                    </a:cubicBezTo>
                    <a:cubicBezTo>
                      <a:pt x="815" y="1247"/>
                      <a:pt x="1094" y="1254"/>
                      <a:pt x="1376" y="1254"/>
                    </a:cubicBezTo>
                    <a:cubicBezTo>
                      <a:pt x="1444" y="1247"/>
                      <a:pt x="1444" y="1134"/>
                      <a:pt x="1369" y="1134"/>
                    </a:cubicBezTo>
                    <a:cubicBezTo>
                      <a:pt x="1094" y="1134"/>
                      <a:pt x="815" y="1140"/>
                      <a:pt x="537" y="1150"/>
                    </a:cubicBezTo>
                    <a:cubicBezTo>
                      <a:pt x="540" y="1047"/>
                      <a:pt x="540" y="946"/>
                      <a:pt x="533" y="839"/>
                    </a:cubicBezTo>
                    <a:cubicBezTo>
                      <a:pt x="524" y="713"/>
                      <a:pt x="397" y="298"/>
                      <a:pt x="452" y="208"/>
                    </a:cubicBezTo>
                    <a:cubicBezTo>
                      <a:pt x="486" y="151"/>
                      <a:pt x="537" y="140"/>
                      <a:pt x="594" y="140"/>
                    </a:cubicBezTo>
                    <a:cubicBezTo>
                      <a:pt x="637" y="140"/>
                      <a:pt x="682" y="146"/>
                      <a:pt x="728" y="146"/>
                    </a:cubicBezTo>
                    <a:cubicBezTo>
                      <a:pt x="752" y="146"/>
                      <a:pt x="855" y="148"/>
                      <a:pt x="939" y="148"/>
                    </a:cubicBezTo>
                    <a:cubicBezTo>
                      <a:pt x="1002" y="148"/>
                      <a:pt x="1055" y="147"/>
                      <a:pt x="1055" y="143"/>
                    </a:cubicBezTo>
                    <a:cubicBezTo>
                      <a:pt x="1058" y="184"/>
                      <a:pt x="1091" y="205"/>
                      <a:pt x="1123" y="205"/>
                    </a:cubicBezTo>
                    <a:cubicBezTo>
                      <a:pt x="1154" y="205"/>
                      <a:pt x="1184" y="184"/>
                      <a:pt x="1184" y="143"/>
                    </a:cubicBezTo>
                    <a:lnTo>
                      <a:pt x="1184" y="110"/>
                    </a:lnTo>
                    <a:cubicBezTo>
                      <a:pt x="1184" y="91"/>
                      <a:pt x="1171" y="62"/>
                      <a:pt x="1152" y="55"/>
                    </a:cubicBezTo>
                    <a:cubicBezTo>
                      <a:pt x="1052" y="11"/>
                      <a:pt x="929" y="0"/>
                      <a:pt x="8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31"/>
              <p:cNvSpPr/>
              <p:nvPr/>
            </p:nvSpPr>
            <p:spPr>
              <a:xfrm>
                <a:off x="7299134" y="2024177"/>
                <a:ext cx="48333" cy="34739"/>
              </a:xfrm>
              <a:custGeom>
                <a:rect b="b" l="l" r="r" t="t"/>
                <a:pathLst>
                  <a:path extrusionOk="0" h="529" w="736">
                    <a:moveTo>
                      <a:pt x="332" y="107"/>
                    </a:moveTo>
                    <a:cubicBezTo>
                      <a:pt x="385" y="107"/>
                      <a:pt x="434" y="133"/>
                      <a:pt x="441" y="193"/>
                    </a:cubicBezTo>
                    <a:cubicBezTo>
                      <a:pt x="452" y="300"/>
                      <a:pt x="348" y="317"/>
                      <a:pt x="256" y="317"/>
                    </a:cubicBezTo>
                    <a:cubicBezTo>
                      <a:pt x="245" y="317"/>
                      <a:pt x="234" y="317"/>
                      <a:pt x="224" y="316"/>
                    </a:cubicBezTo>
                    <a:cubicBezTo>
                      <a:pt x="214" y="307"/>
                      <a:pt x="201" y="297"/>
                      <a:pt x="198" y="284"/>
                    </a:cubicBezTo>
                    <a:cubicBezTo>
                      <a:pt x="139" y="180"/>
                      <a:pt x="242" y="107"/>
                      <a:pt x="332" y="107"/>
                    </a:cubicBezTo>
                    <a:close/>
                    <a:moveTo>
                      <a:pt x="327" y="0"/>
                    </a:moveTo>
                    <a:cubicBezTo>
                      <a:pt x="259" y="0"/>
                      <a:pt x="191" y="21"/>
                      <a:pt x="146" y="60"/>
                    </a:cubicBezTo>
                    <a:cubicBezTo>
                      <a:pt x="0" y="196"/>
                      <a:pt x="85" y="381"/>
                      <a:pt x="240" y="456"/>
                    </a:cubicBezTo>
                    <a:cubicBezTo>
                      <a:pt x="312" y="491"/>
                      <a:pt x="422" y="529"/>
                      <a:pt x="522" y="529"/>
                    </a:cubicBezTo>
                    <a:cubicBezTo>
                      <a:pt x="603" y="529"/>
                      <a:pt x="677" y="504"/>
                      <a:pt x="716" y="433"/>
                    </a:cubicBezTo>
                    <a:cubicBezTo>
                      <a:pt x="736" y="394"/>
                      <a:pt x="700" y="353"/>
                      <a:pt x="664" y="353"/>
                    </a:cubicBezTo>
                    <a:cubicBezTo>
                      <a:pt x="652" y="353"/>
                      <a:pt x="639" y="358"/>
                      <a:pt x="629" y="368"/>
                    </a:cubicBezTo>
                    <a:cubicBezTo>
                      <a:pt x="598" y="399"/>
                      <a:pt x="548" y="413"/>
                      <a:pt x="493" y="413"/>
                    </a:cubicBezTo>
                    <a:cubicBezTo>
                      <a:pt x="451" y="413"/>
                      <a:pt x="405" y="405"/>
                      <a:pt x="363" y="391"/>
                    </a:cubicBezTo>
                    <a:cubicBezTo>
                      <a:pt x="473" y="375"/>
                      <a:pt x="567" y="316"/>
                      <a:pt x="564" y="183"/>
                    </a:cubicBezTo>
                    <a:cubicBezTo>
                      <a:pt x="560" y="59"/>
                      <a:pt x="443" y="0"/>
                      <a:pt x="3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31"/>
              <p:cNvSpPr/>
              <p:nvPr/>
            </p:nvSpPr>
            <p:spPr>
              <a:xfrm>
                <a:off x="7288299" y="2102978"/>
                <a:ext cx="56082" cy="68691"/>
              </a:xfrm>
              <a:custGeom>
                <a:rect b="b" l="l" r="r" t="t"/>
                <a:pathLst>
                  <a:path extrusionOk="0" h="1046" w="854">
                    <a:moveTo>
                      <a:pt x="456" y="89"/>
                    </a:moveTo>
                    <a:cubicBezTo>
                      <a:pt x="468" y="89"/>
                      <a:pt x="481" y="90"/>
                      <a:pt x="493" y="91"/>
                    </a:cubicBezTo>
                    <a:cubicBezTo>
                      <a:pt x="522" y="150"/>
                      <a:pt x="525" y="208"/>
                      <a:pt x="493" y="270"/>
                    </a:cubicBezTo>
                    <a:cubicBezTo>
                      <a:pt x="468" y="322"/>
                      <a:pt x="412" y="365"/>
                      <a:pt x="359" y="365"/>
                    </a:cubicBezTo>
                    <a:cubicBezTo>
                      <a:pt x="327" y="365"/>
                      <a:pt x="296" y="349"/>
                      <a:pt x="275" y="308"/>
                    </a:cubicBezTo>
                    <a:cubicBezTo>
                      <a:pt x="230" y="218"/>
                      <a:pt x="298" y="121"/>
                      <a:pt x="389" y="98"/>
                    </a:cubicBezTo>
                    <a:cubicBezTo>
                      <a:pt x="411" y="92"/>
                      <a:pt x="434" y="89"/>
                      <a:pt x="456" y="89"/>
                    </a:cubicBezTo>
                    <a:close/>
                    <a:moveTo>
                      <a:pt x="446" y="624"/>
                    </a:moveTo>
                    <a:cubicBezTo>
                      <a:pt x="501" y="766"/>
                      <a:pt x="501" y="930"/>
                      <a:pt x="334" y="930"/>
                    </a:cubicBezTo>
                    <a:cubicBezTo>
                      <a:pt x="237" y="930"/>
                      <a:pt x="146" y="820"/>
                      <a:pt x="175" y="726"/>
                    </a:cubicBezTo>
                    <a:cubicBezTo>
                      <a:pt x="192" y="672"/>
                      <a:pt x="234" y="650"/>
                      <a:pt x="279" y="650"/>
                    </a:cubicBezTo>
                    <a:cubicBezTo>
                      <a:pt x="309" y="650"/>
                      <a:pt x="342" y="661"/>
                      <a:pt x="369" y="678"/>
                    </a:cubicBezTo>
                    <a:cubicBezTo>
                      <a:pt x="378" y="683"/>
                      <a:pt x="386" y="686"/>
                      <a:pt x="395" y="686"/>
                    </a:cubicBezTo>
                    <a:cubicBezTo>
                      <a:pt x="424" y="686"/>
                      <a:pt x="451" y="654"/>
                      <a:pt x="446" y="624"/>
                    </a:cubicBezTo>
                    <a:close/>
                    <a:moveTo>
                      <a:pt x="416" y="0"/>
                    </a:moveTo>
                    <a:cubicBezTo>
                      <a:pt x="359" y="0"/>
                      <a:pt x="303" y="17"/>
                      <a:pt x="253" y="56"/>
                    </a:cubicBezTo>
                    <a:cubicBezTo>
                      <a:pt x="152" y="137"/>
                      <a:pt x="120" y="279"/>
                      <a:pt x="198" y="383"/>
                    </a:cubicBezTo>
                    <a:cubicBezTo>
                      <a:pt x="237" y="441"/>
                      <a:pt x="295" y="467"/>
                      <a:pt x="356" y="474"/>
                    </a:cubicBezTo>
                    <a:cubicBezTo>
                      <a:pt x="387" y="507"/>
                      <a:pt x="416" y="555"/>
                      <a:pt x="438" y="606"/>
                    </a:cubicBezTo>
                    <a:lnTo>
                      <a:pt x="438" y="606"/>
                    </a:lnTo>
                    <a:cubicBezTo>
                      <a:pt x="402" y="555"/>
                      <a:pt x="346" y="532"/>
                      <a:pt x="289" y="532"/>
                    </a:cubicBezTo>
                    <a:cubicBezTo>
                      <a:pt x="219" y="532"/>
                      <a:pt x="147" y="565"/>
                      <a:pt x="104" y="623"/>
                    </a:cubicBezTo>
                    <a:cubicBezTo>
                      <a:pt x="0" y="755"/>
                      <a:pt x="84" y="950"/>
                      <a:pt x="227" y="1018"/>
                    </a:cubicBezTo>
                    <a:cubicBezTo>
                      <a:pt x="264" y="1037"/>
                      <a:pt x="301" y="1045"/>
                      <a:pt x="337" y="1045"/>
                    </a:cubicBezTo>
                    <a:cubicBezTo>
                      <a:pt x="450" y="1045"/>
                      <a:pt x="550" y="960"/>
                      <a:pt x="577" y="840"/>
                    </a:cubicBezTo>
                    <a:cubicBezTo>
                      <a:pt x="606" y="710"/>
                      <a:pt x="554" y="555"/>
                      <a:pt x="457" y="457"/>
                    </a:cubicBezTo>
                    <a:cubicBezTo>
                      <a:pt x="473" y="448"/>
                      <a:pt x="493" y="441"/>
                      <a:pt x="509" y="428"/>
                    </a:cubicBezTo>
                    <a:cubicBezTo>
                      <a:pt x="599" y="360"/>
                      <a:pt x="635" y="247"/>
                      <a:pt x="619" y="140"/>
                    </a:cubicBezTo>
                    <a:lnTo>
                      <a:pt x="619" y="140"/>
                    </a:lnTo>
                    <a:cubicBezTo>
                      <a:pt x="636" y="143"/>
                      <a:pt x="652" y="144"/>
                      <a:pt x="669" y="144"/>
                    </a:cubicBezTo>
                    <a:cubicBezTo>
                      <a:pt x="711" y="144"/>
                      <a:pt x="753" y="135"/>
                      <a:pt x="800" y="124"/>
                    </a:cubicBezTo>
                    <a:cubicBezTo>
                      <a:pt x="853" y="106"/>
                      <a:pt x="834" y="24"/>
                      <a:pt x="784" y="24"/>
                    </a:cubicBezTo>
                    <a:cubicBezTo>
                      <a:pt x="779" y="24"/>
                      <a:pt x="773" y="25"/>
                      <a:pt x="768" y="27"/>
                    </a:cubicBezTo>
                    <a:cubicBezTo>
                      <a:pt x="732" y="36"/>
                      <a:pt x="698" y="41"/>
                      <a:pt x="664" y="41"/>
                    </a:cubicBezTo>
                    <a:cubicBezTo>
                      <a:pt x="629" y="41"/>
                      <a:pt x="595" y="36"/>
                      <a:pt x="557" y="27"/>
                    </a:cubicBezTo>
                    <a:lnTo>
                      <a:pt x="544" y="27"/>
                    </a:lnTo>
                    <a:cubicBezTo>
                      <a:pt x="502" y="10"/>
                      <a:pt x="459"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9" name="Google Shape;3449;p31"/>
            <p:cNvGrpSpPr/>
            <p:nvPr/>
          </p:nvGrpSpPr>
          <p:grpSpPr>
            <a:xfrm rot="-1222772">
              <a:off x="1158277" y="-88627"/>
              <a:ext cx="528806" cy="316498"/>
              <a:chOff x="4884983" y="2824599"/>
              <a:chExt cx="253545" cy="151760"/>
            </a:xfrm>
          </p:grpSpPr>
          <p:sp>
            <p:nvSpPr>
              <p:cNvPr id="3450" name="Google Shape;3450;p31"/>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31"/>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31"/>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31"/>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31"/>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31"/>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31"/>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31"/>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31"/>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9" name="Google Shape;3459;p31"/>
            <p:cNvGrpSpPr/>
            <p:nvPr/>
          </p:nvGrpSpPr>
          <p:grpSpPr>
            <a:xfrm rot="834901">
              <a:off x="-135905" y="4109663"/>
              <a:ext cx="1112200" cy="329132"/>
              <a:chOff x="5813594" y="2813041"/>
              <a:chExt cx="591605" cy="175073"/>
            </a:xfrm>
          </p:grpSpPr>
          <p:sp>
            <p:nvSpPr>
              <p:cNvPr id="3460" name="Google Shape;3460;p31"/>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31"/>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31"/>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31"/>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31"/>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31"/>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31"/>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31"/>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31"/>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31"/>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31"/>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31"/>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31"/>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31"/>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31"/>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5" name="Google Shape;3475;p31"/>
            <p:cNvGrpSpPr/>
            <p:nvPr/>
          </p:nvGrpSpPr>
          <p:grpSpPr>
            <a:xfrm rot="-1240002">
              <a:off x="978880" y="2030998"/>
              <a:ext cx="1058388" cy="293912"/>
              <a:chOff x="4799352" y="1342220"/>
              <a:chExt cx="428026" cy="118862"/>
            </a:xfrm>
          </p:grpSpPr>
          <p:sp>
            <p:nvSpPr>
              <p:cNvPr id="3476" name="Google Shape;3476;p31"/>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31"/>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31"/>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31"/>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31"/>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31"/>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31"/>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31"/>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84" name="Google Shape;3484;p31"/>
          <p:cNvGrpSpPr/>
          <p:nvPr/>
        </p:nvGrpSpPr>
        <p:grpSpPr>
          <a:xfrm>
            <a:off x="-311512" y="-260561"/>
            <a:ext cx="2807661" cy="5686459"/>
            <a:chOff x="-311512" y="-260561"/>
            <a:chExt cx="2807661" cy="5686459"/>
          </a:xfrm>
        </p:grpSpPr>
        <p:grpSp>
          <p:nvGrpSpPr>
            <p:cNvPr id="3485" name="Google Shape;3485;p31"/>
            <p:cNvGrpSpPr/>
            <p:nvPr/>
          </p:nvGrpSpPr>
          <p:grpSpPr>
            <a:xfrm rot="1312201">
              <a:off x="989702" y="42531"/>
              <a:ext cx="1186924" cy="751335"/>
              <a:chOff x="4808808" y="1957984"/>
              <a:chExt cx="404920" cy="256310"/>
            </a:xfrm>
          </p:grpSpPr>
          <p:sp>
            <p:nvSpPr>
              <p:cNvPr id="3486" name="Google Shape;3486;p31"/>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31"/>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88" name="Google Shape;3488;p31"/>
            <p:cNvSpPr/>
            <p:nvPr/>
          </p:nvSpPr>
          <p:spPr>
            <a:xfrm rot="2232368">
              <a:off x="-159148" y="1061598"/>
              <a:ext cx="1158686" cy="893965"/>
            </a:xfrm>
            <a:custGeom>
              <a:rect b="b" l="l" r="r" t="t"/>
              <a:pathLst>
                <a:path extrusionOk="0" h="5659" w="7335">
                  <a:moveTo>
                    <a:pt x="953" y="4413"/>
                  </a:moveTo>
                  <a:cubicBezTo>
                    <a:pt x="953" y="4704"/>
                    <a:pt x="956" y="4999"/>
                    <a:pt x="979" y="5291"/>
                  </a:cubicBezTo>
                  <a:cubicBezTo>
                    <a:pt x="914" y="5287"/>
                    <a:pt x="849" y="5287"/>
                    <a:pt x="784" y="5287"/>
                  </a:cubicBezTo>
                  <a:cubicBezTo>
                    <a:pt x="791" y="5125"/>
                    <a:pt x="794" y="4957"/>
                    <a:pt x="797" y="4795"/>
                  </a:cubicBezTo>
                  <a:cubicBezTo>
                    <a:pt x="839" y="4675"/>
                    <a:pt x="891" y="4542"/>
                    <a:pt x="953" y="4413"/>
                  </a:cubicBezTo>
                  <a:close/>
                  <a:moveTo>
                    <a:pt x="1179" y="4024"/>
                  </a:moveTo>
                  <a:lnTo>
                    <a:pt x="1179" y="4024"/>
                  </a:lnTo>
                  <a:cubicBezTo>
                    <a:pt x="1153" y="4445"/>
                    <a:pt x="1157" y="4869"/>
                    <a:pt x="1170" y="5291"/>
                  </a:cubicBezTo>
                  <a:lnTo>
                    <a:pt x="1040" y="5291"/>
                  </a:lnTo>
                  <a:cubicBezTo>
                    <a:pt x="1043" y="4967"/>
                    <a:pt x="1021" y="4639"/>
                    <a:pt x="1001" y="4315"/>
                  </a:cubicBezTo>
                  <a:cubicBezTo>
                    <a:pt x="1053" y="4209"/>
                    <a:pt x="1115" y="4108"/>
                    <a:pt x="1179" y="4024"/>
                  </a:cubicBezTo>
                  <a:close/>
                  <a:moveTo>
                    <a:pt x="1393" y="3820"/>
                  </a:moveTo>
                  <a:lnTo>
                    <a:pt x="1393" y="3820"/>
                  </a:lnTo>
                  <a:cubicBezTo>
                    <a:pt x="1383" y="4309"/>
                    <a:pt x="1383" y="4801"/>
                    <a:pt x="1364" y="5291"/>
                  </a:cubicBezTo>
                  <a:lnTo>
                    <a:pt x="1251" y="5291"/>
                  </a:lnTo>
                  <a:cubicBezTo>
                    <a:pt x="1244" y="4844"/>
                    <a:pt x="1244" y="4403"/>
                    <a:pt x="1231" y="3959"/>
                  </a:cubicBezTo>
                  <a:cubicBezTo>
                    <a:pt x="1283" y="3901"/>
                    <a:pt x="1335" y="3852"/>
                    <a:pt x="1393" y="3820"/>
                  </a:cubicBezTo>
                  <a:close/>
                  <a:moveTo>
                    <a:pt x="1563" y="3770"/>
                  </a:moveTo>
                  <a:cubicBezTo>
                    <a:pt x="1579" y="3770"/>
                    <a:pt x="1596" y="3772"/>
                    <a:pt x="1613" y="3774"/>
                  </a:cubicBezTo>
                  <a:cubicBezTo>
                    <a:pt x="1639" y="4273"/>
                    <a:pt x="1646" y="4776"/>
                    <a:pt x="1678" y="5271"/>
                  </a:cubicBezTo>
                  <a:cubicBezTo>
                    <a:pt x="1678" y="5281"/>
                    <a:pt x="1685" y="5287"/>
                    <a:pt x="1688" y="5294"/>
                  </a:cubicBezTo>
                  <a:cubicBezTo>
                    <a:pt x="1610" y="5294"/>
                    <a:pt x="1529" y="5291"/>
                    <a:pt x="1448" y="5291"/>
                  </a:cubicBezTo>
                  <a:cubicBezTo>
                    <a:pt x="1481" y="4795"/>
                    <a:pt x="1494" y="4290"/>
                    <a:pt x="1442" y="3797"/>
                  </a:cubicBezTo>
                  <a:cubicBezTo>
                    <a:pt x="1481" y="3779"/>
                    <a:pt x="1521" y="3770"/>
                    <a:pt x="1563" y="3770"/>
                  </a:cubicBezTo>
                  <a:close/>
                  <a:moveTo>
                    <a:pt x="1675" y="3787"/>
                  </a:moveTo>
                  <a:lnTo>
                    <a:pt x="1675" y="3787"/>
                  </a:lnTo>
                  <a:cubicBezTo>
                    <a:pt x="1750" y="3813"/>
                    <a:pt x="1821" y="3865"/>
                    <a:pt x="1899" y="3946"/>
                  </a:cubicBezTo>
                  <a:cubicBezTo>
                    <a:pt x="1886" y="3946"/>
                    <a:pt x="1869" y="3949"/>
                    <a:pt x="1869" y="3969"/>
                  </a:cubicBezTo>
                  <a:cubicBezTo>
                    <a:pt x="1876" y="4409"/>
                    <a:pt x="1899" y="4857"/>
                    <a:pt x="1957" y="5297"/>
                  </a:cubicBezTo>
                  <a:cubicBezTo>
                    <a:pt x="1886" y="5294"/>
                    <a:pt x="1818" y="5294"/>
                    <a:pt x="1750" y="5294"/>
                  </a:cubicBezTo>
                  <a:cubicBezTo>
                    <a:pt x="1753" y="5284"/>
                    <a:pt x="1756" y="5281"/>
                    <a:pt x="1763" y="5271"/>
                  </a:cubicBezTo>
                  <a:cubicBezTo>
                    <a:pt x="1795" y="4785"/>
                    <a:pt x="1753" y="4270"/>
                    <a:pt x="1675" y="3787"/>
                  </a:cubicBezTo>
                  <a:close/>
                  <a:moveTo>
                    <a:pt x="1924" y="3969"/>
                  </a:moveTo>
                  <a:lnTo>
                    <a:pt x="1924" y="3969"/>
                  </a:lnTo>
                  <a:cubicBezTo>
                    <a:pt x="2009" y="4066"/>
                    <a:pt x="2077" y="4225"/>
                    <a:pt x="2171" y="4338"/>
                  </a:cubicBezTo>
                  <a:cubicBezTo>
                    <a:pt x="2122" y="4646"/>
                    <a:pt x="2093" y="4986"/>
                    <a:pt x="2142" y="5297"/>
                  </a:cubicBezTo>
                  <a:lnTo>
                    <a:pt x="2031" y="5297"/>
                  </a:lnTo>
                  <a:cubicBezTo>
                    <a:pt x="1996" y="4857"/>
                    <a:pt x="1950" y="4416"/>
                    <a:pt x="1924" y="3969"/>
                  </a:cubicBezTo>
                  <a:close/>
                  <a:moveTo>
                    <a:pt x="2219" y="4387"/>
                  </a:moveTo>
                  <a:lnTo>
                    <a:pt x="2219" y="4387"/>
                  </a:lnTo>
                  <a:cubicBezTo>
                    <a:pt x="2271" y="4435"/>
                    <a:pt x="2333" y="4468"/>
                    <a:pt x="2410" y="4477"/>
                  </a:cubicBezTo>
                  <a:cubicBezTo>
                    <a:pt x="2404" y="4656"/>
                    <a:pt x="2404" y="4834"/>
                    <a:pt x="2401" y="5015"/>
                  </a:cubicBezTo>
                  <a:cubicBezTo>
                    <a:pt x="2401" y="5083"/>
                    <a:pt x="2372" y="5210"/>
                    <a:pt x="2394" y="5297"/>
                  </a:cubicBezTo>
                  <a:lnTo>
                    <a:pt x="2210" y="5297"/>
                  </a:lnTo>
                  <a:cubicBezTo>
                    <a:pt x="2223" y="4996"/>
                    <a:pt x="2210" y="4691"/>
                    <a:pt x="2219" y="4387"/>
                  </a:cubicBezTo>
                  <a:close/>
                  <a:moveTo>
                    <a:pt x="2611" y="4416"/>
                  </a:moveTo>
                  <a:cubicBezTo>
                    <a:pt x="2605" y="4707"/>
                    <a:pt x="2608" y="5002"/>
                    <a:pt x="2621" y="5294"/>
                  </a:cubicBezTo>
                  <a:cubicBezTo>
                    <a:pt x="2576" y="5297"/>
                    <a:pt x="2527" y="5297"/>
                    <a:pt x="2478" y="5297"/>
                  </a:cubicBezTo>
                  <a:cubicBezTo>
                    <a:pt x="2469" y="5291"/>
                    <a:pt x="2459" y="5291"/>
                    <a:pt x="2449" y="5291"/>
                  </a:cubicBezTo>
                  <a:cubicBezTo>
                    <a:pt x="2462" y="5219"/>
                    <a:pt x="2475" y="5109"/>
                    <a:pt x="2475" y="5083"/>
                  </a:cubicBezTo>
                  <a:cubicBezTo>
                    <a:pt x="2475" y="4999"/>
                    <a:pt x="2475" y="4908"/>
                    <a:pt x="2469" y="4824"/>
                  </a:cubicBezTo>
                  <a:cubicBezTo>
                    <a:pt x="2469" y="4707"/>
                    <a:pt x="2465" y="4591"/>
                    <a:pt x="2462" y="4471"/>
                  </a:cubicBezTo>
                  <a:cubicBezTo>
                    <a:pt x="2469" y="4471"/>
                    <a:pt x="2482" y="4471"/>
                    <a:pt x="2491" y="4468"/>
                  </a:cubicBezTo>
                  <a:cubicBezTo>
                    <a:pt x="2534" y="4458"/>
                    <a:pt x="2576" y="4442"/>
                    <a:pt x="2611" y="4416"/>
                  </a:cubicBezTo>
                  <a:close/>
                  <a:moveTo>
                    <a:pt x="2806" y="4124"/>
                  </a:moveTo>
                  <a:lnTo>
                    <a:pt x="2806" y="4124"/>
                  </a:lnTo>
                  <a:cubicBezTo>
                    <a:pt x="2793" y="4367"/>
                    <a:pt x="2793" y="4614"/>
                    <a:pt x="2793" y="4857"/>
                  </a:cubicBezTo>
                  <a:cubicBezTo>
                    <a:pt x="2793" y="4957"/>
                    <a:pt x="2744" y="5180"/>
                    <a:pt x="2793" y="5304"/>
                  </a:cubicBezTo>
                  <a:lnTo>
                    <a:pt x="2712" y="5304"/>
                  </a:lnTo>
                  <a:cubicBezTo>
                    <a:pt x="2708" y="4996"/>
                    <a:pt x="2702" y="4678"/>
                    <a:pt x="2676" y="4371"/>
                  </a:cubicBezTo>
                  <a:cubicBezTo>
                    <a:pt x="2734" y="4306"/>
                    <a:pt x="2773" y="4218"/>
                    <a:pt x="2806" y="4124"/>
                  </a:cubicBezTo>
                  <a:close/>
                  <a:moveTo>
                    <a:pt x="6120" y="2151"/>
                  </a:moveTo>
                  <a:cubicBezTo>
                    <a:pt x="6107" y="3201"/>
                    <a:pt x="6139" y="4244"/>
                    <a:pt x="6107" y="5297"/>
                  </a:cubicBezTo>
                  <a:cubicBezTo>
                    <a:pt x="6029" y="5297"/>
                    <a:pt x="5951" y="5297"/>
                    <a:pt x="5877" y="5304"/>
                  </a:cubicBezTo>
                  <a:cubicBezTo>
                    <a:pt x="5802" y="4396"/>
                    <a:pt x="5867" y="3467"/>
                    <a:pt x="5835" y="2556"/>
                  </a:cubicBezTo>
                  <a:cubicBezTo>
                    <a:pt x="5864" y="2527"/>
                    <a:pt x="5886" y="2495"/>
                    <a:pt x="5912" y="2462"/>
                  </a:cubicBezTo>
                  <a:cubicBezTo>
                    <a:pt x="5984" y="2365"/>
                    <a:pt x="6055" y="2262"/>
                    <a:pt x="6120" y="2151"/>
                  </a:cubicBezTo>
                  <a:close/>
                  <a:moveTo>
                    <a:pt x="3191" y="2469"/>
                  </a:moveTo>
                  <a:cubicBezTo>
                    <a:pt x="3194" y="2543"/>
                    <a:pt x="3204" y="2624"/>
                    <a:pt x="3204" y="2696"/>
                  </a:cubicBezTo>
                  <a:cubicBezTo>
                    <a:pt x="3207" y="2997"/>
                    <a:pt x="3214" y="3305"/>
                    <a:pt x="3224" y="3609"/>
                  </a:cubicBezTo>
                  <a:cubicBezTo>
                    <a:pt x="3243" y="4173"/>
                    <a:pt x="3253" y="4743"/>
                    <a:pt x="3337" y="5304"/>
                  </a:cubicBezTo>
                  <a:cubicBezTo>
                    <a:pt x="3300" y="5305"/>
                    <a:pt x="3264" y="5306"/>
                    <a:pt x="3230" y="5306"/>
                  </a:cubicBezTo>
                  <a:cubicBezTo>
                    <a:pt x="3195" y="5306"/>
                    <a:pt x="3162" y="5305"/>
                    <a:pt x="3130" y="5304"/>
                  </a:cubicBezTo>
                  <a:cubicBezTo>
                    <a:pt x="3126" y="4601"/>
                    <a:pt x="3071" y="3894"/>
                    <a:pt x="3019" y="3191"/>
                  </a:cubicBezTo>
                  <a:cubicBezTo>
                    <a:pt x="3068" y="2948"/>
                    <a:pt x="3123" y="2705"/>
                    <a:pt x="3191" y="2469"/>
                  </a:cubicBezTo>
                  <a:close/>
                  <a:moveTo>
                    <a:pt x="2964" y="3467"/>
                  </a:moveTo>
                  <a:cubicBezTo>
                    <a:pt x="2987" y="4079"/>
                    <a:pt x="3019" y="4695"/>
                    <a:pt x="3091" y="5307"/>
                  </a:cubicBezTo>
                  <a:cubicBezTo>
                    <a:pt x="3029" y="5304"/>
                    <a:pt x="2971" y="5304"/>
                    <a:pt x="2916" y="5304"/>
                  </a:cubicBezTo>
                  <a:cubicBezTo>
                    <a:pt x="2916" y="5294"/>
                    <a:pt x="2913" y="5287"/>
                    <a:pt x="2903" y="5278"/>
                  </a:cubicBezTo>
                  <a:lnTo>
                    <a:pt x="2896" y="5271"/>
                  </a:lnTo>
                  <a:cubicBezTo>
                    <a:pt x="2903" y="5245"/>
                    <a:pt x="2903" y="5213"/>
                    <a:pt x="2890" y="5177"/>
                  </a:cubicBezTo>
                  <a:lnTo>
                    <a:pt x="2890" y="4963"/>
                  </a:lnTo>
                  <a:lnTo>
                    <a:pt x="2890" y="4643"/>
                  </a:lnTo>
                  <a:cubicBezTo>
                    <a:pt x="2887" y="4396"/>
                    <a:pt x="2890" y="4144"/>
                    <a:pt x="2874" y="3898"/>
                  </a:cubicBezTo>
                  <a:cubicBezTo>
                    <a:pt x="2874" y="3894"/>
                    <a:pt x="2870" y="3885"/>
                    <a:pt x="2870" y="3885"/>
                  </a:cubicBezTo>
                  <a:cubicBezTo>
                    <a:pt x="2887" y="3820"/>
                    <a:pt x="2900" y="3758"/>
                    <a:pt x="2906" y="3716"/>
                  </a:cubicBezTo>
                  <a:cubicBezTo>
                    <a:pt x="2929" y="3635"/>
                    <a:pt x="2948" y="3548"/>
                    <a:pt x="2964" y="3467"/>
                  </a:cubicBezTo>
                  <a:close/>
                  <a:moveTo>
                    <a:pt x="4163" y="1565"/>
                  </a:moveTo>
                  <a:cubicBezTo>
                    <a:pt x="4393" y="1653"/>
                    <a:pt x="4523" y="1909"/>
                    <a:pt x="4630" y="2119"/>
                  </a:cubicBezTo>
                  <a:cubicBezTo>
                    <a:pt x="4678" y="2216"/>
                    <a:pt x="4727" y="2317"/>
                    <a:pt x="4785" y="2414"/>
                  </a:cubicBezTo>
                  <a:cubicBezTo>
                    <a:pt x="4775" y="2420"/>
                    <a:pt x="4766" y="2427"/>
                    <a:pt x="4766" y="2440"/>
                  </a:cubicBezTo>
                  <a:cubicBezTo>
                    <a:pt x="4720" y="3392"/>
                    <a:pt x="4730" y="4354"/>
                    <a:pt x="4753" y="5307"/>
                  </a:cubicBezTo>
                  <a:lnTo>
                    <a:pt x="4591" y="5307"/>
                  </a:lnTo>
                  <a:cubicBezTo>
                    <a:pt x="4646" y="4225"/>
                    <a:pt x="4617" y="3114"/>
                    <a:pt x="4581" y="2035"/>
                  </a:cubicBezTo>
                  <a:cubicBezTo>
                    <a:pt x="4581" y="2014"/>
                    <a:pt x="4566" y="2003"/>
                    <a:pt x="4550" y="2003"/>
                  </a:cubicBezTo>
                  <a:cubicBezTo>
                    <a:pt x="4535" y="2003"/>
                    <a:pt x="4519" y="2014"/>
                    <a:pt x="4519" y="2035"/>
                  </a:cubicBezTo>
                  <a:cubicBezTo>
                    <a:pt x="4477" y="3117"/>
                    <a:pt x="4455" y="4225"/>
                    <a:pt x="4506" y="5307"/>
                  </a:cubicBezTo>
                  <a:lnTo>
                    <a:pt x="4299" y="5307"/>
                  </a:lnTo>
                  <a:cubicBezTo>
                    <a:pt x="4215" y="4069"/>
                    <a:pt x="4406" y="2796"/>
                    <a:pt x="4166" y="1575"/>
                  </a:cubicBezTo>
                  <a:cubicBezTo>
                    <a:pt x="4166" y="1572"/>
                    <a:pt x="4163" y="1568"/>
                    <a:pt x="4163" y="1565"/>
                  </a:cubicBezTo>
                  <a:close/>
                  <a:moveTo>
                    <a:pt x="5767" y="2624"/>
                  </a:moveTo>
                  <a:lnTo>
                    <a:pt x="5767" y="2624"/>
                  </a:lnTo>
                  <a:cubicBezTo>
                    <a:pt x="5754" y="3101"/>
                    <a:pt x="5757" y="3574"/>
                    <a:pt x="5763" y="4047"/>
                  </a:cubicBezTo>
                  <a:cubicBezTo>
                    <a:pt x="5763" y="4452"/>
                    <a:pt x="5715" y="4902"/>
                    <a:pt x="5780" y="5304"/>
                  </a:cubicBezTo>
                  <a:cubicBezTo>
                    <a:pt x="5718" y="5307"/>
                    <a:pt x="5656" y="5307"/>
                    <a:pt x="5595" y="5307"/>
                  </a:cubicBezTo>
                  <a:cubicBezTo>
                    <a:pt x="5605" y="4471"/>
                    <a:pt x="5546" y="3625"/>
                    <a:pt x="5456" y="2799"/>
                  </a:cubicBezTo>
                  <a:cubicBezTo>
                    <a:pt x="5572" y="2777"/>
                    <a:pt x="5673" y="2712"/>
                    <a:pt x="5767" y="2624"/>
                  </a:cubicBezTo>
                  <a:close/>
                  <a:moveTo>
                    <a:pt x="3486" y="1815"/>
                  </a:moveTo>
                  <a:cubicBezTo>
                    <a:pt x="3512" y="2974"/>
                    <a:pt x="3515" y="4157"/>
                    <a:pt x="3632" y="5310"/>
                  </a:cubicBezTo>
                  <a:cubicBezTo>
                    <a:pt x="3548" y="5307"/>
                    <a:pt x="3457" y="5307"/>
                    <a:pt x="3373" y="5307"/>
                  </a:cubicBezTo>
                  <a:cubicBezTo>
                    <a:pt x="3376" y="4788"/>
                    <a:pt x="3327" y="4267"/>
                    <a:pt x="3308" y="3742"/>
                  </a:cubicBezTo>
                  <a:cubicBezTo>
                    <a:pt x="3301" y="3480"/>
                    <a:pt x="3292" y="3221"/>
                    <a:pt x="3288" y="2958"/>
                  </a:cubicBezTo>
                  <a:cubicBezTo>
                    <a:pt x="3285" y="2751"/>
                    <a:pt x="3211" y="2362"/>
                    <a:pt x="3324" y="2187"/>
                  </a:cubicBezTo>
                  <a:cubicBezTo>
                    <a:pt x="3340" y="2164"/>
                    <a:pt x="3327" y="2139"/>
                    <a:pt x="3305" y="2132"/>
                  </a:cubicBezTo>
                  <a:cubicBezTo>
                    <a:pt x="3350" y="2025"/>
                    <a:pt x="3408" y="1912"/>
                    <a:pt x="3486" y="1815"/>
                  </a:cubicBezTo>
                  <a:close/>
                  <a:moveTo>
                    <a:pt x="3787" y="1572"/>
                  </a:moveTo>
                  <a:cubicBezTo>
                    <a:pt x="3787" y="2812"/>
                    <a:pt x="3823" y="4079"/>
                    <a:pt x="3959" y="5310"/>
                  </a:cubicBezTo>
                  <a:cubicBezTo>
                    <a:pt x="3862" y="5307"/>
                    <a:pt x="3765" y="5307"/>
                    <a:pt x="3667" y="5307"/>
                  </a:cubicBezTo>
                  <a:cubicBezTo>
                    <a:pt x="3693" y="4131"/>
                    <a:pt x="3616" y="2942"/>
                    <a:pt x="3577" y="1766"/>
                  </a:cubicBezTo>
                  <a:cubicBezTo>
                    <a:pt x="3577" y="1750"/>
                    <a:pt x="3567" y="1740"/>
                    <a:pt x="3554" y="1734"/>
                  </a:cubicBezTo>
                  <a:cubicBezTo>
                    <a:pt x="3619" y="1666"/>
                    <a:pt x="3697" y="1610"/>
                    <a:pt x="3787" y="1572"/>
                  </a:cubicBezTo>
                  <a:close/>
                  <a:moveTo>
                    <a:pt x="3976" y="1536"/>
                  </a:moveTo>
                  <a:cubicBezTo>
                    <a:pt x="4015" y="1536"/>
                    <a:pt x="4055" y="1540"/>
                    <a:pt x="4098" y="1549"/>
                  </a:cubicBezTo>
                  <a:cubicBezTo>
                    <a:pt x="4111" y="1552"/>
                    <a:pt x="4118" y="1555"/>
                    <a:pt x="4131" y="1555"/>
                  </a:cubicBezTo>
                  <a:cubicBezTo>
                    <a:pt x="4114" y="1562"/>
                    <a:pt x="4098" y="1572"/>
                    <a:pt x="4101" y="1598"/>
                  </a:cubicBezTo>
                  <a:cubicBezTo>
                    <a:pt x="4273" y="2832"/>
                    <a:pt x="4040" y="4079"/>
                    <a:pt x="4212" y="5310"/>
                  </a:cubicBezTo>
                  <a:lnTo>
                    <a:pt x="4040" y="5310"/>
                  </a:lnTo>
                  <a:cubicBezTo>
                    <a:pt x="3991" y="4060"/>
                    <a:pt x="3901" y="2809"/>
                    <a:pt x="3836" y="1555"/>
                  </a:cubicBezTo>
                  <a:cubicBezTo>
                    <a:pt x="3881" y="1543"/>
                    <a:pt x="3927" y="1536"/>
                    <a:pt x="3976" y="1536"/>
                  </a:cubicBezTo>
                  <a:close/>
                  <a:moveTo>
                    <a:pt x="4824" y="2475"/>
                  </a:moveTo>
                  <a:lnTo>
                    <a:pt x="4824" y="2475"/>
                  </a:lnTo>
                  <a:cubicBezTo>
                    <a:pt x="4895" y="2586"/>
                    <a:pt x="4989" y="2683"/>
                    <a:pt x="5103" y="2744"/>
                  </a:cubicBezTo>
                  <a:cubicBezTo>
                    <a:pt x="5086" y="3596"/>
                    <a:pt x="5122" y="4455"/>
                    <a:pt x="5141" y="5310"/>
                  </a:cubicBezTo>
                  <a:lnTo>
                    <a:pt x="4843" y="5310"/>
                  </a:lnTo>
                  <a:cubicBezTo>
                    <a:pt x="4863" y="4371"/>
                    <a:pt x="4866" y="3415"/>
                    <a:pt x="4824" y="2475"/>
                  </a:cubicBezTo>
                  <a:close/>
                  <a:moveTo>
                    <a:pt x="5167" y="2777"/>
                  </a:moveTo>
                  <a:cubicBezTo>
                    <a:pt x="5187" y="2783"/>
                    <a:pt x="5203" y="2786"/>
                    <a:pt x="5222" y="2796"/>
                  </a:cubicBezTo>
                  <a:cubicBezTo>
                    <a:pt x="5270" y="2809"/>
                    <a:pt x="5318" y="2813"/>
                    <a:pt x="5363" y="2813"/>
                  </a:cubicBezTo>
                  <a:cubicBezTo>
                    <a:pt x="5375" y="2813"/>
                    <a:pt x="5388" y="2813"/>
                    <a:pt x="5401" y="2812"/>
                  </a:cubicBezTo>
                  <a:cubicBezTo>
                    <a:pt x="5439" y="3645"/>
                    <a:pt x="5465" y="4481"/>
                    <a:pt x="5504" y="5310"/>
                  </a:cubicBezTo>
                  <a:cubicBezTo>
                    <a:pt x="5474" y="5309"/>
                    <a:pt x="5444" y="5309"/>
                    <a:pt x="5414" y="5309"/>
                  </a:cubicBezTo>
                  <a:cubicBezTo>
                    <a:pt x="5355" y="5309"/>
                    <a:pt x="5296" y="5310"/>
                    <a:pt x="5235" y="5310"/>
                  </a:cubicBezTo>
                  <a:cubicBezTo>
                    <a:pt x="5219" y="4465"/>
                    <a:pt x="5216" y="3619"/>
                    <a:pt x="5167" y="2777"/>
                  </a:cubicBezTo>
                  <a:close/>
                  <a:moveTo>
                    <a:pt x="705" y="1"/>
                  </a:moveTo>
                  <a:cubicBezTo>
                    <a:pt x="694" y="1"/>
                    <a:pt x="683" y="3"/>
                    <a:pt x="671" y="7"/>
                  </a:cubicBezTo>
                  <a:cubicBezTo>
                    <a:pt x="612" y="26"/>
                    <a:pt x="570" y="104"/>
                    <a:pt x="531" y="153"/>
                  </a:cubicBezTo>
                  <a:cubicBezTo>
                    <a:pt x="483" y="211"/>
                    <a:pt x="425" y="269"/>
                    <a:pt x="402" y="341"/>
                  </a:cubicBezTo>
                  <a:cubicBezTo>
                    <a:pt x="392" y="371"/>
                    <a:pt x="418" y="394"/>
                    <a:pt x="442" y="394"/>
                  </a:cubicBezTo>
                  <a:cubicBezTo>
                    <a:pt x="449" y="394"/>
                    <a:pt x="455" y="393"/>
                    <a:pt x="460" y="389"/>
                  </a:cubicBezTo>
                  <a:cubicBezTo>
                    <a:pt x="548" y="347"/>
                    <a:pt x="587" y="256"/>
                    <a:pt x="651" y="192"/>
                  </a:cubicBezTo>
                  <a:lnTo>
                    <a:pt x="651" y="192"/>
                  </a:lnTo>
                  <a:cubicBezTo>
                    <a:pt x="619" y="1076"/>
                    <a:pt x="684" y="1970"/>
                    <a:pt x="684" y="2851"/>
                  </a:cubicBezTo>
                  <a:cubicBezTo>
                    <a:pt x="684" y="3564"/>
                    <a:pt x="671" y="4273"/>
                    <a:pt x="655" y="4986"/>
                  </a:cubicBezTo>
                  <a:cubicBezTo>
                    <a:pt x="645" y="5044"/>
                    <a:pt x="632" y="5093"/>
                    <a:pt x="622" y="5132"/>
                  </a:cubicBezTo>
                  <a:cubicBezTo>
                    <a:pt x="619" y="5158"/>
                    <a:pt x="635" y="5174"/>
                    <a:pt x="651" y="5177"/>
                  </a:cubicBezTo>
                  <a:cubicBezTo>
                    <a:pt x="651" y="5216"/>
                    <a:pt x="651" y="5258"/>
                    <a:pt x="648" y="5297"/>
                  </a:cubicBezTo>
                  <a:lnTo>
                    <a:pt x="52" y="5297"/>
                  </a:lnTo>
                  <a:cubicBezTo>
                    <a:pt x="0" y="5297"/>
                    <a:pt x="0" y="5375"/>
                    <a:pt x="52" y="5378"/>
                  </a:cubicBezTo>
                  <a:lnTo>
                    <a:pt x="648" y="5417"/>
                  </a:lnTo>
                  <a:cubicBezTo>
                    <a:pt x="648" y="5475"/>
                    <a:pt x="645" y="5537"/>
                    <a:pt x="645" y="5595"/>
                  </a:cubicBezTo>
                  <a:cubicBezTo>
                    <a:pt x="642" y="5637"/>
                    <a:pt x="672" y="5658"/>
                    <a:pt x="705" y="5658"/>
                  </a:cubicBezTo>
                  <a:cubicBezTo>
                    <a:pt x="737" y="5658"/>
                    <a:pt x="771" y="5637"/>
                    <a:pt x="774" y="5595"/>
                  </a:cubicBezTo>
                  <a:cubicBezTo>
                    <a:pt x="778" y="5537"/>
                    <a:pt x="778" y="5482"/>
                    <a:pt x="778" y="5420"/>
                  </a:cubicBezTo>
                  <a:cubicBezTo>
                    <a:pt x="1731" y="5467"/>
                    <a:pt x="2689" y="5486"/>
                    <a:pt x="3647" y="5486"/>
                  </a:cubicBezTo>
                  <a:cubicBezTo>
                    <a:pt x="4144" y="5486"/>
                    <a:pt x="4641" y="5481"/>
                    <a:pt x="5138" y="5472"/>
                  </a:cubicBezTo>
                  <a:cubicBezTo>
                    <a:pt x="5145" y="5495"/>
                    <a:pt x="5165" y="5506"/>
                    <a:pt x="5185" y="5506"/>
                  </a:cubicBezTo>
                  <a:cubicBezTo>
                    <a:pt x="5205" y="5506"/>
                    <a:pt x="5226" y="5495"/>
                    <a:pt x="5232" y="5472"/>
                  </a:cubicBezTo>
                  <a:cubicBezTo>
                    <a:pt x="5750" y="5466"/>
                    <a:pt x="6269" y="5453"/>
                    <a:pt x="6784" y="5440"/>
                  </a:cubicBezTo>
                  <a:lnTo>
                    <a:pt x="6784" y="5440"/>
                  </a:lnTo>
                  <a:cubicBezTo>
                    <a:pt x="6768" y="5453"/>
                    <a:pt x="6758" y="5472"/>
                    <a:pt x="6768" y="5498"/>
                  </a:cubicBezTo>
                  <a:cubicBezTo>
                    <a:pt x="6790" y="5564"/>
                    <a:pt x="6830" y="5589"/>
                    <a:pt x="6878" y="5589"/>
                  </a:cubicBezTo>
                  <a:cubicBezTo>
                    <a:pt x="6967" y="5589"/>
                    <a:pt x="7085" y="5503"/>
                    <a:pt x="7176" y="5433"/>
                  </a:cubicBezTo>
                  <a:cubicBezTo>
                    <a:pt x="7211" y="5433"/>
                    <a:pt x="7231" y="5407"/>
                    <a:pt x="7237" y="5378"/>
                  </a:cubicBezTo>
                  <a:cubicBezTo>
                    <a:pt x="7254" y="5368"/>
                    <a:pt x="7263" y="5355"/>
                    <a:pt x="7273" y="5352"/>
                  </a:cubicBezTo>
                  <a:cubicBezTo>
                    <a:pt x="7312" y="5313"/>
                    <a:pt x="7335" y="5261"/>
                    <a:pt x="7296" y="5232"/>
                  </a:cubicBezTo>
                  <a:cubicBezTo>
                    <a:pt x="7208" y="5161"/>
                    <a:pt x="7114" y="5096"/>
                    <a:pt x="7017" y="5031"/>
                  </a:cubicBezTo>
                  <a:cubicBezTo>
                    <a:pt x="6998" y="5018"/>
                    <a:pt x="6981" y="5006"/>
                    <a:pt x="6965" y="4996"/>
                  </a:cubicBezTo>
                  <a:cubicBezTo>
                    <a:pt x="6954" y="4988"/>
                    <a:pt x="6943" y="4985"/>
                    <a:pt x="6932" y="4985"/>
                  </a:cubicBezTo>
                  <a:cubicBezTo>
                    <a:pt x="6879" y="4985"/>
                    <a:pt x="6844" y="5068"/>
                    <a:pt x="6900" y="5103"/>
                  </a:cubicBezTo>
                  <a:cubicBezTo>
                    <a:pt x="6933" y="5125"/>
                    <a:pt x="6962" y="5145"/>
                    <a:pt x="6988" y="5164"/>
                  </a:cubicBezTo>
                  <a:cubicBezTo>
                    <a:pt x="7011" y="5180"/>
                    <a:pt x="7030" y="5197"/>
                    <a:pt x="7046" y="5213"/>
                  </a:cubicBezTo>
                  <a:cubicBezTo>
                    <a:pt x="7069" y="5239"/>
                    <a:pt x="7085" y="5258"/>
                    <a:pt x="7111" y="5281"/>
                  </a:cubicBezTo>
                  <a:cubicBezTo>
                    <a:pt x="6810" y="5291"/>
                    <a:pt x="6515" y="5294"/>
                    <a:pt x="6217" y="5297"/>
                  </a:cubicBezTo>
                  <a:cubicBezTo>
                    <a:pt x="6285" y="4260"/>
                    <a:pt x="6308" y="3175"/>
                    <a:pt x="6175" y="2148"/>
                  </a:cubicBezTo>
                  <a:cubicBezTo>
                    <a:pt x="6172" y="2131"/>
                    <a:pt x="6159" y="2122"/>
                    <a:pt x="6145" y="2122"/>
                  </a:cubicBezTo>
                  <a:cubicBezTo>
                    <a:pt x="6143" y="2122"/>
                    <a:pt x="6141" y="2122"/>
                    <a:pt x="6139" y="2122"/>
                  </a:cubicBezTo>
                  <a:cubicBezTo>
                    <a:pt x="6301" y="1847"/>
                    <a:pt x="6434" y="1549"/>
                    <a:pt x="6560" y="1261"/>
                  </a:cubicBezTo>
                  <a:cubicBezTo>
                    <a:pt x="6580" y="1219"/>
                    <a:pt x="6543" y="1180"/>
                    <a:pt x="6508" y="1180"/>
                  </a:cubicBezTo>
                  <a:cubicBezTo>
                    <a:pt x="6491" y="1180"/>
                    <a:pt x="6476" y="1188"/>
                    <a:pt x="6466" y="1209"/>
                  </a:cubicBezTo>
                  <a:cubicBezTo>
                    <a:pt x="6275" y="1646"/>
                    <a:pt x="6058" y="2194"/>
                    <a:pt x="5715" y="2534"/>
                  </a:cubicBezTo>
                  <a:cubicBezTo>
                    <a:pt x="5608" y="2637"/>
                    <a:pt x="5511" y="2689"/>
                    <a:pt x="5423" y="2712"/>
                  </a:cubicBezTo>
                  <a:cubicBezTo>
                    <a:pt x="5417" y="2712"/>
                    <a:pt x="5414" y="2712"/>
                    <a:pt x="5410" y="2715"/>
                  </a:cubicBezTo>
                  <a:cubicBezTo>
                    <a:pt x="5392" y="2718"/>
                    <a:pt x="5373" y="2720"/>
                    <a:pt x="5355" y="2720"/>
                  </a:cubicBezTo>
                  <a:cubicBezTo>
                    <a:pt x="5285" y="2720"/>
                    <a:pt x="5219" y="2697"/>
                    <a:pt x="5158" y="2663"/>
                  </a:cubicBezTo>
                  <a:cubicBezTo>
                    <a:pt x="5154" y="2647"/>
                    <a:pt x="5138" y="2637"/>
                    <a:pt x="5125" y="2637"/>
                  </a:cubicBezTo>
                  <a:cubicBezTo>
                    <a:pt x="4863" y="2446"/>
                    <a:pt x="4678" y="1970"/>
                    <a:pt x="4506" y="1747"/>
                  </a:cubicBezTo>
                  <a:cubicBezTo>
                    <a:pt x="4352" y="1542"/>
                    <a:pt x="4176" y="1458"/>
                    <a:pt x="4003" y="1458"/>
                  </a:cubicBezTo>
                  <a:cubicBezTo>
                    <a:pt x="3669" y="1458"/>
                    <a:pt x="3345" y="1771"/>
                    <a:pt x="3198" y="2139"/>
                  </a:cubicBezTo>
                  <a:cubicBezTo>
                    <a:pt x="3000" y="2637"/>
                    <a:pt x="2948" y="3182"/>
                    <a:pt x="2819" y="3694"/>
                  </a:cubicBezTo>
                  <a:cubicBezTo>
                    <a:pt x="2789" y="3807"/>
                    <a:pt x="2767" y="3946"/>
                    <a:pt x="2718" y="4056"/>
                  </a:cubicBezTo>
                  <a:cubicBezTo>
                    <a:pt x="2691" y="4203"/>
                    <a:pt x="2612" y="4276"/>
                    <a:pt x="2480" y="4276"/>
                  </a:cubicBezTo>
                  <a:cubicBezTo>
                    <a:pt x="2391" y="4276"/>
                    <a:pt x="2277" y="4243"/>
                    <a:pt x="2138" y="4176"/>
                  </a:cubicBezTo>
                  <a:lnTo>
                    <a:pt x="2090" y="4092"/>
                  </a:lnTo>
                  <a:cubicBezTo>
                    <a:pt x="1980" y="3959"/>
                    <a:pt x="1944" y="3791"/>
                    <a:pt x="1772" y="3716"/>
                  </a:cubicBezTo>
                  <a:cubicBezTo>
                    <a:pt x="1695" y="3680"/>
                    <a:pt x="1622" y="3663"/>
                    <a:pt x="1554" y="3663"/>
                  </a:cubicBezTo>
                  <a:cubicBezTo>
                    <a:pt x="1203" y="3663"/>
                    <a:pt x="957" y="4096"/>
                    <a:pt x="800" y="4513"/>
                  </a:cubicBezTo>
                  <a:cubicBezTo>
                    <a:pt x="813" y="3959"/>
                    <a:pt x="813" y="3402"/>
                    <a:pt x="813" y="2848"/>
                  </a:cubicBezTo>
                  <a:cubicBezTo>
                    <a:pt x="810" y="1960"/>
                    <a:pt x="839" y="1050"/>
                    <a:pt x="742" y="169"/>
                  </a:cubicBezTo>
                  <a:lnTo>
                    <a:pt x="742" y="169"/>
                  </a:lnTo>
                  <a:cubicBezTo>
                    <a:pt x="758" y="179"/>
                    <a:pt x="768" y="195"/>
                    <a:pt x="784" y="208"/>
                  </a:cubicBezTo>
                  <a:lnTo>
                    <a:pt x="927" y="337"/>
                  </a:lnTo>
                  <a:cubicBezTo>
                    <a:pt x="940" y="350"/>
                    <a:pt x="956" y="356"/>
                    <a:pt x="971" y="356"/>
                  </a:cubicBezTo>
                  <a:cubicBezTo>
                    <a:pt x="1023" y="356"/>
                    <a:pt x="1071" y="289"/>
                    <a:pt x="1021" y="243"/>
                  </a:cubicBezTo>
                  <a:cubicBezTo>
                    <a:pt x="956" y="185"/>
                    <a:pt x="891" y="124"/>
                    <a:pt x="823" y="65"/>
                  </a:cubicBezTo>
                  <a:cubicBezTo>
                    <a:pt x="786" y="36"/>
                    <a:pt x="751" y="1"/>
                    <a:pt x="7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89" name="Google Shape;3489;p31"/>
            <p:cNvGrpSpPr/>
            <p:nvPr/>
          </p:nvGrpSpPr>
          <p:grpSpPr>
            <a:xfrm rot="-2135130">
              <a:off x="107642" y="4542847"/>
              <a:ext cx="625129" cy="715597"/>
              <a:chOff x="4838621" y="3330436"/>
              <a:chExt cx="342600" cy="392181"/>
            </a:xfrm>
          </p:grpSpPr>
          <p:sp>
            <p:nvSpPr>
              <p:cNvPr id="3490" name="Google Shape;3490;p31"/>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31"/>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31"/>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31"/>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31"/>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31"/>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31"/>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31"/>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31"/>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31"/>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31"/>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31"/>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31"/>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31"/>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31"/>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31"/>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31"/>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31"/>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31"/>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31"/>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31"/>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31"/>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31"/>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31"/>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31"/>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5" name="Google Shape;3515;p31"/>
            <p:cNvGrpSpPr/>
            <p:nvPr/>
          </p:nvGrpSpPr>
          <p:grpSpPr>
            <a:xfrm>
              <a:off x="1407296" y="4432804"/>
              <a:ext cx="1088852" cy="993094"/>
              <a:chOff x="5882939" y="3323344"/>
              <a:chExt cx="444901" cy="405775"/>
            </a:xfrm>
          </p:grpSpPr>
          <p:sp>
            <p:nvSpPr>
              <p:cNvPr id="3516" name="Google Shape;3516;p31"/>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31"/>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31"/>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31"/>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0" name="Google Shape;3520;p31"/>
            <p:cNvGrpSpPr/>
            <p:nvPr/>
          </p:nvGrpSpPr>
          <p:grpSpPr>
            <a:xfrm rot="1575325">
              <a:off x="391792" y="2657525"/>
              <a:ext cx="1158729" cy="1062732"/>
              <a:chOff x="7969473" y="1194928"/>
              <a:chExt cx="450234" cy="412933"/>
            </a:xfrm>
          </p:grpSpPr>
          <p:sp>
            <p:nvSpPr>
              <p:cNvPr id="3521" name="Google Shape;3521;p31"/>
              <p:cNvSpPr/>
              <p:nvPr/>
            </p:nvSpPr>
            <p:spPr>
              <a:xfrm>
                <a:off x="7969473" y="1194928"/>
                <a:ext cx="450234" cy="412933"/>
              </a:xfrm>
              <a:custGeom>
                <a:rect b="b" l="l" r="r" t="t"/>
                <a:pathLst>
                  <a:path extrusionOk="0" h="6288" w="6856">
                    <a:moveTo>
                      <a:pt x="3855" y="938"/>
                    </a:moveTo>
                    <a:cubicBezTo>
                      <a:pt x="3978" y="1081"/>
                      <a:pt x="4076" y="1236"/>
                      <a:pt x="4147" y="1408"/>
                    </a:cubicBezTo>
                    <a:cubicBezTo>
                      <a:pt x="3972" y="1295"/>
                      <a:pt x="3794" y="1185"/>
                      <a:pt x="3612" y="1084"/>
                    </a:cubicBezTo>
                    <a:cubicBezTo>
                      <a:pt x="3693" y="1032"/>
                      <a:pt x="3774" y="977"/>
                      <a:pt x="3855" y="938"/>
                    </a:cubicBezTo>
                    <a:close/>
                    <a:moveTo>
                      <a:pt x="3564" y="1120"/>
                    </a:moveTo>
                    <a:cubicBezTo>
                      <a:pt x="3758" y="1259"/>
                      <a:pt x="3962" y="1382"/>
                      <a:pt x="4163" y="1509"/>
                    </a:cubicBezTo>
                    <a:cubicBezTo>
                      <a:pt x="4173" y="1512"/>
                      <a:pt x="4179" y="1512"/>
                      <a:pt x="4189" y="1512"/>
                    </a:cubicBezTo>
                    <a:cubicBezTo>
                      <a:pt x="4228" y="1622"/>
                      <a:pt x="4260" y="1735"/>
                      <a:pt x="4286" y="1852"/>
                    </a:cubicBezTo>
                    <a:cubicBezTo>
                      <a:pt x="4309" y="1988"/>
                      <a:pt x="4319" y="2118"/>
                      <a:pt x="4319" y="2247"/>
                    </a:cubicBezTo>
                    <a:cubicBezTo>
                      <a:pt x="3949" y="1978"/>
                      <a:pt x="3564" y="1735"/>
                      <a:pt x="3188" y="1496"/>
                    </a:cubicBezTo>
                    <a:cubicBezTo>
                      <a:pt x="3243" y="1421"/>
                      <a:pt x="3305" y="1347"/>
                      <a:pt x="3379" y="1279"/>
                    </a:cubicBezTo>
                    <a:cubicBezTo>
                      <a:pt x="3645" y="1447"/>
                      <a:pt x="3904" y="1625"/>
                      <a:pt x="4147" y="1829"/>
                    </a:cubicBezTo>
                    <a:cubicBezTo>
                      <a:pt x="4156" y="1836"/>
                      <a:pt x="4165" y="1839"/>
                      <a:pt x="4174" y="1839"/>
                    </a:cubicBezTo>
                    <a:cubicBezTo>
                      <a:pt x="4208" y="1839"/>
                      <a:pt x="4236" y="1797"/>
                      <a:pt x="4205" y="1771"/>
                    </a:cubicBezTo>
                    <a:cubicBezTo>
                      <a:pt x="3956" y="1577"/>
                      <a:pt x="3697" y="1392"/>
                      <a:pt x="3421" y="1236"/>
                    </a:cubicBezTo>
                    <a:cubicBezTo>
                      <a:pt x="3467" y="1198"/>
                      <a:pt x="3512" y="1155"/>
                      <a:pt x="3564" y="1120"/>
                    </a:cubicBezTo>
                    <a:close/>
                    <a:moveTo>
                      <a:pt x="3016" y="1807"/>
                    </a:moveTo>
                    <a:cubicBezTo>
                      <a:pt x="3308" y="2007"/>
                      <a:pt x="3596" y="2208"/>
                      <a:pt x="3888" y="2412"/>
                    </a:cubicBezTo>
                    <a:cubicBezTo>
                      <a:pt x="3818" y="2407"/>
                      <a:pt x="3748" y="2405"/>
                      <a:pt x="3678" y="2405"/>
                    </a:cubicBezTo>
                    <a:cubicBezTo>
                      <a:pt x="3566" y="2405"/>
                      <a:pt x="3454" y="2411"/>
                      <a:pt x="3340" y="2425"/>
                    </a:cubicBezTo>
                    <a:cubicBezTo>
                      <a:pt x="3363" y="2416"/>
                      <a:pt x="3369" y="2393"/>
                      <a:pt x="3350" y="2374"/>
                    </a:cubicBezTo>
                    <a:cubicBezTo>
                      <a:pt x="3275" y="2318"/>
                      <a:pt x="3188" y="2273"/>
                      <a:pt x="3107" y="2225"/>
                    </a:cubicBezTo>
                    <a:cubicBezTo>
                      <a:pt x="3049" y="2192"/>
                      <a:pt x="2997" y="2157"/>
                      <a:pt x="2942" y="2127"/>
                    </a:cubicBezTo>
                    <a:cubicBezTo>
                      <a:pt x="2951" y="2017"/>
                      <a:pt x="2981" y="1910"/>
                      <a:pt x="3016" y="1807"/>
                    </a:cubicBezTo>
                    <a:close/>
                    <a:moveTo>
                      <a:pt x="3159" y="1538"/>
                    </a:moveTo>
                    <a:cubicBezTo>
                      <a:pt x="3541" y="1803"/>
                      <a:pt x="3920" y="2079"/>
                      <a:pt x="4319" y="2331"/>
                    </a:cubicBezTo>
                    <a:cubicBezTo>
                      <a:pt x="4312" y="2380"/>
                      <a:pt x="4309" y="2429"/>
                      <a:pt x="4299" y="2477"/>
                    </a:cubicBezTo>
                    <a:cubicBezTo>
                      <a:pt x="4257" y="2464"/>
                      <a:pt x="4208" y="2458"/>
                      <a:pt x="4163" y="2445"/>
                    </a:cubicBezTo>
                    <a:cubicBezTo>
                      <a:pt x="3794" y="2205"/>
                      <a:pt x="3418" y="1969"/>
                      <a:pt x="3049" y="1735"/>
                    </a:cubicBezTo>
                    <a:cubicBezTo>
                      <a:pt x="3078" y="1667"/>
                      <a:pt x="3113" y="1603"/>
                      <a:pt x="3159" y="1538"/>
                    </a:cubicBezTo>
                    <a:close/>
                    <a:moveTo>
                      <a:pt x="2932" y="2186"/>
                    </a:moveTo>
                    <a:lnTo>
                      <a:pt x="2932" y="2186"/>
                    </a:lnTo>
                    <a:cubicBezTo>
                      <a:pt x="2977" y="2215"/>
                      <a:pt x="3023" y="2241"/>
                      <a:pt x="3062" y="2267"/>
                    </a:cubicBezTo>
                    <a:cubicBezTo>
                      <a:pt x="3143" y="2318"/>
                      <a:pt x="3224" y="2380"/>
                      <a:pt x="3314" y="2425"/>
                    </a:cubicBezTo>
                    <a:lnTo>
                      <a:pt x="3318" y="2425"/>
                    </a:lnTo>
                    <a:cubicBezTo>
                      <a:pt x="3188" y="2442"/>
                      <a:pt x="3062" y="2464"/>
                      <a:pt x="2942" y="2497"/>
                    </a:cubicBezTo>
                    <a:cubicBezTo>
                      <a:pt x="2929" y="2387"/>
                      <a:pt x="2922" y="2286"/>
                      <a:pt x="2932" y="2186"/>
                    </a:cubicBezTo>
                    <a:close/>
                    <a:moveTo>
                      <a:pt x="3577" y="2518"/>
                    </a:moveTo>
                    <a:cubicBezTo>
                      <a:pt x="3608" y="2518"/>
                      <a:pt x="3640" y="2519"/>
                      <a:pt x="3671" y="2523"/>
                    </a:cubicBezTo>
                    <a:cubicBezTo>
                      <a:pt x="3654" y="2545"/>
                      <a:pt x="3629" y="2574"/>
                      <a:pt x="3606" y="2597"/>
                    </a:cubicBezTo>
                    <a:cubicBezTo>
                      <a:pt x="3564" y="2574"/>
                      <a:pt x="3525" y="2545"/>
                      <a:pt x="3483" y="2523"/>
                    </a:cubicBezTo>
                    <a:cubicBezTo>
                      <a:pt x="3514" y="2519"/>
                      <a:pt x="3545" y="2518"/>
                      <a:pt x="3577" y="2518"/>
                    </a:cubicBezTo>
                    <a:close/>
                    <a:moveTo>
                      <a:pt x="3337" y="2539"/>
                    </a:moveTo>
                    <a:lnTo>
                      <a:pt x="3337" y="2539"/>
                    </a:lnTo>
                    <a:cubicBezTo>
                      <a:pt x="3288" y="2591"/>
                      <a:pt x="3240" y="2646"/>
                      <a:pt x="3194" y="2704"/>
                    </a:cubicBezTo>
                    <a:cubicBezTo>
                      <a:pt x="3139" y="2662"/>
                      <a:pt x="3088" y="2623"/>
                      <a:pt x="3029" y="2581"/>
                    </a:cubicBezTo>
                    <a:cubicBezTo>
                      <a:pt x="3130" y="2561"/>
                      <a:pt x="3237" y="2545"/>
                      <a:pt x="3337" y="2539"/>
                    </a:cubicBezTo>
                    <a:close/>
                    <a:moveTo>
                      <a:pt x="3752" y="2526"/>
                    </a:moveTo>
                    <a:cubicBezTo>
                      <a:pt x="3836" y="2529"/>
                      <a:pt x="3923" y="2536"/>
                      <a:pt x="4011" y="2549"/>
                    </a:cubicBezTo>
                    <a:cubicBezTo>
                      <a:pt x="3952" y="2613"/>
                      <a:pt x="3897" y="2685"/>
                      <a:pt x="3839" y="2749"/>
                    </a:cubicBezTo>
                    <a:cubicBezTo>
                      <a:pt x="3778" y="2710"/>
                      <a:pt x="3722" y="2672"/>
                      <a:pt x="3661" y="2636"/>
                    </a:cubicBezTo>
                    <a:cubicBezTo>
                      <a:pt x="3693" y="2597"/>
                      <a:pt x="3722" y="2561"/>
                      <a:pt x="3752" y="2526"/>
                    </a:cubicBezTo>
                    <a:close/>
                    <a:moveTo>
                      <a:pt x="3405" y="2545"/>
                    </a:moveTo>
                    <a:cubicBezTo>
                      <a:pt x="3460" y="2581"/>
                      <a:pt x="3512" y="2613"/>
                      <a:pt x="3564" y="2652"/>
                    </a:cubicBezTo>
                    <a:cubicBezTo>
                      <a:pt x="3509" y="2717"/>
                      <a:pt x="3454" y="2782"/>
                      <a:pt x="3399" y="2850"/>
                    </a:cubicBezTo>
                    <a:cubicBezTo>
                      <a:pt x="3347" y="2814"/>
                      <a:pt x="3292" y="2772"/>
                      <a:pt x="3240" y="2736"/>
                    </a:cubicBezTo>
                    <a:cubicBezTo>
                      <a:pt x="3298" y="2675"/>
                      <a:pt x="3353" y="2610"/>
                      <a:pt x="3405" y="2545"/>
                    </a:cubicBezTo>
                    <a:close/>
                    <a:moveTo>
                      <a:pt x="4063" y="2558"/>
                    </a:moveTo>
                    <a:lnTo>
                      <a:pt x="4063" y="2558"/>
                    </a:lnTo>
                    <a:cubicBezTo>
                      <a:pt x="4082" y="2561"/>
                      <a:pt x="4098" y="2565"/>
                      <a:pt x="4118" y="2565"/>
                    </a:cubicBezTo>
                    <a:cubicBezTo>
                      <a:pt x="4144" y="2581"/>
                      <a:pt x="4173" y="2597"/>
                      <a:pt x="4195" y="2620"/>
                    </a:cubicBezTo>
                    <a:cubicBezTo>
                      <a:pt x="4189" y="2620"/>
                      <a:pt x="4176" y="2623"/>
                      <a:pt x="4166" y="2629"/>
                    </a:cubicBezTo>
                    <a:cubicBezTo>
                      <a:pt x="4111" y="2704"/>
                      <a:pt x="4053" y="2775"/>
                      <a:pt x="3995" y="2850"/>
                    </a:cubicBezTo>
                    <a:lnTo>
                      <a:pt x="3897" y="2788"/>
                    </a:lnTo>
                    <a:lnTo>
                      <a:pt x="4053" y="2594"/>
                    </a:lnTo>
                    <a:cubicBezTo>
                      <a:pt x="4069" y="2581"/>
                      <a:pt x="4069" y="2571"/>
                      <a:pt x="4063" y="2558"/>
                    </a:cubicBezTo>
                    <a:close/>
                    <a:moveTo>
                      <a:pt x="2958" y="2597"/>
                    </a:moveTo>
                    <a:lnTo>
                      <a:pt x="2958" y="2597"/>
                    </a:lnTo>
                    <a:cubicBezTo>
                      <a:pt x="3023" y="2646"/>
                      <a:pt x="3091" y="2694"/>
                      <a:pt x="3156" y="2749"/>
                    </a:cubicBezTo>
                    <a:cubicBezTo>
                      <a:pt x="3110" y="2801"/>
                      <a:pt x="3065" y="2850"/>
                      <a:pt x="3026" y="2902"/>
                    </a:cubicBezTo>
                    <a:cubicBezTo>
                      <a:pt x="3000" y="2817"/>
                      <a:pt x="2981" y="2730"/>
                      <a:pt x="2964" y="2646"/>
                    </a:cubicBezTo>
                    <a:cubicBezTo>
                      <a:pt x="2961" y="2629"/>
                      <a:pt x="2961" y="2613"/>
                      <a:pt x="2958" y="2597"/>
                    </a:cubicBezTo>
                    <a:close/>
                    <a:moveTo>
                      <a:pt x="2815" y="2672"/>
                    </a:moveTo>
                    <a:cubicBezTo>
                      <a:pt x="2828" y="2753"/>
                      <a:pt x="2848" y="2837"/>
                      <a:pt x="2870" y="2918"/>
                    </a:cubicBezTo>
                    <a:cubicBezTo>
                      <a:pt x="2786" y="2853"/>
                      <a:pt x="2702" y="2791"/>
                      <a:pt x="2611" y="2733"/>
                    </a:cubicBezTo>
                    <a:cubicBezTo>
                      <a:pt x="2676" y="2707"/>
                      <a:pt x="2747" y="2688"/>
                      <a:pt x="2815" y="2672"/>
                    </a:cubicBezTo>
                    <a:close/>
                    <a:moveTo>
                      <a:pt x="4225" y="2639"/>
                    </a:moveTo>
                    <a:lnTo>
                      <a:pt x="4225" y="2639"/>
                    </a:lnTo>
                    <a:cubicBezTo>
                      <a:pt x="4234" y="2646"/>
                      <a:pt x="4247" y="2655"/>
                      <a:pt x="4263" y="2662"/>
                    </a:cubicBezTo>
                    <a:cubicBezTo>
                      <a:pt x="4241" y="2766"/>
                      <a:pt x="4208" y="2860"/>
                      <a:pt x="4166" y="2957"/>
                    </a:cubicBezTo>
                    <a:cubicBezTo>
                      <a:pt x="4131" y="2934"/>
                      <a:pt x="4095" y="2915"/>
                      <a:pt x="4053" y="2889"/>
                    </a:cubicBezTo>
                    <a:cubicBezTo>
                      <a:pt x="4111" y="2821"/>
                      <a:pt x="4163" y="2756"/>
                      <a:pt x="4218" y="2688"/>
                    </a:cubicBezTo>
                    <a:cubicBezTo>
                      <a:pt x="4231" y="2672"/>
                      <a:pt x="4231" y="2655"/>
                      <a:pt x="4225" y="2639"/>
                    </a:cubicBezTo>
                    <a:close/>
                    <a:moveTo>
                      <a:pt x="3616" y="2688"/>
                    </a:moveTo>
                    <a:cubicBezTo>
                      <a:pt x="3674" y="2727"/>
                      <a:pt x="3735" y="2766"/>
                      <a:pt x="3791" y="2804"/>
                    </a:cubicBezTo>
                    <a:lnTo>
                      <a:pt x="3622" y="3012"/>
                    </a:lnTo>
                    <a:cubicBezTo>
                      <a:pt x="3564" y="2970"/>
                      <a:pt x="3509" y="2928"/>
                      <a:pt x="3447" y="2885"/>
                    </a:cubicBezTo>
                    <a:cubicBezTo>
                      <a:pt x="3502" y="2821"/>
                      <a:pt x="3561" y="2753"/>
                      <a:pt x="3616" y="2688"/>
                    </a:cubicBezTo>
                    <a:close/>
                    <a:moveTo>
                      <a:pt x="4532" y="2691"/>
                    </a:moveTo>
                    <a:cubicBezTo>
                      <a:pt x="4756" y="2785"/>
                      <a:pt x="4937" y="2915"/>
                      <a:pt x="5083" y="3077"/>
                    </a:cubicBezTo>
                    <a:cubicBezTo>
                      <a:pt x="4905" y="2944"/>
                      <a:pt x="4717" y="2817"/>
                      <a:pt x="4532" y="2691"/>
                    </a:cubicBezTo>
                    <a:close/>
                    <a:moveTo>
                      <a:pt x="3852" y="2847"/>
                    </a:moveTo>
                    <a:cubicBezTo>
                      <a:pt x="3884" y="2866"/>
                      <a:pt x="3917" y="2889"/>
                      <a:pt x="3949" y="2911"/>
                    </a:cubicBezTo>
                    <a:cubicBezTo>
                      <a:pt x="3891" y="2983"/>
                      <a:pt x="3836" y="3051"/>
                      <a:pt x="3778" y="3125"/>
                    </a:cubicBezTo>
                    <a:cubicBezTo>
                      <a:pt x="3745" y="3099"/>
                      <a:pt x="3713" y="3077"/>
                      <a:pt x="3677" y="3051"/>
                    </a:cubicBezTo>
                    <a:cubicBezTo>
                      <a:pt x="3735" y="2983"/>
                      <a:pt x="3794" y="2915"/>
                      <a:pt x="3852" y="2847"/>
                    </a:cubicBezTo>
                    <a:close/>
                    <a:moveTo>
                      <a:pt x="3201" y="2782"/>
                    </a:moveTo>
                    <a:lnTo>
                      <a:pt x="3356" y="2902"/>
                    </a:lnTo>
                    <a:cubicBezTo>
                      <a:pt x="3292" y="2979"/>
                      <a:pt x="3233" y="3057"/>
                      <a:pt x="3172" y="3138"/>
                    </a:cubicBezTo>
                    <a:cubicBezTo>
                      <a:pt x="3139" y="3112"/>
                      <a:pt x="3110" y="3093"/>
                      <a:pt x="3078" y="3067"/>
                    </a:cubicBezTo>
                    <a:lnTo>
                      <a:pt x="3042" y="2957"/>
                    </a:lnTo>
                    <a:cubicBezTo>
                      <a:pt x="3094" y="2902"/>
                      <a:pt x="3146" y="2837"/>
                      <a:pt x="3201" y="2782"/>
                    </a:cubicBezTo>
                    <a:close/>
                    <a:moveTo>
                      <a:pt x="4004" y="2947"/>
                    </a:moveTo>
                    <a:cubicBezTo>
                      <a:pt x="4046" y="2976"/>
                      <a:pt x="4089" y="3002"/>
                      <a:pt x="4131" y="3031"/>
                    </a:cubicBezTo>
                    <a:cubicBezTo>
                      <a:pt x="4089" y="3115"/>
                      <a:pt x="4046" y="3196"/>
                      <a:pt x="3991" y="3277"/>
                    </a:cubicBezTo>
                    <a:cubicBezTo>
                      <a:pt x="3940" y="3242"/>
                      <a:pt x="3884" y="3203"/>
                      <a:pt x="3833" y="3161"/>
                    </a:cubicBezTo>
                    <a:cubicBezTo>
                      <a:pt x="3888" y="3090"/>
                      <a:pt x="3949" y="3018"/>
                      <a:pt x="4004" y="2947"/>
                    </a:cubicBezTo>
                    <a:close/>
                    <a:moveTo>
                      <a:pt x="3402" y="2934"/>
                    </a:moveTo>
                    <a:cubicBezTo>
                      <a:pt x="3463" y="2979"/>
                      <a:pt x="3518" y="3025"/>
                      <a:pt x="3577" y="3064"/>
                    </a:cubicBezTo>
                    <a:cubicBezTo>
                      <a:pt x="3512" y="3141"/>
                      <a:pt x="3450" y="3219"/>
                      <a:pt x="3386" y="3300"/>
                    </a:cubicBezTo>
                    <a:cubicBezTo>
                      <a:pt x="3324" y="3255"/>
                      <a:pt x="3266" y="3206"/>
                      <a:pt x="3204" y="3161"/>
                    </a:cubicBezTo>
                    <a:cubicBezTo>
                      <a:pt x="3269" y="3090"/>
                      <a:pt x="3337" y="3012"/>
                      <a:pt x="3402" y="2934"/>
                    </a:cubicBezTo>
                    <a:close/>
                    <a:moveTo>
                      <a:pt x="3629" y="3106"/>
                    </a:moveTo>
                    <a:cubicBezTo>
                      <a:pt x="3661" y="3128"/>
                      <a:pt x="3697" y="3158"/>
                      <a:pt x="3729" y="3180"/>
                    </a:cubicBezTo>
                    <a:cubicBezTo>
                      <a:pt x="3664" y="3261"/>
                      <a:pt x="3606" y="3339"/>
                      <a:pt x="3541" y="3420"/>
                    </a:cubicBezTo>
                    <a:cubicBezTo>
                      <a:pt x="3502" y="3391"/>
                      <a:pt x="3467" y="3358"/>
                      <a:pt x="3431" y="3332"/>
                    </a:cubicBezTo>
                    <a:cubicBezTo>
                      <a:pt x="3496" y="3255"/>
                      <a:pt x="3564" y="3180"/>
                      <a:pt x="3629" y="3106"/>
                    </a:cubicBezTo>
                    <a:close/>
                    <a:moveTo>
                      <a:pt x="3152" y="3251"/>
                    </a:moveTo>
                    <a:lnTo>
                      <a:pt x="3152" y="3251"/>
                    </a:lnTo>
                    <a:cubicBezTo>
                      <a:pt x="3207" y="3294"/>
                      <a:pt x="3266" y="3336"/>
                      <a:pt x="3321" y="3381"/>
                    </a:cubicBezTo>
                    <a:cubicBezTo>
                      <a:pt x="3301" y="3404"/>
                      <a:pt x="3285" y="3430"/>
                      <a:pt x="3266" y="3452"/>
                    </a:cubicBezTo>
                    <a:cubicBezTo>
                      <a:pt x="3224" y="3388"/>
                      <a:pt x="3185" y="3320"/>
                      <a:pt x="3152" y="3251"/>
                    </a:cubicBezTo>
                    <a:close/>
                    <a:moveTo>
                      <a:pt x="3784" y="3222"/>
                    </a:moveTo>
                    <a:cubicBezTo>
                      <a:pt x="3839" y="3261"/>
                      <a:pt x="3891" y="3307"/>
                      <a:pt x="3949" y="3349"/>
                    </a:cubicBezTo>
                    <a:cubicBezTo>
                      <a:pt x="3888" y="3433"/>
                      <a:pt x="3820" y="3514"/>
                      <a:pt x="3742" y="3585"/>
                    </a:cubicBezTo>
                    <a:cubicBezTo>
                      <a:pt x="3690" y="3543"/>
                      <a:pt x="3638" y="3498"/>
                      <a:pt x="3583" y="3456"/>
                    </a:cubicBezTo>
                    <a:cubicBezTo>
                      <a:pt x="3654" y="3381"/>
                      <a:pt x="3719" y="3300"/>
                      <a:pt x="3784" y="3222"/>
                    </a:cubicBezTo>
                    <a:close/>
                    <a:moveTo>
                      <a:pt x="3363" y="3407"/>
                    </a:moveTo>
                    <a:cubicBezTo>
                      <a:pt x="3402" y="3436"/>
                      <a:pt x="3444" y="3469"/>
                      <a:pt x="3480" y="3498"/>
                    </a:cubicBezTo>
                    <a:cubicBezTo>
                      <a:pt x="3447" y="3537"/>
                      <a:pt x="3415" y="3579"/>
                      <a:pt x="3386" y="3618"/>
                    </a:cubicBezTo>
                    <a:cubicBezTo>
                      <a:pt x="3353" y="3579"/>
                      <a:pt x="3321" y="3533"/>
                      <a:pt x="3288" y="3488"/>
                    </a:cubicBezTo>
                    <a:cubicBezTo>
                      <a:pt x="3314" y="3462"/>
                      <a:pt x="3337" y="3436"/>
                      <a:pt x="3363" y="3407"/>
                    </a:cubicBezTo>
                    <a:close/>
                    <a:moveTo>
                      <a:pt x="3518" y="3530"/>
                    </a:moveTo>
                    <a:cubicBezTo>
                      <a:pt x="3570" y="3566"/>
                      <a:pt x="3625" y="3608"/>
                      <a:pt x="3677" y="3643"/>
                    </a:cubicBezTo>
                    <a:cubicBezTo>
                      <a:pt x="3629" y="3689"/>
                      <a:pt x="3577" y="3731"/>
                      <a:pt x="3525" y="3770"/>
                    </a:cubicBezTo>
                    <a:cubicBezTo>
                      <a:pt x="3486" y="3731"/>
                      <a:pt x="3450" y="3695"/>
                      <a:pt x="3415" y="3656"/>
                    </a:cubicBezTo>
                    <a:cubicBezTo>
                      <a:pt x="3450" y="3614"/>
                      <a:pt x="3486" y="3569"/>
                      <a:pt x="3518" y="3530"/>
                    </a:cubicBezTo>
                    <a:close/>
                    <a:moveTo>
                      <a:pt x="4387" y="2749"/>
                    </a:moveTo>
                    <a:cubicBezTo>
                      <a:pt x="4668" y="2934"/>
                      <a:pt x="4954" y="3115"/>
                      <a:pt x="5242" y="3284"/>
                    </a:cubicBezTo>
                    <a:cubicBezTo>
                      <a:pt x="5333" y="3433"/>
                      <a:pt x="5407" y="3601"/>
                      <a:pt x="5456" y="3792"/>
                    </a:cubicBezTo>
                    <a:lnTo>
                      <a:pt x="5456" y="3802"/>
                    </a:lnTo>
                    <a:cubicBezTo>
                      <a:pt x="5067" y="3546"/>
                      <a:pt x="4675" y="3290"/>
                      <a:pt x="4286" y="3034"/>
                    </a:cubicBezTo>
                    <a:cubicBezTo>
                      <a:pt x="4325" y="2944"/>
                      <a:pt x="4357" y="2847"/>
                      <a:pt x="4387" y="2749"/>
                    </a:cubicBezTo>
                    <a:close/>
                    <a:moveTo>
                      <a:pt x="2543" y="2759"/>
                    </a:moveTo>
                    <a:cubicBezTo>
                      <a:pt x="2670" y="2863"/>
                      <a:pt x="2796" y="2966"/>
                      <a:pt x="2919" y="3067"/>
                    </a:cubicBezTo>
                    <a:cubicBezTo>
                      <a:pt x="3029" y="3368"/>
                      <a:pt x="3207" y="3640"/>
                      <a:pt x="3437" y="3835"/>
                    </a:cubicBezTo>
                    <a:cubicBezTo>
                      <a:pt x="3421" y="3841"/>
                      <a:pt x="3408" y="3851"/>
                      <a:pt x="3395" y="3861"/>
                    </a:cubicBezTo>
                    <a:cubicBezTo>
                      <a:pt x="2997" y="3559"/>
                      <a:pt x="2621" y="3245"/>
                      <a:pt x="2239" y="2928"/>
                    </a:cubicBezTo>
                    <a:cubicBezTo>
                      <a:pt x="2236" y="2921"/>
                      <a:pt x="2236" y="2921"/>
                      <a:pt x="2232" y="2921"/>
                    </a:cubicBezTo>
                    <a:cubicBezTo>
                      <a:pt x="2329" y="2856"/>
                      <a:pt x="2433" y="2804"/>
                      <a:pt x="2543" y="2759"/>
                    </a:cubicBezTo>
                    <a:close/>
                    <a:moveTo>
                      <a:pt x="2190" y="2947"/>
                    </a:moveTo>
                    <a:cubicBezTo>
                      <a:pt x="2190" y="2953"/>
                      <a:pt x="2193" y="2960"/>
                      <a:pt x="2200" y="2966"/>
                    </a:cubicBezTo>
                    <a:cubicBezTo>
                      <a:pt x="2543" y="3307"/>
                      <a:pt x="2926" y="3618"/>
                      <a:pt x="3314" y="3906"/>
                    </a:cubicBezTo>
                    <a:cubicBezTo>
                      <a:pt x="3207" y="3964"/>
                      <a:pt x="3097" y="4013"/>
                      <a:pt x="2981" y="4052"/>
                    </a:cubicBezTo>
                    <a:cubicBezTo>
                      <a:pt x="2624" y="3770"/>
                      <a:pt x="2252" y="3498"/>
                      <a:pt x="1882" y="3226"/>
                    </a:cubicBezTo>
                    <a:cubicBezTo>
                      <a:pt x="1973" y="3122"/>
                      <a:pt x="2077" y="3028"/>
                      <a:pt x="2190" y="2947"/>
                    </a:cubicBezTo>
                    <a:close/>
                    <a:moveTo>
                      <a:pt x="2167" y="139"/>
                    </a:moveTo>
                    <a:cubicBezTo>
                      <a:pt x="2779" y="139"/>
                      <a:pt x="3363" y="404"/>
                      <a:pt x="3771" y="841"/>
                    </a:cubicBezTo>
                    <a:cubicBezTo>
                      <a:pt x="3515" y="968"/>
                      <a:pt x="3285" y="1149"/>
                      <a:pt x="3094" y="1389"/>
                    </a:cubicBezTo>
                    <a:cubicBezTo>
                      <a:pt x="3026" y="1473"/>
                      <a:pt x="2974" y="1567"/>
                      <a:pt x="2929" y="1667"/>
                    </a:cubicBezTo>
                    <a:cubicBezTo>
                      <a:pt x="2926" y="1664"/>
                      <a:pt x="2919" y="1664"/>
                      <a:pt x="2916" y="1658"/>
                    </a:cubicBezTo>
                    <a:cubicBezTo>
                      <a:pt x="2910" y="1654"/>
                      <a:pt x="2904" y="1652"/>
                      <a:pt x="2899" y="1652"/>
                    </a:cubicBezTo>
                    <a:cubicBezTo>
                      <a:pt x="2871" y="1652"/>
                      <a:pt x="2854" y="1694"/>
                      <a:pt x="2883" y="1716"/>
                    </a:cubicBezTo>
                    <a:cubicBezTo>
                      <a:pt x="2893" y="1719"/>
                      <a:pt x="2896" y="1722"/>
                      <a:pt x="2903" y="1726"/>
                    </a:cubicBezTo>
                    <a:cubicBezTo>
                      <a:pt x="2806" y="1978"/>
                      <a:pt x="2773" y="2263"/>
                      <a:pt x="2799" y="2542"/>
                    </a:cubicBezTo>
                    <a:cubicBezTo>
                      <a:pt x="2167" y="2672"/>
                      <a:pt x="1646" y="3122"/>
                      <a:pt x="1439" y="3715"/>
                    </a:cubicBezTo>
                    <a:cubicBezTo>
                      <a:pt x="1436" y="3714"/>
                      <a:pt x="1434" y="3713"/>
                      <a:pt x="1431" y="3713"/>
                    </a:cubicBezTo>
                    <a:cubicBezTo>
                      <a:pt x="1413" y="3713"/>
                      <a:pt x="1392" y="3739"/>
                      <a:pt x="1409" y="3754"/>
                    </a:cubicBezTo>
                    <a:cubicBezTo>
                      <a:pt x="1413" y="3757"/>
                      <a:pt x="1419" y="3760"/>
                      <a:pt x="1422" y="3760"/>
                    </a:cubicBezTo>
                    <a:cubicBezTo>
                      <a:pt x="1393" y="3854"/>
                      <a:pt x="1371" y="3954"/>
                      <a:pt x="1358" y="4055"/>
                    </a:cubicBezTo>
                    <a:cubicBezTo>
                      <a:pt x="1290" y="4023"/>
                      <a:pt x="1215" y="3987"/>
                      <a:pt x="1150" y="3942"/>
                    </a:cubicBezTo>
                    <a:cubicBezTo>
                      <a:pt x="713" y="3647"/>
                      <a:pt x="473" y="3138"/>
                      <a:pt x="353" y="2639"/>
                    </a:cubicBezTo>
                    <a:cubicBezTo>
                      <a:pt x="214" y="2076"/>
                      <a:pt x="204" y="1486"/>
                      <a:pt x="531" y="987"/>
                    </a:cubicBezTo>
                    <a:cubicBezTo>
                      <a:pt x="852" y="498"/>
                      <a:pt x="1403" y="200"/>
                      <a:pt x="1976" y="148"/>
                    </a:cubicBezTo>
                    <a:cubicBezTo>
                      <a:pt x="2040" y="142"/>
                      <a:pt x="2104" y="139"/>
                      <a:pt x="2167" y="139"/>
                    </a:cubicBezTo>
                    <a:close/>
                    <a:moveTo>
                      <a:pt x="4762" y="734"/>
                    </a:moveTo>
                    <a:cubicBezTo>
                      <a:pt x="5245" y="734"/>
                      <a:pt x="5722" y="910"/>
                      <a:pt x="6087" y="1269"/>
                    </a:cubicBezTo>
                    <a:cubicBezTo>
                      <a:pt x="6755" y="1923"/>
                      <a:pt x="6807" y="3002"/>
                      <a:pt x="6172" y="3705"/>
                    </a:cubicBezTo>
                    <a:cubicBezTo>
                      <a:pt x="6019" y="3870"/>
                      <a:pt x="5844" y="3997"/>
                      <a:pt x="5653" y="4084"/>
                    </a:cubicBezTo>
                    <a:cubicBezTo>
                      <a:pt x="5650" y="4061"/>
                      <a:pt x="5647" y="4032"/>
                      <a:pt x="5640" y="4006"/>
                    </a:cubicBezTo>
                    <a:cubicBezTo>
                      <a:pt x="5669" y="3990"/>
                      <a:pt x="5682" y="3948"/>
                      <a:pt x="5647" y="3925"/>
                    </a:cubicBezTo>
                    <a:cubicBezTo>
                      <a:pt x="5637" y="3922"/>
                      <a:pt x="5631" y="3919"/>
                      <a:pt x="5624" y="3916"/>
                    </a:cubicBezTo>
                    <a:cubicBezTo>
                      <a:pt x="5588" y="3731"/>
                      <a:pt x="5533" y="3553"/>
                      <a:pt x="5459" y="3397"/>
                    </a:cubicBezTo>
                    <a:cubicBezTo>
                      <a:pt x="5258" y="2944"/>
                      <a:pt x="4876" y="2662"/>
                      <a:pt x="4435" y="2523"/>
                    </a:cubicBezTo>
                    <a:cubicBezTo>
                      <a:pt x="4516" y="1930"/>
                      <a:pt x="4341" y="1343"/>
                      <a:pt x="3985" y="890"/>
                    </a:cubicBezTo>
                    <a:cubicBezTo>
                      <a:pt x="4234" y="786"/>
                      <a:pt x="4499" y="734"/>
                      <a:pt x="4762" y="734"/>
                    </a:cubicBezTo>
                    <a:close/>
                    <a:moveTo>
                      <a:pt x="1847" y="3274"/>
                    </a:moveTo>
                    <a:cubicBezTo>
                      <a:pt x="2193" y="3543"/>
                      <a:pt x="2540" y="3818"/>
                      <a:pt x="2893" y="4081"/>
                    </a:cubicBezTo>
                    <a:cubicBezTo>
                      <a:pt x="2822" y="4100"/>
                      <a:pt x="2751" y="4116"/>
                      <a:pt x="2679" y="4129"/>
                    </a:cubicBezTo>
                    <a:cubicBezTo>
                      <a:pt x="2650" y="4133"/>
                      <a:pt x="2637" y="4159"/>
                      <a:pt x="2631" y="4178"/>
                    </a:cubicBezTo>
                    <a:cubicBezTo>
                      <a:pt x="2605" y="4181"/>
                      <a:pt x="2576" y="4184"/>
                      <a:pt x="2547" y="4184"/>
                    </a:cubicBezTo>
                    <a:cubicBezTo>
                      <a:pt x="2255" y="3964"/>
                      <a:pt x="1960" y="3760"/>
                      <a:pt x="1672" y="3537"/>
                    </a:cubicBezTo>
                    <a:cubicBezTo>
                      <a:pt x="1720" y="3446"/>
                      <a:pt x="1782" y="3355"/>
                      <a:pt x="1847" y="3274"/>
                    </a:cubicBezTo>
                    <a:close/>
                    <a:moveTo>
                      <a:pt x="3807" y="3715"/>
                    </a:moveTo>
                    <a:cubicBezTo>
                      <a:pt x="4014" y="3873"/>
                      <a:pt x="4215" y="4032"/>
                      <a:pt x="4422" y="4191"/>
                    </a:cubicBezTo>
                    <a:cubicBezTo>
                      <a:pt x="4140" y="4129"/>
                      <a:pt x="3868" y="4016"/>
                      <a:pt x="3629" y="3867"/>
                    </a:cubicBezTo>
                    <a:cubicBezTo>
                      <a:pt x="3693" y="3818"/>
                      <a:pt x="3752" y="3770"/>
                      <a:pt x="3807" y="3715"/>
                    </a:cubicBezTo>
                    <a:close/>
                    <a:moveTo>
                      <a:pt x="1542" y="3854"/>
                    </a:moveTo>
                    <a:cubicBezTo>
                      <a:pt x="1698" y="3971"/>
                      <a:pt x="1856" y="4087"/>
                      <a:pt x="2012" y="4201"/>
                    </a:cubicBezTo>
                    <a:cubicBezTo>
                      <a:pt x="1834" y="4194"/>
                      <a:pt x="1656" y="4165"/>
                      <a:pt x="1490" y="4110"/>
                    </a:cubicBezTo>
                    <a:cubicBezTo>
                      <a:pt x="1503" y="4019"/>
                      <a:pt x="1520" y="3935"/>
                      <a:pt x="1542" y="3854"/>
                    </a:cubicBezTo>
                    <a:close/>
                    <a:moveTo>
                      <a:pt x="1639" y="3595"/>
                    </a:moveTo>
                    <a:cubicBezTo>
                      <a:pt x="1882" y="3805"/>
                      <a:pt x="2142" y="4019"/>
                      <a:pt x="2417" y="4194"/>
                    </a:cubicBezTo>
                    <a:cubicBezTo>
                      <a:pt x="2300" y="4201"/>
                      <a:pt x="2184" y="4204"/>
                      <a:pt x="2067" y="4204"/>
                    </a:cubicBezTo>
                    <a:cubicBezTo>
                      <a:pt x="2077" y="4191"/>
                      <a:pt x="2083" y="4165"/>
                      <a:pt x="2061" y="4149"/>
                    </a:cubicBezTo>
                    <a:cubicBezTo>
                      <a:pt x="1895" y="4029"/>
                      <a:pt x="1730" y="3909"/>
                      <a:pt x="1558" y="3796"/>
                    </a:cubicBezTo>
                    <a:cubicBezTo>
                      <a:pt x="1584" y="3728"/>
                      <a:pt x="1607" y="3660"/>
                      <a:pt x="1639" y="3595"/>
                    </a:cubicBezTo>
                    <a:close/>
                    <a:moveTo>
                      <a:pt x="4254" y="3115"/>
                    </a:moveTo>
                    <a:cubicBezTo>
                      <a:pt x="4662" y="3391"/>
                      <a:pt x="5073" y="3663"/>
                      <a:pt x="5488" y="3935"/>
                    </a:cubicBezTo>
                    <a:cubicBezTo>
                      <a:pt x="5501" y="4003"/>
                      <a:pt x="5517" y="4071"/>
                      <a:pt x="5524" y="4142"/>
                    </a:cubicBezTo>
                    <a:cubicBezTo>
                      <a:pt x="5430" y="4175"/>
                      <a:pt x="5333" y="4197"/>
                      <a:pt x="5232" y="4214"/>
                    </a:cubicBezTo>
                    <a:cubicBezTo>
                      <a:pt x="5232" y="4201"/>
                      <a:pt x="5229" y="4191"/>
                      <a:pt x="5216" y="4181"/>
                    </a:cubicBezTo>
                    <a:cubicBezTo>
                      <a:pt x="4847" y="3903"/>
                      <a:pt x="4481" y="3631"/>
                      <a:pt x="4108" y="3365"/>
                    </a:cubicBezTo>
                    <a:cubicBezTo>
                      <a:pt x="4160" y="3284"/>
                      <a:pt x="4208" y="3203"/>
                      <a:pt x="4254" y="3115"/>
                    </a:cubicBezTo>
                    <a:close/>
                    <a:moveTo>
                      <a:pt x="4063" y="3433"/>
                    </a:moveTo>
                    <a:cubicBezTo>
                      <a:pt x="4419" y="3699"/>
                      <a:pt x="4775" y="3967"/>
                      <a:pt x="5135" y="4227"/>
                    </a:cubicBezTo>
                    <a:cubicBezTo>
                      <a:pt x="5057" y="4235"/>
                      <a:pt x="4979" y="4239"/>
                      <a:pt x="4901" y="4239"/>
                    </a:cubicBezTo>
                    <a:cubicBezTo>
                      <a:pt x="4797" y="4239"/>
                      <a:pt x="4693" y="4232"/>
                      <a:pt x="4587" y="4217"/>
                    </a:cubicBezTo>
                    <a:cubicBezTo>
                      <a:pt x="4344" y="4029"/>
                      <a:pt x="4102" y="3844"/>
                      <a:pt x="3852" y="3676"/>
                    </a:cubicBezTo>
                    <a:cubicBezTo>
                      <a:pt x="3930" y="3598"/>
                      <a:pt x="3998" y="3517"/>
                      <a:pt x="4063" y="3433"/>
                    </a:cubicBezTo>
                    <a:close/>
                    <a:moveTo>
                      <a:pt x="3528" y="3938"/>
                    </a:moveTo>
                    <a:cubicBezTo>
                      <a:pt x="3531" y="3951"/>
                      <a:pt x="3541" y="3958"/>
                      <a:pt x="3551" y="3967"/>
                    </a:cubicBezTo>
                    <a:cubicBezTo>
                      <a:pt x="3946" y="4221"/>
                      <a:pt x="4423" y="4373"/>
                      <a:pt x="4893" y="4373"/>
                    </a:cubicBezTo>
                    <a:cubicBezTo>
                      <a:pt x="5113" y="4373"/>
                      <a:pt x="5332" y="4340"/>
                      <a:pt x="5540" y="4269"/>
                    </a:cubicBezTo>
                    <a:lnTo>
                      <a:pt x="5540" y="4269"/>
                    </a:lnTo>
                    <a:cubicBezTo>
                      <a:pt x="5556" y="4570"/>
                      <a:pt x="5524" y="4875"/>
                      <a:pt x="5407" y="5150"/>
                    </a:cubicBezTo>
                    <a:cubicBezTo>
                      <a:pt x="5196" y="5636"/>
                      <a:pt x="4701" y="5931"/>
                      <a:pt x="4215" y="6093"/>
                    </a:cubicBezTo>
                    <a:cubicBezTo>
                      <a:pt x="4042" y="6151"/>
                      <a:pt x="3854" y="6178"/>
                      <a:pt x="3662" y="6178"/>
                    </a:cubicBezTo>
                    <a:cubicBezTo>
                      <a:pt x="2807" y="6178"/>
                      <a:pt x="1854" y="5634"/>
                      <a:pt x="1581" y="4849"/>
                    </a:cubicBezTo>
                    <a:cubicBezTo>
                      <a:pt x="1503" y="4635"/>
                      <a:pt x="1474" y="4424"/>
                      <a:pt x="1487" y="4214"/>
                    </a:cubicBezTo>
                    <a:lnTo>
                      <a:pt x="1487" y="4214"/>
                    </a:lnTo>
                    <a:cubicBezTo>
                      <a:pt x="1695" y="4289"/>
                      <a:pt x="1922" y="4327"/>
                      <a:pt x="2161" y="4327"/>
                    </a:cubicBezTo>
                    <a:cubicBezTo>
                      <a:pt x="2335" y="4327"/>
                      <a:pt x="2516" y="4306"/>
                      <a:pt x="2702" y="4265"/>
                    </a:cubicBezTo>
                    <a:cubicBezTo>
                      <a:pt x="2718" y="4262"/>
                      <a:pt x="2725" y="4253"/>
                      <a:pt x="2734" y="4243"/>
                    </a:cubicBezTo>
                    <a:cubicBezTo>
                      <a:pt x="2835" y="4227"/>
                      <a:pt x="2935" y="4201"/>
                      <a:pt x="3032" y="4172"/>
                    </a:cubicBezTo>
                    <a:cubicBezTo>
                      <a:pt x="3042" y="4181"/>
                      <a:pt x="3049" y="4184"/>
                      <a:pt x="3058" y="4194"/>
                    </a:cubicBezTo>
                    <a:cubicBezTo>
                      <a:pt x="3064" y="4198"/>
                      <a:pt x="3069" y="4199"/>
                      <a:pt x="3075" y="4199"/>
                    </a:cubicBezTo>
                    <a:cubicBezTo>
                      <a:pt x="3100" y="4199"/>
                      <a:pt x="3124" y="4167"/>
                      <a:pt x="3113" y="4146"/>
                    </a:cubicBezTo>
                    <a:cubicBezTo>
                      <a:pt x="3259" y="4091"/>
                      <a:pt x="3399" y="4023"/>
                      <a:pt x="3528" y="3938"/>
                    </a:cubicBezTo>
                    <a:close/>
                    <a:moveTo>
                      <a:pt x="2166" y="1"/>
                    </a:moveTo>
                    <a:cubicBezTo>
                      <a:pt x="1690" y="1"/>
                      <a:pt x="1217" y="146"/>
                      <a:pt x="836" y="449"/>
                    </a:cubicBezTo>
                    <a:cubicBezTo>
                      <a:pt x="42" y="1084"/>
                      <a:pt x="0" y="2108"/>
                      <a:pt x="327" y="3009"/>
                    </a:cubicBezTo>
                    <a:cubicBezTo>
                      <a:pt x="535" y="3566"/>
                      <a:pt x="891" y="3954"/>
                      <a:pt x="1345" y="4159"/>
                    </a:cubicBezTo>
                    <a:cubicBezTo>
                      <a:pt x="1286" y="5056"/>
                      <a:pt x="1892" y="5733"/>
                      <a:pt x="2676" y="6076"/>
                    </a:cubicBezTo>
                    <a:cubicBezTo>
                      <a:pt x="2998" y="6216"/>
                      <a:pt x="3336" y="6288"/>
                      <a:pt x="3668" y="6288"/>
                    </a:cubicBezTo>
                    <a:cubicBezTo>
                      <a:pt x="4222" y="6288"/>
                      <a:pt x="4763" y="6088"/>
                      <a:pt x="5196" y="5671"/>
                    </a:cubicBezTo>
                    <a:cubicBezTo>
                      <a:pt x="5585" y="5299"/>
                      <a:pt x="5712" y="4748"/>
                      <a:pt x="5663" y="4217"/>
                    </a:cubicBezTo>
                    <a:cubicBezTo>
                      <a:pt x="5731" y="4191"/>
                      <a:pt x="5799" y="4152"/>
                      <a:pt x="5867" y="4116"/>
                    </a:cubicBezTo>
                    <a:cubicBezTo>
                      <a:pt x="6521" y="3737"/>
                      <a:pt x="6855" y="2944"/>
                      <a:pt x="6735" y="2205"/>
                    </a:cubicBezTo>
                    <a:cubicBezTo>
                      <a:pt x="6563" y="1169"/>
                      <a:pt x="5661" y="610"/>
                      <a:pt x="4744" y="610"/>
                    </a:cubicBezTo>
                    <a:cubicBezTo>
                      <a:pt x="4457" y="610"/>
                      <a:pt x="4169" y="665"/>
                      <a:pt x="3901" y="776"/>
                    </a:cubicBezTo>
                    <a:cubicBezTo>
                      <a:pt x="3735" y="589"/>
                      <a:pt x="3541" y="423"/>
                      <a:pt x="3314" y="297"/>
                    </a:cubicBezTo>
                    <a:cubicBezTo>
                      <a:pt x="2965" y="102"/>
                      <a:pt x="2565" y="1"/>
                      <a:pt x="21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31"/>
              <p:cNvSpPr/>
              <p:nvPr/>
            </p:nvSpPr>
            <p:spPr>
              <a:xfrm>
                <a:off x="8031135" y="1287387"/>
                <a:ext cx="35199" cy="48464"/>
              </a:xfrm>
              <a:custGeom>
                <a:rect b="b" l="l" r="r" t="t"/>
                <a:pathLst>
                  <a:path extrusionOk="0" h="738" w="536">
                    <a:moveTo>
                      <a:pt x="159" y="178"/>
                    </a:moveTo>
                    <a:cubicBezTo>
                      <a:pt x="195" y="224"/>
                      <a:pt x="224" y="276"/>
                      <a:pt x="253" y="324"/>
                    </a:cubicBezTo>
                    <a:cubicBezTo>
                      <a:pt x="221" y="337"/>
                      <a:pt x="189" y="344"/>
                      <a:pt x="153" y="357"/>
                    </a:cubicBezTo>
                    <a:cubicBezTo>
                      <a:pt x="156" y="298"/>
                      <a:pt x="156" y="240"/>
                      <a:pt x="159" y="178"/>
                    </a:cubicBezTo>
                    <a:close/>
                    <a:moveTo>
                      <a:pt x="111" y="0"/>
                    </a:moveTo>
                    <a:cubicBezTo>
                      <a:pt x="79" y="0"/>
                      <a:pt x="52" y="23"/>
                      <a:pt x="49" y="55"/>
                    </a:cubicBezTo>
                    <a:cubicBezTo>
                      <a:pt x="46" y="169"/>
                      <a:pt x="46" y="279"/>
                      <a:pt x="46" y="392"/>
                    </a:cubicBezTo>
                    <a:cubicBezTo>
                      <a:pt x="1" y="408"/>
                      <a:pt x="14" y="467"/>
                      <a:pt x="49" y="473"/>
                    </a:cubicBezTo>
                    <a:cubicBezTo>
                      <a:pt x="53" y="551"/>
                      <a:pt x="53" y="622"/>
                      <a:pt x="62" y="700"/>
                    </a:cubicBezTo>
                    <a:cubicBezTo>
                      <a:pt x="64" y="725"/>
                      <a:pt x="84" y="738"/>
                      <a:pt x="103" y="738"/>
                    </a:cubicBezTo>
                    <a:cubicBezTo>
                      <a:pt x="122" y="738"/>
                      <a:pt x="140" y="725"/>
                      <a:pt x="140" y="700"/>
                    </a:cubicBezTo>
                    <a:cubicBezTo>
                      <a:pt x="143" y="616"/>
                      <a:pt x="146" y="535"/>
                      <a:pt x="146" y="450"/>
                    </a:cubicBezTo>
                    <a:cubicBezTo>
                      <a:pt x="195" y="438"/>
                      <a:pt x="244" y="421"/>
                      <a:pt x="292" y="405"/>
                    </a:cubicBezTo>
                    <a:cubicBezTo>
                      <a:pt x="305" y="425"/>
                      <a:pt x="318" y="441"/>
                      <a:pt x="328" y="460"/>
                    </a:cubicBezTo>
                    <a:cubicBezTo>
                      <a:pt x="341" y="476"/>
                      <a:pt x="370" y="502"/>
                      <a:pt x="389" y="525"/>
                    </a:cubicBezTo>
                    <a:lnTo>
                      <a:pt x="389" y="538"/>
                    </a:lnTo>
                    <a:lnTo>
                      <a:pt x="389" y="551"/>
                    </a:lnTo>
                    <a:cubicBezTo>
                      <a:pt x="389" y="574"/>
                      <a:pt x="406" y="593"/>
                      <a:pt x="432" y="603"/>
                    </a:cubicBezTo>
                    <a:cubicBezTo>
                      <a:pt x="442" y="605"/>
                      <a:pt x="450" y="607"/>
                      <a:pt x="458" y="607"/>
                    </a:cubicBezTo>
                    <a:cubicBezTo>
                      <a:pt x="471" y="607"/>
                      <a:pt x="484" y="603"/>
                      <a:pt x="500" y="593"/>
                    </a:cubicBezTo>
                    <a:cubicBezTo>
                      <a:pt x="522" y="580"/>
                      <a:pt x="535" y="554"/>
                      <a:pt x="532" y="531"/>
                    </a:cubicBezTo>
                    <a:cubicBezTo>
                      <a:pt x="519" y="476"/>
                      <a:pt x="480" y="457"/>
                      <a:pt x="448" y="418"/>
                    </a:cubicBezTo>
                    <a:cubicBezTo>
                      <a:pt x="406" y="369"/>
                      <a:pt x="376" y="308"/>
                      <a:pt x="344" y="250"/>
                    </a:cubicBezTo>
                    <a:cubicBezTo>
                      <a:pt x="292" y="152"/>
                      <a:pt x="237" y="65"/>
                      <a:pt x="140" y="7"/>
                    </a:cubicBezTo>
                    <a:cubicBezTo>
                      <a:pt x="130" y="2"/>
                      <a:pt x="120" y="0"/>
                      <a:pt x="1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31"/>
              <p:cNvSpPr/>
              <p:nvPr/>
            </p:nvSpPr>
            <p:spPr>
              <a:xfrm>
                <a:off x="8304905" y="1298354"/>
                <a:ext cx="46297" cy="44327"/>
              </a:xfrm>
              <a:custGeom>
                <a:rect b="b" l="l" r="r" t="t"/>
                <a:pathLst>
                  <a:path extrusionOk="0" h="675" w="705">
                    <a:moveTo>
                      <a:pt x="208" y="115"/>
                    </a:moveTo>
                    <a:cubicBezTo>
                      <a:pt x="214" y="115"/>
                      <a:pt x="222" y="118"/>
                      <a:pt x="231" y="125"/>
                    </a:cubicBezTo>
                    <a:cubicBezTo>
                      <a:pt x="238" y="157"/>
                      <a:pt x="241" y="186"/>
                      <a:pt x="250" y="219"/>
                    </a:cubicBezTo>
                    <a:cubicBezTo>
                      <a:pt x="241" y="241"/>
                      <a:pt x="231" y="261"/>
                      <a:pt x="215" y="277"/>
                    </a:cubicBezTo>
                    <a:cubicBezTo>
                      <a:pt x="208" y="267"/>
                      <a:pt x="205" y="258"/>
                      <a:pt x="205" y="245"/>
                    </a:cubicBezTo>
                    <a:cubicBezTo>
                      <a:pt x="202" y="242"/>
                      <a:pt x="170" y="115"/>
                      <a:pt x="208" y="115"/>
                    </a:cubicBezTo>
                    <a:close/>
                    <a:moveTo>
                      <a:pt x="250" y="387"/>
                    </a:moveTo>
                    <a:lnTo>
                      <a:pt x="250" y="387"/>
                    </a:lnTo>
                    <a:cubicBezTo>
                      <a:pt x="284" y="401"/>
                      <a:pt x="317" y="404"/>
                      <a:pt x="349" y="404"/>
                    </a:cubicBezTo>
                    <a:cubicBezTo>
                      <a:pt x="373" y="404"/>
                      <a:pt x="398" y="403"/>
                      <a:pt x="423" y="403"/>
                    </a:cubicBezTo>
                    <a:cubicBezTo>
                      <a:pt x="442" y="403"/>
                      <a:pt x="461" y="404"/>
                      <a:pt x="480" y="407"/>
                    </a:cubicBezTo>
                    <a:cubicBezTo>
                      <a:pt x="506" y="416"/>
                      <a:pt x="574" y="445"/>
                      <a:pt x="561" y="484"/>
                    </a:cubicBezTo>
                    <a:cubicBezTo>
                      <a:pt x="558" y="501"/>
                      <a:pt x="510" y="520"/>
                      <a:pt x="497" y="526"/>
                    </a:cubicBezTo>
                    <a:cubicBezTo>
                      <a:pt x="455" y="544"/>
                      <a:pt x="409" y="554"/>
                      <a:pt x="364" y="554"/>
                    </a:cubicBezTo>
                    <a:cubicBezTo>
                      <a:pt x="335" y="554"/>
                      <a:pt x="307" y="550"/>
                      <a:pt x="280" y="543"/>
                    </a:cubicBezTo>
                    <a:lnTo>
                      <a:pt x="270" y="543"/>
                    </a:lnTo>
                    <a:cubicBezTo>
                      <a:pt x="280" y="530"/>
                      <a:pt x="286" y="517"/>
                      <a:pt x="280" y="497"/>
                    </a:cubicBezTo>
                    <a:cubicBezTo>
                      <a:pt x="270" y="462"/>
                      <a:pt x="257" y="423"/>
                      <a:pt x="250" y="387"/>
                    </a:cubicBezTo>
                    <a:close/>
                    <a:moveTo>
                      <a:pt x="201" y="1"/>
                    </a:moveTo>
                    <a:cubicBezTo>
                      <a:pt x="196" y="1"/>
                      <a:pt x="191" y="1"/>
                      <a:pt x="186" y="2"/>
                    </a:cubicBezTo>
                    <a:cubicBezTo>
                      <a:pt x="124" y="11"/>
                      <a:pt x="92" y="41"/>
                      <a:pt x="79" y="83"/>
                    </a:cubicBezTo>
                    <a:cubicBezTo>
                      <a:pt x="71" y="78"/>
                      <a:pt x="63" y="75"/>
                      <a:pt x="55" y="75"/>
                    </a:cubicBezTo>
                    <a:cubicBezTo>
                      <a:pt x="27" y="75"/>
                      <a:pt x="0" y="103"/>
                      <a:pt x="20" y="138"/>
                    </a:cubicBezTo>
                    <a:cubicBezTo>
                      <a:pt x="43" y="180"/>
                      <a:pt x="69" y="225"/>
                      <a:pt x="88" y="274"/>
                    </a:cubicBezTo>
                    <a:cubicBezTo>
                      <a:pt x="118" y="374"/>
                      <a:pt x="160" y="481"/>
                      <a:pt x="182" y="530"/>
                    </a:cubicBezTo>
                    <a:cubicBezTo>
                      <a:pt x="189" y="549"/>
                      <a:pt x="205" y="562"/>
                      <a:pt x="225" y="562"/>
                    </a:cubicBezTo>
                    <a:cubicBezTo>
                      <a:pt x="192" y="588"/>
                      <a:pt x="192" y="650"/>
                      <a:pt x="247" y="663"/>
                    </a:cubicBezTo>
                    <a:cubicBezTo>
                      <a:pt x="278" y="670"/>
                      <a:pt x="316" y="674"/>
                      <a:pt x="357" y="674"/>
                    </a:cubicBezTo>
                    <a:cubicBezTo>
                      <a:pt x="494" y="674"/>
                      <a:pt x="661" y="626"/>
                      <a:pt x="691" y="491"/>
                    </a:cubicBezTo>
                    <a:cubicBezTo>
                      <a:pt x="704" y="416"/>
                      <a:pt x="659" y="355"/>
                      <a:pt x="597" y="322"/>
                    </a:cubicBezTo>
                    <a:cubicBezTo>
                      <a:pt x="561" y="302"/>
                      <a:pt x="523" y="297"/>
                      <a:pt x="485" y="297"/>
                    </a:cubicBezTo>
                    <a:cubicBezTo>
                      <a:pt x="450" y="297"/>
                      <a:pt x="415" y="302"/>
                      <a:pt x="380" y="302"/>
                    </a:cubicBezTo>
                    <a:cubicBezTo>
                      <a:pt x="368" y="302"/>
                      <a:pt x="356" y="301"/>
                      <a:pt x="344" y="300"/>
                    </a:cubicBezTo>
                    <a:cubicBezTo>
                      <a:pt x="377" y="238"/>
                      <a:pt x="393" y="164"/>
                      <a:pt x="361" y="99"/>
                    </a:cubicBezTo>
                    <a:cubicBezTo>
                      <a:pt x="334" y="39"/>
                      <a:pt x="265"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31"/>
              <p:cNvSpPr/>
              <p:nvPr/>
            </p:nvSpPr>
            <p:spPr>
              <a:xfrm>
                <a:off x="8184535" y="1507177"/>
                <a:ext cx="43014" cy="33426"/>
              </a:xfrm>
              <a:custGeom>
                <a:rect b="b" l="l" r="r" t="t"/>
                <a:pathLst>
                  <a:path extrusionOk="0" h="509" w="655">
                    <a:moveTo>
                      <a:pt x="338" y="0"/>
                    </a:moveTo>
                    <a:cubicBezTo>
                      <a:pt x="281" y="0"/>
                      <a:pt x="225" y="24"/>
                      <a:pt x="175" y="61"/>
                    </a:cubicBezTo>
                    <a:cubicBezTo>
                      <a:pt x="98" y="120"/>
                      <a:pt x="0" y="220"/>
                      <a:pt x="17" y="327"/>
                    </a:cubicBezTo>
                    <a:cubicBezTo>
                      <a:pt x="42" y="458"/>
                      <a:pt x="174" y="509"/>
                      <a:pt x="311" y="509"/>
                    </a:cubicBezTo>
                    <a:cubicBezTo>
                      <a:pt x="421" y="509"/>
                      <a:pt x="535" y="476"/>
                      <a:pt x="600" y="427"/>
                    </a:cubicBezTo>
                    <a:cubicBezTo>
                      <a:pt x="655" y="389"/>
                      <a:pt x="626" y="320"/>
                      <a:pt x="572" y="320"/>
                    </a:cubicBezTo>
                    <a:cubicBezTo>
                      <a:pt x="562" y="320"/>
                      <a:pt x="552" y="322"/>
                      <a:pt x="541" y="327"/>
                    </a:cubicBezTo>
                    <a:cubicBezTo>
                      <a:pt x="481" y="352"/>
                      <a:pt x="384" y="392"/>
                      <a:pt x="298" y="392"/>
                    </a:cubicBezTo>
                    <a:cubicBezTo>
                      <a:pt x="250" y="392"/>
                      <a:pt x="206" y="380"/>
                      <a:pt x="172" y="346"/>
                    </a:cubicBezTo>
                    <a:cubicBezTo>
                      <a:pt x="75" y="250"/>
                      <a:pt x="257" y="95"/>
                      <a:pt x="369" y="95"/>
                    </a:cubicBezTo>
                    <a:cubicBezTo>
                      <a:pt x="381" y="95"/>
                      <a:pt x="392" y="96"/>
                      <a:pt x="402" y="100"/>
                    </a:cubicBezTo>
                    <a:cubicBezTo>
                      <a:pt x="407" y="102"/>
                      <a:pt x="411" y="102"/>
                      <a:pt x="415" y="102"/>
                    </a:cubicBezTo>
                    <a:cubicBezTo>
                      <a:pt x="451" y="102"/>
                      <a:pt x="467" y="43"/>
                      <a:pt x="435" y="26"/>
                    </a:cubicBezTo>
                    <a:cubicBezTo>
                      <a:pt x="403" y="8"/>
                      <a:pt x="370" y="0"/>
                      <a:pt x="3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5" name="Google Shape;3525;p31"/>
            <p:cNvGrpSpPr/>
            <p:nvPr/>
          </p:nvGrpSpPr>
          <p:grpSpPr>
            <a:xfrm>
              <a:off x="73501" y="-260561"/>
              <a:ext cx="699556" cy="660372"/>
              <a:chOff x="3712416" y="2719728"/>
              <a:chExt cx="383381" cy="361907"/>
            </a:xfrm>
          </p:grpSpPr>
          <p:sp>
            <p:nvSpPr>
              <p:cNvPr id="3526" name="Google Shape;3526;p31"/>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31"/>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31"/>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31"/>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31"/>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31"/>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31"/>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31"/>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31"/>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31"/>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31"/>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31"/>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31"/>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31"/>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31"/>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31"/>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31"/>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31"/>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31"/>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31"/>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31"/>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31"/>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31"/>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49" name="Google Shape;3549;p31"/>
          <p:cNvGrpSpPr/>
          <p:nvPr/>
        </p:nvGrpSpPr>
        <p:grpSpPr>
          <a:xfrm>
            <a:off x="6042925" y="-501006"/>
            <a:ext cx="3518107" cy="6025162"/>
            <a:chOff x="6042925" y="-501006"/>
            <a:chExt cx="3518107" cy="6025162"/>
          </a:xfrm>
        </p:grpSpPr>
        <p:grpSp>
          <p:nvGrpSpPr>
            <p:cNvPr id="3550" name="Google Shape;3550;p31"/>
            <p:cNvGrpSpPr/>
            <p:nvPr/>
          </p:nvGrpSpPr>
          <p:grpSpPr>
            <a:xfrm rot="-1582445">
              <a:off x="6137994" y="4587774"/>
              <a:ext cx="1088865" cy="683150"/>
              <a:chOff x="6908081" y="539500"/>
              <a:chExt cx="596726" cy="374384"/>
            </a:xfrm>
          </p:grpSpPr>
          <p:sp>
            <p:nvSpPr>
              <p:cNvPr id="3551" name="Google Shape;3551;p31"/>
              <p:cNvSpPr/>
              <p:nvPr/>
            </p:nvSpPr>
            <p:spPr>
              <a:xfrm>
                <a:off x="6908081" y="564782"/>
                <a:ext cx="554912" cy="349102"/>
              </a:xfrm>
              <a:custGeom>
                <a:rect b="b" l="l" r="r" t="t"/>
                <a:pathLst>
                  <a:path extrusionOk="0" h="5316" w="8450">
                    <a:moveTo>
                      <a:pt x="4381" y="3948"/>
                    </a:moveTo>
                    <a:cubicBezTo>
                      <a:pt x="4562" y="4013"/>
                      <a:pt x="4747" y="4062"/>
                      <a:pt x="4938" y="4094"/>
                    </a:cubicBezTo>
                    <a:cubicBezTo>
                      <a:pt x="4747" y="4091"/>
                      <a:pt x="4562" y="4091"/>
                      <a:pt x="4374" y="4091"/>
                    </a:cubicBezTo>
                    <a:cubicBezTo>
                      <a:pt x="4374" y="4042"/>
                      <a:pt x="4374" y="3997"/>
                      <a:pt x="4381" y="3948"/>
                    </a:cubicBezTo>
                    <a:close/>
                    <a:moveTo>
                      <a:pt x="4215" y="0"/>
                    </a:moveTo>
                    <a:cubicBezTo>
                      <a:pt x="4209" y="0"/>
                      <a:pt x="4202" y="1"/>
                      <a:pt x="4196" y="3"/>
                    </a:cubicBezTo>
                    <a:cubicBezTo>
                      <a:pt x="4141" y="19"/>
                      <a:pt x="4093" y="110"/>
                      <a:pt x="4063" y="155"/>
                    </a:cubicBezTo>
                    <a:cubicBezTo>
                      <a:pt x="3999" y="252"/>
                      <a:pt x="3947" y="353"/>
                      <a:pt x="3901" y="459"/>
                    </a:cubicBezTo>
                    <a:cubicBezTo>
                      <a:pt x="3888" y="492"/>
                      <a:pt x="3912" y="519"/>
                      <a:pt x="3937" y="519"/>
                    </a:cubicBezTo>
                    <a:cubicBezTo>
                      <a:pt x="3949" y="519"/>
                      <a:pt x="3961" y="513"/>
                      <a:pt x="3969" y="498"/>
                    </a:cubicBezTo>
                    <a:cubicBezTo>
                      <a:pt x="4002" y="443"/>
                      <a:pt x="4041" y="388"/>
                      <a:pt x="4073" y="333"/>
                    </a:cubicBezTo>
                    <a:cubicBezTo>
                      <a:pt x="4093" y="304"/>
                      <a:pt x="4112" y="272"/>
                      <a:pt x="4131" y="242"/>
                    </a:cubicBezTo>
                    <a:cubicBezTo>
                      <a:pt x="4138" y="239"/>
                      <a:pt x="4144" y="226"/>
                      <a:pt x="4148" y="220"/>
                    </a:cubicBezTo>
                    <a:cubicBezTo>
                      <a:pt x="4209" y="1049"/>
                      <a:pt x="4251" y="1878"/>
                      <a:pt x="4258" y="2711"/>
                    </a:cubicBezTo>
                    <a:cubicBezTo>
                      <a:pt x="4261" y="3067"/>
                      <a:pt x="4251" y="3427"/>
                      <a:pt x="4242" y="3783"/>
                    </a:cubicBezTo>
                    <a:cubicBezTo>
                      <a:pt x="3830" y="3608"/>
                      <a:pt x="3445" y="3365"/>
                      <a:pt x="3075" y="3122"/>
                    </a:cubicBezTo>
                    <a:cubicBezTo>
                      <a:pt x="2505" y="2747"/>
                      <a:pt x="2003" y="2312"/>
                      <a:pt x="1724" y="1678"/>
                    </a:cubicBezTo>
                    <a:cubicBezTo>
                      <a:pt x="1719" y="1666"/>
                      <a:pt x="1708" y="1662"/>
                      <a:pt x="1698" y="1662"/>
                    </a:cubicBezTo>
                    <a:cubicBezTo>
                      <a:pt x="1677" y="1662"/>
                      <a:pt x="1654" y="1679"/>
                      <a:pt x="1663" y="1700"/>
                    </a:cubicBezTo>
                    <a:cubicBezTo>
                      <a:pt x="1854" y="2329"/>
                      <a:pt x="2366" y="2766"/>
                      <a:pt x="2891" y="3129"/>
                    </a:cubicBezTo>
                    <a:cubicBezTo>
                      <a:pt x="3312" y="3414"/>
                      <a:pt x="3756" y="3705"/>
                      <a:pt x="4238" y="3900"/>
                    </a:cubicBezTo>
                    <a:cubicBezTo>
                      <a:pt x="4238" y="3965"/>
                      <a:pt x="4235" y="4029"/>
                      <a:pt x="4235" y="4094"/>
                    </a:cubicBezTo>
                    <a:cubicBezTo>
                      <a:pt x="2842" y="4094"/>
                      <a:pt x="1443" y="4120"/>
                      <a:pt x="56" y="4191"/>
                    </a:cubicBezTo>
                    <a:cubicBezTo>
                      <a:pt x="1" y="4195"/>
                      <a:pt x="1" y="4272"/>
                      <a:pt x="56" y="4272"/>
                    </a:cubicBezTo>
                    <a:cubicBezTo>
                      <a:pt x="1449" y="4269"/>
                      <a:pt x="2836" y="4256"/>
                      <a:pt x="4229" y="4253"/>
                    </a:cubicBezTo>
                    <a:lnTo>
                      <a:pt x="4229" y="4253"/>
                    </a:lnTo>
                    <a:cubicBezTo>
                      <a:pt x="4222" y="4596"/>
                      <a:pt x="4219" y="4940"/>
                      <a:pt x="4225" y="5286"/>
                    </a:cubicBezTo>
                    <a:cubicBezTo>
                      <a:pt x="4225" y="5304"/>
                      <a:pt x="4244" y="5315"/>
                      <a:pt x="4260" y="5315"/>
                    </a:cubicBezTo>
                    <a:cubicBezTo>
                      <a:pt x="4273" y="5315"/>
                      <a:pt x="4285" y="5309"/>
                      <a:pt x="4287" y="5293"/>
                    </a:cubicBezTo>
                    <a:cubicBezTo>
                      <a:pt x="4336" y="4949"/>
                      <a:pt x="4358" y="4600"/>
                      <a:pt x="4371" y="4253"/>
                    </a:cubicBezTo>
                    <a:cubicBezTo>
                      <a:pt x="4604" y="4252"/>
                      <a:pt x="4837" y="4252"/>
                      <a:pt x="5070" y="4252"/>
                    </a:cubicBezTo>
                    <a:cubicBezTo>
                      <a:pt x="6040" y="4252"/>
                      <a:pt x="7010" y="4259"/>
                      <a:pt x="7977" y="4282"/>
                    </a:cubicBezTo>
                    <a:cubicBezTo>
                      <a:pt x="7889" y="4337"/>
                      <a:pt x="7808" y="4399"/>
                      <a:pt x="7744" y="4476"/>
                    </a:cubicBezTo>
                    <a:cubicBezTo>
                      <a:pt x="7701" y="4522"/>
                      <a:pt x="7742" y="4586"/>
                      <a:pt x="7792" y="4586"/>
                    </a:cubicBezTo>
                    <a:cubicBezTo>
                      <a:pt x="7807" y="4586"/>
                      <a:pt x="7823" y="4580"/>
                      <a:pt x="7838" y="4567"/>
                    </a:cubicBezTo>
                    <a:cubicBezTo>
                      <a:pt x="7951" y="4464"/>
                      <a:pt x="8064" y="4373"/>
                      <a:pt x="8204" y="4305"/>
                    </a:cubicBezTo>
                    <a:cubicBezTo>
                      <a:pt x="8246" y="4282"/>
                      <a:pt x="8239" y="4221"/>
                      <a:pt x="8204" y="4195"/>
                    </a:cubicBezTo>
                    <a:cubicBezTo>
                      <a:pt x="8129" y="4143"/>
                      <a:pt x="8058" y="4091"/>
                      <a:pt x="7980" y="4039"/>
                    </a:cubicBezTo>
                    <a:cubicBezTo>
                      <a:pt x="7915" y="3994"/>
                      <a:pt x="7857" y="3935"/>
                      <a:pt x="7776" y="3919"/>
                    </a:cubicBezTo>
                    <a:cubicBezTo>
                      <a:pt x="7775" y="3919"/>
                      <a:pt x="7773" y="3919"/>
                      <a:pt x="7772" y="3919"/>
                    </a:cubicBezTo>
                    <a:cubicBezTo>
                      <a:pt x="7751" y="3919"/>
                      <a:pt x="7737" y="3943"/>
                      <a:pt x="7744" y="3961"/>
                    </a:cubicBezTo>
                    <a:cubicBezTo>
                      <a:pt x="7782" y="4033"/>
                      <a:pt x="7850" y="4075"/>
                      <a:pt x="7909" y="4123"/>
                    </a:cubicBezTo>
                    <a:cubicBezTo>
                      <a:pt x="7922" y="4130"/>
                      <a:pt x="7935" y="4143"/>
                      <a:pt x="7948" y="4153"/>
                    </a:cubicBezTo>
                    <a:cubicBezTo>
                      <a:pt x="7170" y="4136"/>
                      <a:pt x="6393" y="4120"/>
                      <a:pt x="5612" y="4110"/>
                    </a:cubicBezTo>
                    <a:cubicBezTo>
                      <a:pt x="6869" y="3910"/>
                      <a:pt x="7727" y="2617"/>
                      <a:pt x="8417" y="1626"/>
                    </a:cubicBezTo>
                    <a:cubicBezTo>
                      <a:pt x="8449" y="1580"/>
                      <a:pt x="8406" y="1537"/>
                      <a:pt x="8362" y="1537"/>
                    </a:cubicBezTo>
                    <a:cubicBezTo>
                      <a:pt x="8343" y="1537"/>
                      <a:pt x="8324" y="1545"/>
                      <a:pt x="8310" y="1564"/>
                    </a:cubicBezTo>
                    <a:cubicBezTo>
                      <a:pt x="7593" y="2606"/>
                      <a:pt x="6667" y="4021"/>
                      <a:pt x="5279" y="4021"/>
                    </a:cubicBezTo>
                    <a:cubicBezTo>
                      <a:pt x="5157" y="4021"/>
                      <a:pt x="5032" y="4010"/>
                      <a:pt x="4902" y="3987"/>
                    </a:cubicBezTo>
                    <a:cubicBezTo>
                      <a:pt x="4724" y="3955"/>
                      <a:pt x="4549" y="3906"/>
                      <a:pt x="4381" y="3842"/>
                    </a:cubicBezTo>
                    <a:cubicBezTo>
                      <a:pt x="4384" y="3485"/>
                      <a:pt x="4381" y="3129"/>
                      <a:pt x="4381" y="2779"/>
                    </a:cubicBezTo>
                    <a:cubicBezTo>
                      <a:pt x="4374" y="1917"/>
                      <a:pt x="4342" y="1059"/>
                      <a:pt x="4284" y="200"/>
                    </a:cubicBezTo>
                    <a:lnTo>
                      <a:pt x="4284" y="200"/>
                    </a:lnTo>
                    <a:cubicBezTo>
                      <a:pt x="4300" y="216"/>
                      <a:pt x="4316" y="226"/>
                      <a:pt x="4332" y="242"/>
                    </a:cubicBezTo>
                    <a:cubicBezTo>
                      <a:pt x="4387" y="291"/>
                      <a:pt x="4439" y="346"/>
                      <a:pt x="4497" y="395"/>
                    </a:cubicBezTo>
                    <a:cubicBezTo>
                      <a:pt x="4511" y="406"/>
                      <a:pt x="4526" y="411"/>
                      <a:pt x="4540" y="411"/>
                    </a:cubicBezTo>
                    <a:cubicBezTo>
                      <a:pt x="4591" y="411"/>
                      <a:pt x="4636" y="349"/>
                      <a:pt x="4588" y="301"/>
                    </a:cubicBezTo>
                    <a:cubicBezTo>
                      <a:pt x="4504" y="220"/>
                      <a:pt x="4417" y="139"/>
                      <a:pt x="4323" y="61"/>
                    </a:cubicBezTo>
                    <a:cubicBezTo>
                      <a:pt x="4291" y="36"/>
                      <a:pt x="4255" y="0"/>
                      <a:pt x="42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31"/>
              <p:cNvSpPr/>
              <p:nvPr/>
            </p:nvSpPr>
            <p:spPr>
              <a:xfrm>
                <a:off x="7116840" y="539500"/>
                <a:ext cx="30143" cy="46297"/>
              </a:xfrm>
              <a:custGeom>
                <a:rect b="b" l="l" r="r" t="t"/>
                <a:pathLst>
                  <a:path extrusionOk="0" h="705" w="459">
                    <a:moveTo>
                      <a:pt x="412" y="1"/>
                    </a:moveTo>
                    <a:cubicBezTo>
                      <a:pt x="400" y="1"/>
                      <a:pt x="387" y="6"/>
                      <a:pt x="379" y="18"/>
                    </a:cubicBezTo>
                    <a:cubicBezTo>
                      <a:pt x="330" y="106"/>
                      <a:pt x="288" y="200"/>
                      <a:pt x="249" y="294"/>
                    </a:cubicBezTo>
                    <a:cubicBezTo>
                      <a:pt x="185" y="248"/>
                      <a:pt x="120" y="203"/>
                      <a:pt x="55" y="154"/>
                    </a:cubicBezTo>
                    <a:cubicBezTo>
                      <a:pt x="51" y="152"/>
                      <a:pt x="47" y="151"/>
                      <a:pt x="43" y="151"/>
                    </a:cubicBezTo>
                    <a:cubicBezTo>
                      <a:pt x="20" y="151"/>
                      <a:pt x="1" y="183"/>
                      <a:pt x="23" y="200"/>
                    </a:cubicBezTo>
                    <a:cubicBezTo>
                      <a:pt x="87" y="255"/>
                      <a:pt x="152" y="316"/>
                      <a:pt x="217" y="375"/>
                    </a:cubicBezTo>
                    <a:cubicBezTo>
                      <a:pt x="181" y="459"/>
                      <a:pt x="139" y="546"/>
                      <a:pt x="123" y="637"/>
                    </a:cubicBezTo>
                    <a:cubicBezTo>
                      <a:pt x="119" y="673"/>
                      <a:pt x="148" y="704"/>
                      <a:pt x="178" y="704"/>
                    </a:cubicBezTo>
                    <a:cubicBezTo>
                      <a:pt x="194" y="704"/>
                      <a:pt x="209" y="696"/>
                      <a:pt x="220" y="676"/>
                    </a:cubicBezTo>
                    <a:cubicBezTo>
                      <a:pt x="272" y="585"/>
                      <a:pt x="298" y="478"/>
                      <a:pt x="334" y="378"/>
                    </a:cubicBezTo>
                    <a:cubicBezTo>
                      <a:pt x="376" y="268"/>
                      <a:pt x="415" y="161"/>
                      <a:pt x="450" y="44"/>
                    </a:cubicBezTo>
                    <a:cubicBezTo>
                      <a:pt x="459" y="19"/>
                      <a:pt x="436" y="1"/>
                      <a:pt x="4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31"/>
              <p:cNvSpPr/>
              <p:nvPr/>
            </p:nvSpPr>
            <p:spPr>
              <a:xfrm>
                <a:off x="7460874" y="825022"/>
                <a:ext cx="43933" cy="29814"/>
              </a:xfrm>
              <a:custGeom>
                <a:rect b="b" l="l" r="r" t="t"/>
                <a:pathLst>
                  <a:path extrusionOk="0" h="454" w="669">
                    <a:moveTo>
                      <a:pt x="135" y="0"/>
                    </a:moveTo>
                    <a:cubicBezTo>
                      <a:pt x="103" y="0"/>
                      <a:pt x="71" y="35"/>
                      <a:pt x="93" y="73"/>
                    </a:cubicBezTo>
                    <a:cubicBezTo>
                      <a:pt x="126" y="128"/>
                      <a:pt x="158" y="190"/>
                      <a:pt x="194" y="245"/>
                    </a:cubicBezTo>
                    <a:cubicBezTo>
                      <a:pt x="132" y="293"/>
                      <a:pt x="77" y="342"/>
                      <a:pt x="22" y="390"/>
                    </a:cubicBezTo>
                    <a:cubicBezTo>
                      <a:pt x="0" y="415"/>
                      <a:pt x="22" y="453"/>
                      <a:pt x="51" y="453"/>
                    </a:cubicBezTo>
                    <a:cubicBezTo>
                      <a:pt x="56" y="453"/>
                      <a:pt x="62" y="452"/>
                      <a:pt x="67" y="449"/>
                    </a:cubicBezTo>
                    <a:cubicBezTo>
                      <a:pt x="126" y="413"/>
                      <a:pt x="184" y="374"/>
                      <a:pt x="246" y="339"/>
                    </a:cubicBezTo>
                    <a:cubicBezTo>
                      <a:pt x="265" y="374"/>
                      <a:pt x="288" y="413"/>
                      <a:pt x="314" y="436"/>
                    </a:cubicBezTo>
                    <a:cubicBezTo>
                      <a:pt x="324" y="445"/>
                      <a:pt x="337" y="449"/>
                      <a:pt x="350" y="449"/>
                    </a:cubicBezTo>
                    <a:cubicBezTo>
                      <a:pt x="382" y="449"/>
                      <a:pt x="414" y="421"/>
                      <a:pt x="404" y="384"/>
                    </a:cubicBezTo>
                    <a:cubicBezTo>
                      <a:pt x="391" y="342"/>
                      <a:pt x="372" y="306"/>
                      <a:pt x="346" y="274"/>
                    </a:cubicBezTo>
                    <a:cubicBezTo>
                      <a:pt x="437" y="219"/>
                      <a:pt x="531" y="164"/>
                      <a:pt x="621" y="109"/>
                    </a:cubicBezTo>
                    <a:cubicBezTo>
                      <a:pt x="668" y="73"/>
                      <a:pt x="635" y="8"/>
                      <a:pt x="588" y="8"/>
                    </a:cubicBezTo>
                    <a:cubicBezTo>
                      <a:pt x="580" y="8"/>
                      <a:pt x="572" y="10"/>
                      <a:pt x="563" y="15"/>
                    </a:cubicBezTo>
                    <a:cubicBezTo>
                      <a:pt x="463" y="60"/>
                      <a:pt x="372" y="115"/>
                      <a:pt x="278" y="180"/>
                    </a:cubicBezTo>
                    <a:cubicBezTo>
                      <a:pt x="246" y="128"/>
                      <a:pt x="210" y="76"/>
                      <a:pt x="174" y="24"/>
                    </a:cubicBezTo>
                    <a:cubicBezTo>
                      <a:pt x="164" y="7"/>
                      <a:pt x="149" y="0"/>
                      <a:pt x="1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31"/>
              <p:cNvSpPr/>
              <p:nvPr/>
            </p:nvSpPr>
            <p:spPr>
              <a:xfrm>
                <a:off x="7273655" y="711943"/>
                <a:ext cx="9391" cy="17665"/>
              </a:xfrm>
              <a:custGeom>
                <a:rect b="b" l="l" r="r" t="t"/>
                <a:pathLst>
                  <a:path extrusionOk="0" h="269" w="143">
                    <a:moveTo>
                      <a:pt x="38" y="0"/>
                    </a:moveTo>
                    <a:cubicBezTo>
                      <a:pt x="18" y="0"/>
                      <a:pt x="0" y="22"/>
                      <a:pt x="13" y="39"/>
                    </a:cubicBezTo>
                    <a:cubicBezTo>
                      <a:pt x="45" y="101"/>
                      <a:pt x="48" y="159"/>
                      <a:pt x="35" y="224"/>
                    </a:cubicBezTo>
                    <a:cubicBezTo>
                      <a:pt x="31" y="247"/>
                      <a:pt x="52" y="268"/>
                      <a:pt x="73" y="268"/>
                    </a:cubicBezTo>
                    <a:cubicBezTo>
                      <a:pt x="83" y="268"/>
                      <a:pt x="93" y="263"/>
                      <a:pt x="100" y="250"/>
                    </a:cubicBezTo>
                    <a:cubicBezTo>
                      <a:pt x="142" y="169"/>
                      <a:pt x="119" y="68"/>
                      <a:pt x="55" y="7"/>
                    </a:cubicBezTo>
                    <a:cubicBezTo>
                      <a:pt x="49" y="2"/>
                      <a:pt x="44" y="0"/>
                      <a:pt x="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31"/>
              <p:cNvSpPr/>
              <p:nvPr/>
            </p:nvSpPr>
            <p:spPr>
              <a:xfrm>
                <a:off x="7275100" y="744711"/>
                <a:ext cx="6436" cy="17140"/>
              </a:xfrm>
              <a:custGeom>
                <a:rect b="b" l="l" r="r" t="t"/>
                <a:pathLst>
                  <a:path extrusionOk="0" h="261" w="98">
                    <a:moveTo>
                      <a:pt x="32" y="1"/>
                    </a:moveTo>
                    <a:cubicBezTo>
                      <a:pt x="16" y="1"/>
                      <a:pt x="1" y="13"/>
                      <a:pt x="7" y="32"/>
                    </a:cubicBezTo>
                    <a:cubicBezTo>
                      <a:pt x="26" y="97"/>
                      <a:pt x="23" y="162"/>
                      <a:pt x="16" y="227"/>
                    </a:cubicBezTo>
                    <a:cubicBezTo>
                      <a:pt x="15" y="248"/>
                      <a:pt x="33" y="261"/>
                      <a:pt x="52" y="261"/>
                    </a:cubicBezTo>
                    <a:cubicBezTo>
                      <a:pt x="68" y="261"/>
                      <a:pt x="83" y="252"/>
                      <a:pt x="88" y="233"/>
                    </a:cubicBezTo>
                    <a:cubicBezTo>
                      <a:pt x="97" y="162"/>
                      <a:pt x="88" y="88"/>
                      <a:pt x="59" y="20"/>
                    </a:cubicBezTo>
                    <a:cubicBezTo>
                      <a:pt x="53" y="6"/>
                      <a:pt x="42"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31"/>
              <p:cNvSpPr/>
              <p:nvPr/>
            </p:nvSpPr>
            <p:spPr>
              <a:xfrm>
                <a:off x="7272539" y="778333"/>
                <a:ext cx="6239" cy="19241"/>
              </a:xfrm>
              <a:custGeom>
                <a:rect b="b" l="l" r="r" t="t"/>
                <a:pathLst>
                  <a:path extrusionOk="0" h="293" w="95">
                    <a:moveTo>
                      <a:pt x="46" y="1"/>
                    </a:moveTo>
                    <a:cubicBezTo>
                      <a:pt x="34" y="1"/>
                      <a:pt x="21" y="8"/>
                      <a:pt x="20" y="23"/>
                    </a:cubicBezTo>
                    <a:cubicBezTo>
                      <a:pt x="4" y="94"/>
                      <a:pt x="0" y="188"/>
                      <a:pt x="13" y="266"/>
                    </a:cubicBezTo>
                    <a:cubicBezTo>
                      <a:pt x="15" y="283"/>
                      <a:pt x="31" y="292"/>
                      <a:pt x="48" y="292"/>
                    </a:cubicBezTo>
                    <a:cubicBezTo>
                      <a:pt x="64" y="292"/>
                      <a:pt x="81" y="283"/>
                      <a:pt x="85" y="266"/>
                    </a:cubicBezTo>
                    <a:cubicBezTo>
                      <a:pt x="94" y="191"/>
                      <a:pt x="88" y="97"/>
                      <a:pt x="72" y="23"/>
                    </a:cubicBezTo>
                    <a:cubicBezTo>
                      <a:pt x="70" y="8"/>
                      <a:pt x="58"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31"/>
              <p:cNvSpPr/>
              <p:nvPr/>
            </p:nvSpPr>
            <p:spPr>
              <a:xfrm>
                <a:off x="7272933" y="806570"/>
                <a:ext cx="5188" cy="15761"/>
              </a:xfrm>
              <a:custGeom>
                <a:rect b="b" l="l" r="r" t="t"/>
                <a:pathLst>
                  <a:path extrusionOk="0" h="240" w="79">
                    <a:moveTo>
                      <a:pt x="38" y="1"/>
                    </a:moveTo>
                    <a:cubicBezTo>
                      <a:pt x="26" y="1"/>
                      <a:pt x="14" y="11"/>
                      <a:pt x="14" y="30"/>
                    </a:cubicBezTo>
                    <a:cubicBezTo>
                      <a:pt x="11" y="88"/>
                      <a:pt x="1" y="150"/>
                      <a:pt x="7" y="208"/>
                    </a:cubicBezTo>
                    <a:cubicBezTo>
                      <a:pt x="9" y="229"/>
                      <a:pt x="25" y="240"/>
                      <a:pt x="41" y="240"/>
                    </a:cubicBezTo>
                    <a:cubicBezTo>
                      <a:pt x="58" y="240"/>
                      <a:pt x="74" y="229"/>
                      <a:pt x="75" y="208"/>
                    </a:cubicBezTo>
                    <a:cubicBezTo>
                      <a:pt x="79" y="147"/>
                      <a:pt x="72" y="85"/>
                      <a:pt x="66" y="30"/>
                    </a:cubicBezTo>
                    <a:cubicBezTo>
                      <a:pt x="64" y="11"/>
                      <a:pt x="5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31"/>
              <p:cNvSpPr/>
              <p:nvPr/>
            </p:nvSpPr>
            <p:spPr>
              <a:xfrm>
                <a:off x="7273392" y="857068"/>
                <a:ext cx="4531" cy="15235"/>
              </a:xfrm>
              <a:custGeom>
                <a:rect b="b" l="l" r="r" t="t"/>
                <a:pathLst>
                  <a:path extrusionOk="0" h="232" w="69">
                    <a:moveTo>
                      <a:pt x="34" y="0"/>
                    </a:moveTo>
                    <a:cubicBezTo>
                      <a:pt x="24" y="0"/>
                      <a:pt x="13" y="8"/>
                      <a:pt x="10" y="22"/>
                    </a:cubicBezTo>
                    <a:cubicBezTo>
                      <a:pt x="4" y="81"/>
                      <a:pt x="0" y="142"/>
                      <a:pt x="0" y="200"/>
                    </a:cubicBezTo>
                    <a:cubicBezTo>
                      <a:pt x="0" y="221"/>
                      <a:pt x="17" y="232"/>
                      <a:pt x="33" y="232"/>
                    </a:cubicBezTo>
                    <a:cubicBezTo>
                      <a:pt x="49" y="232"/>
                      <a:pt x="65" y="221"/>
                      <a:pt x="65" y="200"/>
                    </a:cubicBezTo>
                    <a:cubicBezTo>
                      <a:pt x="68" y="142"/>
                      <a:pt x="65" y="81"/>
                      <a:pt x="55" y="22"/>
                    </a:cubicBezTo>
                    <a:cubicBezTo>
                      <a:pt x="54" y="8"/>
                      <a:pt x="44"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31"/>
              <p:cNvSpPr/>
              <p:nvPr/>
            </p:nvSpPr>
            <p:spPr>
              <a:xfrm>
                <a:off x="7274049" y="887275"/>
                <a:ext cx="5976" cy="19438"/>
              </a:xfrm>
              <a:custGeom>
                <a:rect b="b" l="l" r="r" t="t"/>
                <a:pathLst>
                  <a:path extrusionOk="0" h="296" w="91">
                    <a:moveTo>
                      <a:pt x="45" y="0"/>
                    </a:moveTo>
                    <a:cubicBezTo>
                      <a:pt x="30" y="0"/>
                      <a:pt x="15" y="11"/>
                      <a:pt x="13" y="32"/>
                    </a:cubicBezTo>
                    <a:cubicBezTo>
                      <a:pt x="7" y="103"/>
                      <a:pt x="0" y="181"/>
                      <a:pt x="0" y="252"/>
                    </a:cubicBezTo>
                    <a:cubicBezTo>
                      <a:pt x="0" y="281"/>
                      <a:pt x="23" y="296"/>
                      <a:pt x="45" y="296"/>
                    </a:cubicBezTo>
                    <a:cubicBezTo>
                      <a:pt x="68" y="296"/>
                      <a:pt x="91" y="281"/>
                      <a:pt x="91" y="252"/>
                    </a:cubicBezTo>
                    <a:cubicBezTo>
                      <a:pt x="91" y="184"/>
                      <a:pt x="88" y="106"/>
                      <a:pt x="78" y="32"/>
                    </a:cubicBezTo>
                    <a:cubicBezTo>
                      <a:pt x="76" y="11"/>
                      <a:pt x="61"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60" name="Google Shape;3560;p31"/>
            <p:cNvGrpSpPr/>
            <p:nvPr/>
          </p:nvGrpSpPr>
          <p:grpSpPr>
            <a:xfrm rot="-1824093">
              <a:off x="7296976" y="284310"/>
              <a:ext cx="1093995" cy="618308"/>
              <a:chOff x="4710963" y="556836"/>
              <a:chExt cx="599550" cy="338855"/>
            </a:xfrm>
          </p:grpSpPr>
          <p:sp>
            <p:nvSpPr>
              <p:cNvPr id="3561" name="Google Shape;3561;p31"/>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31"/>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31"/>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31"/>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5" name="Google Shape;3565;p31"/>
            <p:cNvSpPr/>
            <p:nvPr/>
          </p:nvSpPr>
          <p:spPr>
            <a:xfrm rot="1574594">
              <a:off x="6215923" y="-325743"/>
              <a:ext cx="933009" cy="601811"/>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66" name="Google Shape;3566;p31"/>
            <p:cNvGrpSpPr/>
            <p:nvPr/>
          </p:nvGrpSpPr>
          <p:grpSpPr>
            <a:xfrm rot="-1507366">
              <a:off x="7444158" y="4483630"/>
              <a:ext cx="1158700" cy="834007"/>
              <a:chOff x="5859955" y="1906764"/>
              <a:chExt cx="497056" cy="357770"/>
            </a:xfrm>
          </p:grpSpPr>
          <p:sp>
            <p:nvSpPr>
              <p:cNvPr id="3567" name="Google Shape;3567;p31"/>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31"/>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31"/>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31"/>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31"/>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31"/>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31"/>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31"/>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31"/>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31"/>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31"/>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31"/>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31"/>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31"/>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31"/>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31"/>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31"/>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31"/>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31"/>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6" name="Google Shape;3586;p31"/>
            <p:cNvGrpSpPr/>
            <p:nvPr/>
          </p:nvGrpSpPr>
          <p:grpSpPr>
            <a:xfrm>
              <a:off x="8472204" y="1390659"/>
              <a:ext cx="1088828" cy="884927"/>
              <a:chOff x="5889506" y="1223296"/>
              <a:chExt cx="439398" cy="357113"/>
            </a:xfrm>
          </p:grpSpPr>
          <p:sp>
            <p:nvSpPr>
              <p:cNvPr id="3587" name="Google Shape;3587;p31"/>
              <p:cNvSpPr/>
              <p:nvPr/>
            </p:nvSpPr>
            <p:spPr>
              <a:xfrm>
                <a:off x="5889506" y="1223296"/>
                <a:ext cx="439398" cy="357113"/>
              </a:xfrm>
              <a:custGeom>
                <a:rect b="b" l="l" r="r" t="t"/>
                <a:pathLst>
                  <a:path extrusionOk="0" h="5438" w="6691">
                    <a:moveTo>
                      <a:pt x="3671" y="105"/>
                    </a:moveTo>
                    <a:cubicBezTo>
                      <a:pt x="4556" y="821"/>
                      <a:pt x="5482" y="1491"/>
                      <a:pt x="6393" y="2175"/>
                    </a:cubicBezTo>
                    <a:cubicBezTo>
                      <a:pt x="5984" y="2146"/>
                      <a:pt x="5576" y="2123"/>
                      <a:pt x="5168" y="2113"/>
                    </a:cubicBezTo>
                    <a:cubicBezTo>
                      <a:pt x="5155" y="2113"/>
                      <a:pt x="5145" y="2117"/>
                      <a:pt x="5139" y="2123"/>
                    </a:cubicBezTo>
                    <a:cubicBezTo>
                      <a:pt x="4543" y="1793"/>
                      <a:pt x="3947" y="1462"/>
                      <a:pt x="3354" y="1135"/>
                    </a:cubicBezTo>
                    <a:cubicBezTo>
                      <a:pt x="3049" y="963"/>
                      <a:pt x="2742" y="798"/>
                      <a:pt x="2437" y="626"/>
                    </a:cubicBezTo>
                    <a:cubicBezTo>
                      <a:pt x="2333" y="571"/>
                      <a:pt x="2139" y="409"/>
                      <a:pt x="1980" y="357"/>
                    </a:cubicBezTo>
                    <a:cubicBezTo>
                      <a:pt x="2534" y="328"/>
                      <a:pt x="3127" y="263"/>
                      <a:pt x="3652" y="118"/>
                    </a:cubicBezTo>
                    <a:cubicBezTo>
                      <a:pt x="3662" y="114"/>
                      <a:pt x="3668" y="108"/>
                      <a:pt x="3671" y="105"/>
                    </a:cubicBezTo>
                    <a:close/>
                    <a:moveTo>
                      <a:pt x="1912" y="482"/>
                    </a:moveTo>
                    <a:cubicBezTo>
                      <a:pt x="1947" y="482"/>
                      <a:pt x="1987" y="503"/>
                      <a:pt x="2029" y="545"/>
                    </a:cubicBezTo>
                    <a:cubicBezTo>
                      <a:pt x="2282" y="626"/>
                      <a:pt x="2541" y="830"/>
                      <a:pt x="2774" y="960"/>
                    </a:cubicBezTo>
                    <a:cubicBezTo>
                      <a:pt x="3020" y="1096"/>
                      <a:pt x="3266" y="1235"/>
                      <a:pt x="3519" y="1371"/>
                    </a:cubicBezTo>
                    <a:cubicBezTo>
                      <a:pt x="4028" y="1656"/>
                      <a:pt x="4533" y="1935"/>
                      <a:pt x="5045" y="2220"/>
                    </a:cubicBezTo>
                    <a:cubicBezTo>
                      <a:pt x="4646" y="2602"/>
                      <a:pt x="4374" y="3114"/>
                      <a:pt x="4089" y="3584"/>
                    </a:cubicBezTo>
                    <a:cubicBezTo>
                      <a:pt x="3992" y="3743"/>
                      <a:pt x="3898" y="3905"/>
                      <a:pt x="3807" y="4067"/>
                    </a:cubicBezTo>
                    <a:cubicBezTo>
                      <a:pt x="3749" y="4044"/>
                      <a:pt x="3697" y="4025"/>
                      <a:pt x="3639" y="4002"/>
                    </a:cubicBezTo>
                    <a:cubicBezTo>
                      <a:pt x="3633" y="3999"/>
                      <a:pt x="3626" y="3997"/>
                      <a:pt x="3620" y="3997"/>
                    </a:cubicBezTo>
                    <a:cubicBezTo>
                      <a:pt x="3586" y="3997"/>
                      <a:pt x="3562" y="4045"/>
                      <a:pt x="3600" y="4070"/>
                    </a:cubicBezTo>
                    <a:cubicBezTo>
                      <a:pt x="3652" y="4102"/>
                      <a:pt x="3700" y="4125"/>
                      <a:pt x="3759" y="4151"/>
                    </a:cubicBezTo>
                    <a:cubicBezTo>
                      <a:pt x="3555" y="4494"/>
                      <a:pt x="3364" y="4844"/>
                      <a:pt x="3198" y="5201"/>
                    </a:cubicBezTo>
                    <a:cubicBezTo>
                      <a:pt x="3189" y="5196"/>
                      <a:pt x="3181" y="5193"/>
                      <a:pt x="3173" y="5193"/>
                    </a:cubicBezTo>
                    <a:cubicBezTo>
                      <a:pt x="3169" y="5193"/>
                      <a:pt x="3166" y="5193"/>
                      <a:pt x="3163" y="5194"/>
                    </a:cubicBezTo>
                    <a:lnTo>
                      <a:pt x="3159" y="5194"/>
                    </a:lnTo>
                    <a:cubicBezTo>
                      <a:pt x="3085" y="5133"/>
                      <a:pt x="2980" y="5075"/>
                      <a:pt x="2980" y="5075"/>
                    </a:cubicBezTo>
                    <a:lnTo>
                      <a:pt x="2980" y="5075"/>
                    </a:lnTo>
                    <a:cubicBezTo>
                      <a:pt x="2980" y="5075"/>
                      <a:pt x="2984" y="5077"/>
                      <a:pt x="2991" y="5081"/>
                    </a:cubicBezTo>
                    <a:cubicBezTo>
                      <a:pt x="2845" y="4996"/>
                      <a:pt x="2696" y="4912"/>
                      <a:pt x="2550" y="4828"/>
                    </a:cubicBezTo>
                    <a:cubicBezTo>
                      <a:pt x="2291" y="4682"/>
                      <a:pt x="2032" y="4530"/>
                      <a:pt x="1773" y="4391"/>
                    </a:cubicBezTo>
                    <a:cubicBezTo>
                      <a:pt x="1229" y="4089"/>
                      <a:pt x="684" y="3782"/>
                      <a:pt x="118" y="3526"/>
                    </a:cubicBezTo>
                    <a:cubicBezTo>
                      <a:pt x="441" y="2991"/>
                      <a:pt x="749" y="2450"/>
                      <a:pt x="1050" y="1906"/>
                    </a:cubicBezTo>
                    <a:cubicBezTo>
                      <a:pt x="1187" y="1673"/>
                      <a:pt x="1316" y="1436"/>
                      <a:pt x="1449" y="1203"/>
                    </a:cubicBezTo>
                    <a:cubicBezTo>
                      <a:pt x="1533" y="1047"/>
                      <a:pt x="1614" y="882"/>
                      <a:pt x="1711" y="733"/>
                    </a:cubicBezTo>
                    <a:cubicBezTo>
                      <a:pt x="1731" y="691"/>
                      <a:pt x="1757" y="655"/>
                      <a:pt x="1776" y="617"/>
                    </a:cubicBezTo>
                    <a:cubicBezTo>
                      <a:pt x="1815" y="526"/>
                      <a:pt x="1860" y="482"/>
                      <a:pt x="1912" y="482"/>
                    </a:cubicBezTo>
                    <a:close/>
                    <a:moveTo>
                      <a:pt x="5204" y="2236"/>
                    </a:moveTo>
                    <a:cubicBezTo>
                      <a:pt x="5592" y="2266"/>
                      <a:pt x="5984" y="2278"/>
                      <a:pt x="6376" y="2295"/>
                    </a:cubicBezTo>
                    <a:cubicBezTo>
                      <a:pt x="6062" y="2988"/>
                      <a:pt x="5719" y="3662"/>
                      <a:pt x="5333" y="4310"/>
                    </a:cubicBezTo>
                    <a:cubicBezTo>
                      <a:pt x="5243" y="4459"/>
                      <a:pt x="5158" y="4656"/>
                      <a:pt x="5045" y="4786"/>
                    </a:cubicBezTo>
                    <a:cubicBezTo>
                      <a:pt x="4844" y="5013"/>
                      <a:pt x="4627" y="5029"/>
                      <a:pt x="4352" y="5081"/>
                    </a:cubicBezTo>
                    <a:cubicBezTo>
                      <a:pt x="4008" y="5145"/>
                      <a:pt x="3649" y="5191"/>
                      <a:pt x="3308" y="5275"/>
                    </a:cubicBezTo>
                    <a:cubicBezTo>
                      <a:pt x="3503" y="4915"/>
                      <a:pt x="3688" y="4556"/>
                      <a:pt x="3888" y="4193"/>
                    </a:cubicBezTo>
                    <a:cubicBezTo>
                      <a:pt x="3898" y="4200"/>
                      <a:pt x="3911" y="4203"/>
                      <a:pt x="3924" y="4203"/>
                    </a:cubicBezTo>
                    <a:cubicBezTo>
                      <a:pt x="3928" y="4204"/>
                      <a:pt x="3932" y="4204"/>
                      <a:pt x="3936" y="4204"/>
                    </a:cubicBezTo>
                    <a:cubicBezTo>
                      <a:pt x="3988" y="4204"/>
                      <a:pt x="4001" y="4127"/>
                      <a:pt x="3947" y="4109"/>
                    </a:cubicBezTo>
                    <a:cubicBezTo>
                      <a:pt x="3943" y="4109"/>
                      <a:pt x="3940" y="4106"/>
                      <a:pt x="3937" y="4106"/>
                    </a:cubicBezTo>
                    <a:cubicBezTo>
                      <a:pt x="4002" y="3989"/>
                      <a:pt x="4067" y="3872"/>
                      <a:pt x="4135" y="3756"/>
                    </a:cubicBezTo>
                    <a:cubicBezTo>
                      <a:pt x="4442" y="3237"/>
                      <a:pt x="4747" y="2651"/>
                      <a:pt x="5194" y="2246"/>
                    </a:cubicBezTo>
                    <a:cubicBezTo>
                      <a:pt x="5200" y="2243"/>
                      <a:pt x="5200" y="2240"/>
                      <a:pt x="5204" y="2236"/>
                    </a:cubicBezTo>
                    <a:close/>
                    <a:moveTo>
                      <a:pt x="3704" y="0"/>
                    </a:moveTo>
                    <a:cubicBezTo>
                      <a:pt x="3691" y="0"/>
                      <a:pt x="3680" y="5"/>
                      <a:pt x="3668" y="11"/>
                    </a:cubicBezTo>
                    <a:cubicBezTo>
                      <a:pt x="3661" y="6"/>
                      <a:pt x="3654" y="3"/>
                      <a:pt x="3644" y="3"/>
                    </a:cubicBezTo>
                    <a:cubicBezTo>
                      <a:pt x="3641" y="3"/>
                      <a:pt x="3637" y="3"/>
                      <a:pt x="3632" y="4"/>
                    </a:cubicBezTo>
                    <a:cubicBezTo>
                      <a:pt x="3033" y="69"/>
                      <a:pt x="2427" y="179"/>
                      <a:pt x="1825" y="263"/>
                    </a:cubicBezTo>
                    <a:cubicBezTo>
                      <a:pt x="1776" y="270"/>
                      <a:pt x="1783" y="335"/>
                      <a:pt x="1818" y="357"/>
                    </a:cubicBezTo>
                    <a:cubicBezTo>
                      <a:pt x="1698" y="406"/>
                      <a:pt x="1650" y="562"/>
                      <a:pt x="1585" y="672"/>
                    </a:cubicBezTo>
                    <a:cubicBezTo>
                      <a:pt x="1413" y="983"/>
                      <a:pt x="1235" y="1294"/>
                      <a:pt x="1060" y="1608"/>
                    </a:cubicBezTo>
                    <a:cubicBezTo>
                      <a:pt x="707" y="2230"/>
                      <a:pt x="360" y="2858"/>
                      <a:pt x="27" y="3493"/>
                    </a:cubicBezTo>
                    <a:cubicBezTo>
                      <a:pt x="24" y="3503"/>
                      <a:pt x="24" y="3506"/>
                      <a:pt x="24" y="3516"/>
                    </a:cubicBezTo>
                    <a:cubicBezTo>
                      <a:pt x="7" y="3526"/>
                      <a:pt x="1" y="3558"/>
                      <a:pt x="27" y="3571"/>
                    </a:cubicBezTo>
                    <a:cubicBezTo>
                      <a:pt x="646" y="3944"/>
                      <a:pt x="1290" y="4277"/>
                      <a:pt x="1922" y="4627"/>
                    </a:cubicBezTo>
                    <a:cubicBezTo>
                      <a:pt x="2217" y="4796"/>
                      <a:pt x="2521" y="4958"/>
                      <a:pt x="2810" y="5136"/>
                    </a:cubicBezTo>
                    <a:cubicBezTo>
                      <a:pt x="2897" y="5188"/>
                      <a:pt x="2994" y="5304"/>
                      <a:pt x="3104" y="5340"/>
                    </a:cubicBezTo>
                    <a:cubicBezTo>
                      <a:pt x="3082" y="5365"/>
                      <a:pt x="3091" y="5411"/>
                      <a:pt x="3130" y="5411"/>
                    </a:cubicBezTo>
                    <a:cubicBezTo>
                      <a:pt x="3131" y="5411"/>
                      <a:pt x="3132" y="5411"/>
                      <a:pt x="3134" y="5411"/>
                    </a:cubicBezTo>
                    <a:lnTo>
                      <a:pt x="3140" y="5411"/>
                    </a:lnTo>
                    <a:cubicBezTo>
                      <a:pt x="3153" y="5427"/>
                      <a:pt x="3172" y="5437"/>
                      <a:pt x="3190" y="5437"/>
                    </a:cubicBezTo>
                    <a:cubicBezTo>
                      <a:pt x="3209" y="5437"/>
                      <a:pt x="3227" y="5427"/>
                      <a:pt x="3240" y="5405"/>
                    </a:cubicBezTo>
                    <a:lnTo>
                      <a:pt x="3240" y="5401"/>
                    </a:lnTo>
                    <a:cubicBezTo>
                      <a:pt x="3645" y="5366"/>
                      <a:pt x="4050" y="5269"/>
                      <a:pt x="4449" y="5201"/>
                    </a:cubicBezTo>
                    <a:cubicBezTo>
                      <a:pt x="4838" y="5129"/>
                      <a:pt x="5013" y="5090"/>
                      <a:pt x="5223" y="4754"/>
                    </a:cubicBezTo>
                    <a:cubicBezTo>
                      <a:pt x="5706" y="3979"/>
                      <a:pt x="6127" y="3169"/>
                      <a:pt x="6503" y="2340"/>
                    </a:cubicBezTo>
                    <a:cubicBezTo>
                      <a:pt x="6506" y="2327"/>
                      <a:pt x="6509" y="2321"/>
                      <a:pt x="6509" y="2311"/>
                    </a:cubicBezTo>
                    <a:cubicBezTo>
                      <a:pt x="6542" y="2311"/>
                      <a:pt x="6574" y="2317"/>
                      <a:pt x="6610" y="2317"/>
                    </a:cubicBezTo>
                    <a:cubicBezTo>
                      <a:pt x="6681" y="2317"/>
                      <a:pt x="6691" y="2223"/>
                      <a:pt x="6642" y="2188"/>
                    </a:cubicBezTo>
                    <a:cubicBezTo>
                      <a:pt x="5673" y="1459"/>
                      <a:pt x="4721" y="701"/>
                      <a:pt x="3730" y="8"/>
                    </a:cubicBezTo>
                    <a:cubicBezTo>
                      <a:pt x="3721" y="2"/>
                      <a:pt x="3712" y="0"/>
                      <a:pt x="37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31"/>
              <p:cNvSpPr/>
              <p:nvPr/>
            </p:nvSpPr>
            <p:spPr>
              <a:xfrm>
                <a:off x="5900341" y="1443939"/>
                <a:ext cx="35265" cy="11821"/>
              </a:xfrm>
              <a:custGeom>
                <a:rect b="b" l="l" r="r" t="t"/>
                <a:pathLst>
                  <a:path extrusionOk="0" h="180" w="537">
                    <a:moveTo>
                      <a:pt x="461" y="0"/>
                    </a:moveTo>
                    <a:cubicBezTo>
                      <a:pt x="459" y="0"/>
                      <a:pt x="457" y="0"/>
                      <a:pt x="455" y="0"/>
                    </a:cubicBezTo>
                    <a:cubicBezTo>
                      <a:pt x="322" y="20"/>
                      <a:pt x="183" y="59"/>
                      <a:pt x="50" y="94"/>
                    </a:cubicBezTo>
                    <a:cubicBezTo>
                      <a:pt x="1" y="110"/>
                      <a:pt x="15" y="180"/>
                      <a:pt x="63" y="180"/>
                    </a:cubicBezTo>
                    <a:cubicBezTo>
                      <a:pt x="66" y="180"/>
                      <a:pt x="69" y="179"/>
                      <a:pt x="72" y="179"/>
                    </a:cubicBezTo>
                    <a:cubicBezTo>
                      <a:pt x="205" y="156"/>
                      <a:pt x="348" y="133"/>
                      <a:pt x="477" y="94"/>
                    </a:cubicBezTo>
                    <a:cubicBezTo>
                      <a:pt x="537" y="76"/>
                      <a:pt x="515" y="0"/>
                      <a:pt x="4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31"/>
              <p:cNvSpPr/>
              <p:nvPr/>
            </p:nvSpPr>
            <p:spPr>
              <a:xfrm>
                <a:off x="5943091" y="1437306"/>
                <a:ext cx="28698" cy="9719"/>
              </a:xfrm>
              <a:custGeom>
                <a:rect b="b" l="l" r="r" t="t"/>
                <a:pathLst>
                  <a:path extrusionOk="0" h="148" w="437">
                    <a:moveTo>
                      <a:pt x="385" y="0"/>
                    </a:moveTo>
                    <a:cubicBezTo>
                      <a:pt x="382" y="0"/>
                      <a:pt x="380" y="1"/>
                      <a:pt x="377" y="1"/>
                    </a:cubicBezTo>
                    <a:cubicBezTo>
                      <a:pt x="267" y="14"/>
                      <a:pt x="160" y="40"/>
                      <a:pt x="53" y="63"/>
                    </a:cubicBezTo>
                    <a:cubicBezTo>
                      <a:pt x="0" y="72"/>
                      <a:pt x="19" y="147"/>
                      <a:pt x="72" y="147"/>
                    </a:cubicBezTo>
                    <a:cubicBezTo>
                      <a:pt x="75" y="147"/>
                      <a:pt x="77" y="147"/>
                      <a:pt x="79" y="147"/>
                    </a:cubicBezTo>
                    <a:cubicBezTo>
                      <a:pt x="183" y="131"/>
                      <a:pt x="290" y="121"/>
                      <a:pt x="390" y="95"/>
                    </a:cubicBezTo>
                    <a:cubicBezTo>
                      <a:pt x="436" y="83"/>
                      <a:pt x="430" y="0"/>
                      <a:pt x="3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31"/>
              <p:cNvSpPr/>
              <p:nvPr/>
            </p:nvSpPr>
            <p:spPr>
              <a:xfrm>
                <a:off x="5984921" y="1432447"/>
                <a:ext cx="31784" cy="9456"/>
              </a:xfrm>
              <a:custGeom>
                <a:rect b="b" l="l" r="r" t="t"/>
                <a:pathLst>
                  <a:path extrusionOk="0" h="144" w="484">
                    <a:moveTo>
                      <a:pt x="419" y="0"/>
                    </a:moveTo>
                    <a:cubicBezTo>
                      <a:pt x="417" y="0"/>
                      <a:pt x="416" y="0"/>
                      <a:pt x="414" y="1"/>
                    </a:cubicBezTo>
                    <a:cubicBezTo>
                      <a:pt x="288" y="17"/>
                      <a:pt x="168" y="43"/>
                      <a:pt x="45" y="65"/>
                    </a:cubicBezTo>
                    <a:cubicBezTo>
                      <a:pt x="0" y="75"/>
                      <a:pt x="12" y="143"/>
                      <a:pt x="55" y="143"/>
                    </a:cubicBezTo>
                    <a:cubicBezTo>
                      <a:pt x="56" y="143"/>
                      <a:pt x="57" y="143"/>
                      <a:pt x="58" y="143"/>
                    </a:cubicBezTo>
                    <a:cubicBezTo>
                      <a:pt x="184" y="130"/>
                      <a:pt x="304" y="124"/>
                      <a:pt x="430" y="104"/>
                    </a:cubicBezTo>
                    <a:cubicBezTo>
                      <a:pt x="483" y="95"/>
                      <a:pt x="470" y="0"/>
                      <a:pt x="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31"/>
              <p:cNvSpPr/>
              <p:nvPr/>
            </p:nvSpPr>
            <p:spPr>
              <a:xfrm>
                <a:off x="6113696" y="1237612"/>
                <a:ext cx="14382" cy="21014"/>
              </a:xfrm>
              <a:custGeom>
                <a:rect b="b" l="l" r="r" t="t"/>
                <a:pathLst>
                  <a:path extrusionOk="0" h="320" w="219">
                    <a:moveTo>
                      <a:pt x="167" y="0"/>
                    </a:moveTo>
                    <a:cubicBezTo>
                      <a:pt x="149" y="0"/>
                      <a:pt x="130" y="10"/>
                      <a:pt x="121" y="33"/>
                    </a:cubicBezTo>
                    <a:cubicBezTo>
                      <a:pt x="92" y="104"/>
                      <a:pt x="50" y="172"/>
                      <a:pt x="18" y="240"/>
                    </a:cubicBezTo>
                    <a:cubicBezTo>
                      <a:pt x="1" y="276"/>
                      <a:pt x="32" y="319"/>
                      <a:pt x="64" y="319"/>
                    </a:cubicBezTo>
                    <a:cubicBezTo>
                      <a:pt x="75" y="319"/>
                      <a:pt x="86" y="314"/>
                      <a:pt x="95" y="301"/>
                    </a:cubicBezTo>
                    <a:cubicBezTo>
                      <a:pt x="154" y="230"/>
                      <a:pt x="189" y="146"/>
                      <a:pt x="209" y="58"/>
                    </a:cubicBezTo>
                    <a:cubicBezTo>
                      <a:pt x="218" y="22"/>
                      <a:pt x="194" y="0"/>
                      <a:pt x="1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31"/>
              <p:cNvSpPr/>
              <p:nvPr/>
            </p:nvSpPr>
            <p:spPr>
              <a:xfrm>
                <a:off x="6098789" y="1270051"/>
                <a:ext cx="12083" cy="20292"/>
              </a:xfrm>
              <a:custGeom>
                <a:rect b="b" l="l" r="r" t="t"/>
                <a:pathLst>
                  <a:path extrusionOk="0" h="309" w="184">
                    <a:moveTo>
                      <a:pt x="160" y="1"/>
                    </a:moveTo>
                    <a:cubicBezTo>
                      <a:pt x="154" y="1"/>
                      <a:pt x="148" y="3"/>
                      <a:pt x="144" y="8"/>
                    </a:cubicBezTo>
                    <a:cubicBezTo>
                      <a:pt x="92" y="86"/>
                      <a:pt x="44" y="167"/>
                      <a:pt x="11" y="254"/>
                    </a:cubicBezTo>
                    <a:cubicBezTo>
                      <a:pt x="1" y="284"/>
                      <a:pt x="29" y="309"/>
                      <a:pt x="56" y="309"/>
                    </a:cubicBezTo>
                    <a:cubicBezTo>
                      <a:pt x="70" y="309"/>
                      <a:pt x="82" y="302"/>
                      <a:pt x="89" y="287"/>
                    </a:cubicBezTo>
                    <a:cubicBezTo>
                      <a:pt x="128" y="206"/>
                      <a:pt x="157" y="115"/>
                      <a:pt x="177" y="24"/>
                    </a:cubicBezTo>
                    <a:cubicBezTo>
                      <a:pt x="183" y="11"/>
                      <a:pt x="172" y="1"/>
                      <a:pt x="1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31"/>
              <p:cNvSpPr/>
              <p:nvPr/>
            </p:nvSpPr>
            <p:spPr>
              <a:xfrm>
                <a:off x="6080599" y="1300258"/>
                <a:ext cx="13856" cy="19635"/>
              </a:xfrm>
              <a:custGeom>
                <a:rect b="b" l="l" r="r" t="t"/>
                <a:pathLst>
                  <a:path extrusionOk="0" h="299" w="211">
                    <a:moveTo>
                      <a:pt x="171" y="0"/>
                    </a:moveTo>
                    <a:cubicBezTo>
                      <a:pt x="160" y="0"/>
                      <a:pt x="149" y="5"/>
                      <a:pt x="143" y="15"/>
                    </a:cubicBezTo>
                    <a:cubicBezTo>
                      <a:pt x="94" y="86"/>
                      <a:pt x="45" y="161"/>
                      <a:pt x="13" y="242"/>
                    </a:cubicBezTo>
                    <a:cubicBezTo>
                      <a:pt x="0" y="274"/>
                      <a:pt x="30" y="299"/>
                      <a:pt x="59" y="299"/>
                    </a:cubicBezTo>
                    <a:cubicBezTo>
                      <a:pt x="74" y="299"/>
                      <a:pt x="88" y="292"/>
                      <a:pt x="97" y="277"/>
                    </a:cubicBezTo>
                    <a:cubicBezTo>
                      <a:pt x="143" y="206"/>
                      <a:pt x="172" y="118"/>
                      <a:pt x="198" y="37"/>
                    </a:cubicBezTo>
                    <a:cubicBezTo>
                      <a:pt x="210" y="16"/>
                      <a:pt x="191" y="0"/>
                      <a:pt x="1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31"/>
              <p:cNvSpPr/>
              <p:nvPr/>
            </p:nvSpPr>
            <p:spPr>
              <a:xfrm>
                <a:off x="6057616" y="1337032"/>
                <a:ext cx="18519" cy="24232"/>
              </a:xfrm>
              <a:custGeom>
                <a:rect b="b" l="l" r="r" t="t"/>
                <a:pathLst>
                  <a:path extrusionOk="0" h="369" w="282">
                    <a:moveTo>
                      <a:pt x="245" y="1"/>
                    </a:moveTo>
                    <a:cubicBezTo>
                      <a:pt x="238" y="1"/>
                      <a:pt x="230" y="3"/>
                      <a:pt x="224" y="9"/>
                    </a:cubicBezTo>
                    <a:cubicBezTo>
                      <a:pt x="143" y="93"/>
                      <a:pt x="81" y="197"/>
                      <a:pt x="23" y="297"/>
                    </a:cubicBezTo>
                    <a:cubicBezTo>
                      <a:pt x="0" y="335"/>
                      <a:pt x="32" y="368"/>
                      <a:pt x="66" y="368"/>
                    </a:cubicBezTo>
                    <a:cubicBezTo>
                      <a:pt x="81" y="368"/>
                      <a:pt x="96" y="362"/>
                      <a:pt x="107" y="346"/>
                    </a:cubicBezTo>
                    <a:cubicBezTo>
                      <a:pt x="172" y="248"/>
                      <a:pt x="233" y="148"/>
                      <a:pt x="272" y="38"/>
                    </a:cubicBezTo>
                    <a:cubicBezTo>
                      <a:pt x="282" y="17"/>
                      <a:pt x="264"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31"/>
              <p:cNvSpPr/>
              <p:nvPr/>
            </p:nvSpPr>
            <p:spPr>
              <a:xfrm>
                <a:off x="6037587" y="1377024"/>
                <a:ext cx="13725" cy="24167"/>
              </a:xfrm>
              <a:custGeom>
                <a:rect b="b" l="l" r="r" t="t"/>
                <a:pathLst>
                  <a:path extrusionOk="0" h="368" w="209">
                    <a:moveTo>
                      <a:pt x="180" y="0"/>
                    </a:moveTo>
                    <a:cubicBezTo>
                      <a:pt x="167" y="0"/>
                      <a:pt x="152" y="7"/>
                      <a:pt x="146" y="18"/>
                    </a:cubicBezTo>
                    <a:cubicBezTo>
                      <a:pt x="124" y="67"/>
                      <a:pt x="108" y="116"/>
                      <a:pt x="88" y="164"/>
                    </a:cubicBezTo>
                    <a:cubicBezTo>
                      <a:pt x="69" y="210"/>
                      <a:pt x="43" y="252"/>
                      <a:pt x="20" y="294"/>
                    </a:cubicBezTo>
                    <a:cubicBezTo>
                      <a:pt x="0" y="334"/>
                      <a:pt x="30" y="367"/>
                      <a:pt x="61" y="367"/>
                    </a:cubicBezTo>
                    <a:cubicBezTo>
                      <a:pt x="76" y="367"/>
                      <a:pt x="91" y="360"/>
                      <a:pt x="101" y="342"/>
                    </a:cubicBezTo>
                    <a:cubicBezTo>
                      <a:pt x="163" y="255"/>
                      <a:pt x="198" y="132"/>
                      <a:pt x="205" y="28"/>
                    </a:cubicBezTo>
                    <a:cubicBezTo>
                      <a:pt x="208" y="9"/>
                      <a:pt x="195" y="0"/>
                      <a:pt x="1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31"/>
              <p:cNvSpPr/>
              <p:nvPr/>
            </p:nvSpPr>
            <p:spPr>
              <a:xfrm>
                <a:off x="6020645" y="1412550"/>
                <a:ext cx="11295" cy="19307"/>
              </a:xfrm>
              <a:custGeom>
                <a:rect b="b" l="l" r="r" t="t"/>
                <a:pathLst>
                  <a:path extrusionOk="0" h="294" w="172">
                    <a:moveTo>
                      <a:pt x="137" y="0"/>
                    </a:moveTo>
                    <a:cubicBezTo>
                      <a:pt x="131" y="0"/>
                      <a:pt x="124" y="3"/>
                      <a:pt x="119" y="9"/>
                    </a:cubicBezTo>
                    <a:cubicBezTo>
                      <a:pt x="67" y="74"/>
                      <a:pt x="9" y="164"/>
                      <a:pt x="3" y="252"/>
                    </a:cubicBezTo>
                    <a:cubicBezTo>
                      <a:pt x="1" y="279"/>
                      <a:pt x="23" y="294"/>
                      <a:pt x="46" y="294"/>
                    </a:cubicBezTo>
                    <a:cubicBezTo>
                      <a:pt x="64" y="294"/>
                      <a:pt x="81" y="285"/>
                      <a:pt x="87" y="265"/>
                    </a:cubicBezTo>
                    <a:cubicBezTo>
                      <a:pt x="100" y="229"/>
                      <a:pt x="100" y="187"/>
                      <a:pt x="106" y="151"/>
                    </a:cubicBezTo>
                    <a:cubicBezTo>
                      <a:pt x="119" y="109"/>
                      <a:pt x="136" y="74"/>
                      <a:pt x="155" y="41"/>
                    </a:cubicBezTo>
                    <a:cubicBezTo>
                      <a:pt x="172" y="20"/>
                      <a:pt x="155"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31"/>
              <p:cNvSpPr/>
              <p:nvPr/>
            </p:nvSpPr>
            <p:spPr>
              <a:xfrm>
                <a:off x="6034829" y="1443414"/>
                <a:ext cx="31916" cy="16680"/>
              </a:xfrm>
              <a:custGeom>
                <a:rect b="b" l="l" r="r" t="t"/>
                <a:pathLst>
                  <a:path extrusionOk="0" h="254" w="486">
                    <a:moveTo>
                      <a:pt x="51" y="0"/>
                    </a:moveTo>
                    <a:cubicBezTo>
                      <a:pt x="19" y="0"/>
                      <a:pt x="1" y="47"/>
                      <a:pt x="33" y="70"/>
                    </a:cubicBezTo>
                    <a:cubicBezTo>
                      <a:pt x="153" y="138"/>
                      <a:pt x="276" y="203"/>
                      <a:pt x="405" y="251"/>
                    </a:cubicBezTo>
                    <a:cubicBezTo>
                      <a:pt x="410" y="253"/>
                      <a:pt x="414" y="254"/>
                      <a:pt x="418" y="254"/>
                    </a:cubicBezTo>
                    <a:cubicBezTo>
                      <a:pt x="460" y="254"/>
                      <a:pt x="486" y="185"/>
                      <a:pt x="444" y="164"/>
                    </a:cubicBezTo>
                    <a:cubicBezTo>
                      <a:pt x="324" y="99"/>
                      <a:pt x="192" y="44"/>
                      <a:pt x="62" y="2"/>
                    </a:cubicBezTo>
                    <a:cubicBezTo>
                      <a:pt x="58" y="1"/>
                      <a:pt x="54"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31"/>
              <p:cNvSpPr/>
              <p:nvPr/>
            </p:nvSpPr>
            <p:spPr>
              <a:xfrm>
                <a:off x="6080468" y="1464361"/>
                <a:ext cx="30537" cy="16352"/>
              </a:xfrm>
              <a:custGeom>
                <a:rect b="b" l="l" r="r" t="t"/>
                <a:pathLst>
                  <a:path extrusionOk="0" h="249" w="465">
                    <a:moveTo>
                      <a:pt x="60" y="0"/>
                    </a:moveTo>
                    <a:cubicBezTo>
                      <a:pt x="17" y="0"/>
                      <a:pt x="1" y="63"/>
                      <a:pt x="47" y="78"/>
                    </a:cubicBezTo>
                    <a:cubicBezTo>
                      <a:pt x="164" y="120"/>
                      <a:pt x="268" y="175"/>
                      <a:pt x="371" y="240"/>
                    </a:cubicBezTo>
                    <a:cubicBezTo>
                      <a:pt x="380" y="246"/>
                      <a:pt x="388" y="249"/>
                      <a:pt x="397" y="249"/>
                    </a:cubicBezTo>
                    <a:cubicBezTo>
                      <a:pt x="434" y="249"/>
                      <a:pt x="464" y="198"/>
                      <a:pt x="430" y="169"/>
                    </a:cubicBezTo>
                    <a:cubicBezTo>
                      <a:pt x="326" y="81"/>
                      <a:pt x="196" y="30"/>
                      <a:pt x="67" y="0"/>
                    </a:cubicBezTo>
                    <a:cubicBezTo>
                      <a:pt x="65"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31"/>
              <p:cNvSpPr/>
              <p:nvPr/>
            </p:nvSpPr>
            <p:spPr>
              <a:xfrm>
                <a:off x="6171878" y="1506783"/>
                <a:ext cx="21605" cy="10967"/>
              </a:xfrm>
              <a:custGeom>
                <a:rect b="b" l="l" r="r" t="t"/>
                <a:pathLst>
                  <a:path extrusionOk="0" h="167" w="329">
                    <a:moveTo>
                      <a:pt x="54" y="0"/>
                    </a:moveTo>
                    <a:cubicBezTo>
                      <a:pt x="10" y="0"/>
                      <a:pt x="1" y="69"/>
                      <a:pt x="45" y="90"/>
                    </a:cubicBezTo>
                    <a:cubicBezTo>
                      <a:pt x="110" y="113"/>
                      <a:pt x="178" y="145"/>
                      <a:pt x="243" y="164"/>
                    </a:cubicBezTo>
                    <a:cubicBezTo>
                      <a:pt x="248" y="166"/>
                      <a:pt x="253" y="166"/>
                      <a:pt x="258" y="166"/>
                    </a:cubicBezTo>
                    <a:cubicBezTo>
                      <a:pt x="311" y="166"/>
                      <a:pt x="328" y="91"/>
                      <a:pt x="272" y="67"/>
                    </a:cubicBezTo>
                    <a:cubicBezTo>
                      <a:pt x="207" y="41"/>
                      <a:pt x="139" y="25"/>
                      <a:pt x="68" y="2"/>
                    </a:cubicBezTo>
                    <a:cubicBezTo>
                      <a:pt x="63" y="1"/>
                      <a:pt x="58" y="0"/>
                      <a:pt x="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31"/>
              <p:cNvSpPr/>
              <p:nvPr/>
            </p:nvSpPr>
            <p:spPr>
              <a:xfrm>
                <a:off x="6199984" y="1523594"/>
                <a:ext cx="23379" cy="10310"/>
              </a:xfrm>
              <a:custGeom>
                <a:rect b="b" l="l" r="r" t="t"/>
                <a:pathLst>
                  <a:path extrusionOk="0" h="157" w="356">
                    <a:moveTo>
                      <a:pt x="56" y="1"/>
                    </a:moveTo>
                    <a:cubicBezTo>
                      <a:pt x="16" y="1"/>
                      <a:pt x="0" y="65"/>
                      <a:pt x="45" y="80"/>
                    </a:cubicBezTo>
                    <a:cubicBezTo>
                      <a:pt x="116" y="103"/>
                      <a:pt x="191" y="119"/>
                      <a:pt x="255" y="151"/>
                    </a:cubicBezTo>
                    <a:cubicBezTo>
                      <a:pt x="264" y="155"/>
                      <a:pt x="272" y="157"/>
                      <a:pt x="280" y="157"/>
                    </a:cubicBezTo>
                    <a:cubicBezTo>
                      <a:pt x="337" y="157"/>
                      <a:pt x="356" y="63"/>
                      <a:pt x="281" y="54"/>
                    </a:cubicBezTo>
                    <a:cubicBezTo>
                      <a:pt x="207" y="48"/>
                      <a:pt x="135" y="19"/>
                      <a:pt x="67" y="2"/>
                    </a:cubicBezTo>
                    <a:cubicBezTo>
                      <a:pt x="64" y="1"/>
                      <a:pt x="60" y="1"/>
                      <a:pt x="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1" name="Google Shape;3601;p31"/>
            <p:cNvGrpSpPr/>
            <p:nvPr/>
          </p:nvGrpSpPr>
          <p:grpSpPr>
            <a:xfrm rot="4144080">
              <a:off x="7348002" y="2002710"/>
              <a:ext cx="991949" cy="851509"/>
              <a:chOff x="3639393" y="3293465"/>
              <a:chExt cx="543616" cy="466651"/>
            </a:xfrm>
          </p:grpSpPr>
          <p:sp>
            <p:nvSpPr>
              <p:cNvPr id="3602" name="Google Shape;3602;p31"/>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31"/>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31"/>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31"/>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31"/>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31"/>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31"/>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31"/>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31"/>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31"/>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612" name="Google Shape;3612;p31"/>
          <p:cNvSpPr txBox="1"/>
          <p:nvPr>
            <p:ph type="title"/>
          </p:nvPr>
        </p:nvSpPr>
        <p:spPr>
          <a:xfrm>
            <a:off x="2099292" y="579613"/>
            <a:ext cx="49458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68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613" name="Google Shape;3613;p31"/>
          <p:cNvSpPr txBox="1"/>
          <p:nvPr>
            <p:ph idx="1" type="subTitle"/>
          </p:nvPr>
        </p:nvSpPr>
        <p:spPr>
          <a:xfrm>
            <a:off x="2099251" y="1638313"/>
            <a:ext cx="4945800" cy="1139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14" name="Google Shape;3614;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615" name="Shape 3615"/>
        <p:cNvGrpSpPr/>
        <p:nvPr/>
      </p:nvGrpSpPr>
      <p:grpSpPr>
        <a:xfrm>
          <a:off x="0" y="0"/>
          <a:ext cx="0" cy="0"/>
          <a:chOff x="0" y="0"/>
          <a:chExt cx="0" cy="0"/>
        </a:xfrm>
      </p:grpSpPr>
      <p:pic>
        <p:nvPicPr>
          <p:cNvPr id="3616" name="Google Shape;3616;p32"/>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3617" name="Google Shape;3617;p32"/>
          <p:cNvGrpSpPr/>
          <p:nvPr/>
        </p:nvGrpSpPr>
        <p:grpSpPr>
          <a:xfrm>
            <a:off x="297" y="2310816"/>
            <a:ext cx="2872123" cy="3218000"/>
            <a:chOff x="297" y="2310816"/>
            <a:chExt cx="2872123" cy="3218000"/>
          </a:xfrm>
        </p:grpSpPr>
        <p:grpSp>
          <p:nvGrpSpPr>
            <p:cNvPr id="3618" name="Google Shape;3618;p32"/>
            <p:cNvGrpSpPr/>
            <p:nvPr/>
          </p:nvGrpSpPr>
          <p:grpSpPr>
            <a:xfrm rot="-1831421">
              <a:off x="1920859" y="4889434"/>
              <a:ext cx="902125" cy="440833"/>
              <a:chOff x="7053208" y="3451133"/>
              <a:chExt cx="306539" cy="149789"/>
            </a:xfrm>
          </p:grpSpPr>
          <p:sp>
            <p:nvSpPr>
              <p:cNvPr id="3619" name="Google Shape;3619;p32"/>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32"/>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32"/>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32"/>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32"/>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32"/>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32"/>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32"/>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32"/>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8" name="Google Shape;3628;p32"/>
            <p:cNvGrpSpPr/>
            <p:nvPr/>
          </p:nvGrpSpPr>
          <p:grpSpPr>
            <a:xfrm rot="-4946673">
              <a:off x="-469824" y="4523410"/>
              <a:ext cx="1447185" cy="319429"/>
              <a:chOff x="7968422" y="675563"/>
              <a:chExt cx="462304" cy="102049"/>
            </a:xfrm>
          </p:grpSpPr>
          <p:sp>
            <p:nvSpPr>
              <p:cNvPr id="3629" name="Google Shape;3629;p32"/>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32"/>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32"/>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32"/>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32"/>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32"/>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32"/>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32"/>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32"/>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32"/>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32"/>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32"/>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32"/>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2" name="Google Shape;3642;p32"/>
            <p:cNvGrpSpPr/>
            <p:nvPr/>
          </p:nvGrpSpPr>
          <p:grpSpPr>
            <a:xfrm rot="716012">
              <a:off x="698207" y="4517471"/>
              <a:ext cx="567343" cy="331312"/>
              <a:chOff x="5999959" y="663349"/>
              <a:chExt cx="216246" cy="126280"/>
            </a:xfrm>
          </p:grpSpPr>
          <p:sp>
            <p:nvSpPr>
              <p:cNvPr id="3643" name="Google Shape;3643;p32"/>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32"/>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32"/>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32"/>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32"/>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32"/>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32"/>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0" name="Google Shape;3650;p32"/>
            <p:cNvGrpSpPr/>
            <p:nvPr/>
          </p:nvGrpSpPr>
          <p:grpSpPr>
            <a:xfrm rot="621046">
              <a:off x="239852" y="2364675"/>
              <a:ext cx="633885" cy="379428"/>
              <a:chOff x="4884983" y="2824599"/>
              <a:chExt cx="253545" cy="151760"/>
            </a:xfrm>
          </p:grpSpPr>
          <p:sp>
            <p:nvSpPr>
              <p:cNvPr id="3651" name="Google Shape;3651;p32"/>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32"/>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32"/>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32"/>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32"/>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32"/>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32"/>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32"/>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32"/>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60" name="Google Shape;3660;p32"/>
          <p:cNvGrpSpPr/>
          <p:nvPr/>
        </p:nvGrpSpPr>
        <p:grpSpPr>
          <a:xfrm>
            <a:off x="-592495" y="866074"/>
            <a:ext cx="4640857" cy="5228081"/>
            <a:chOff x="-592495" y="866074"/>
            <a:chExt cx="4640857" cy="5228081"/>
          </a:xfrm>
        </p:grpSpPr>
        <p:grpSp>
          <p:nvGrpSpPr>
            <p:cNvPr id="3661" name="Google Shape;3661;p32"/>
            <p:cNvGrpSpPr/>
            <p:nvPr/>
          </p:nvGrpSpPr>
          <p:grpSpPr>
            <a:xfrm rot="-1615669">
              <a:off x="2638665" y="4810380"/>
              <a:ext cx="1236398" cy="1061349"/>
              <a:chOff x="3639393" y="3293465"/>
              <a:chExt cx="543616" cy="466651"/>
            </a:xfrm>
          </p:grpSpPr>
          <p:sp>
            <p:nvSpPr>
              <p:cNvPr id="3662" name="Google Shape;3662;p32"/>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32"/>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32"/>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32"/>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32"/>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32"/>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32"/>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32"/>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32"/>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32"/>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72" name="Google Shape;3672;p32"/>
            <p:cNvGrpSpPr/>
            <p:nvPr/>
          </p:nvGrpSpPr>
          <p:grpSpPr>
            <a:xfrm rot="2304768">
              <a:off x="404168" y="4580267"/>
              <a:ext cx="1348053" cy="853304"/>
              <a:chOff x="4808808" y="1957984"/>
              <a:chExt cx="404920" cy="256310"/>
            </a:xfrm>
          </p:grpSpPr>
          <p:sp>
            <p:nvSpPr>
              <p:cNvPr id="3673" name="Google Shape;3673;p32"/>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32"/>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75" name="Google Shape;3675;p32"/>
            <p:cNvGrpSpPr/>
            <p:nvPr/>
          </p:nvGrpSpPr>
          <p:grpSpPr>
            <a:xfrm rot="-10201905">
              <a:off x="-521562" y="2852174"/>
              <a:ext cx="1295601" cy="932581"/>
              <a:chOff x="5859955" y="1906764"/>
              <a:chExt cx="497056" cy="357770"/>
            </a:xfrm>
          </p:grpSpPr>
          <p:sp>
            <p:nvSpPr>
              <p:cNvPr id="3676" name="Google Shape;3676;p32"/>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32"/>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32"/>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32"/>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32"/>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32"/>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32"/>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32"/>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32"/>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32"/>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32"/>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32"/>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32"/>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32"/>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32"/>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32"/>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32"/>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32"/>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32"/>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5" name="Google Shape;3695;p32"/>
            <p:cNvGrpSpPr/>
            <p:nvPr/>
          </p:nvGrpSpPr>
          <p:grpSpPr>
            <a:xfrm rot="-1464682">
              <a:off x="-378992" y="992007"/>
              <a:ext cx="873834" cy="1222062"/>
              <a:chOff x="3735990" y="4115688"/>
              <a:chExt cx="349166" cy="488320"/>
            </a:xfrm>
          </p:grpSpPr>
          <p:sp>
            <p:nvSpPr>
              <p:cNvPr id="3696" name="Google Shape;3696;p32"/>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32"/>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32"/>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32"/>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32"/>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32"/>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32"/>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32"/>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32"/>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32"/>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32"/>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32"/>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32"/>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32"/>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32"/>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32"/>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32"/>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32"/>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32"/>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32"/>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32"/>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17" name="Google Shape;3717;p32"/>
          <p:cNvGrpSpPr/>
          <p:nvPr/>
        </p:nvGrpSpPr>
        <p:grpSpPr>
          <a:xfrm>
            <a:off x="6992798" y="-229465"/>
            <a:ext cx="2526094" cy="2336229"/>
            <a:chOff x="6992798" y="-229465"/>
            <a:chExt cx="2526094" cy="2336229"/>
          </a:xfrm>
        </p:grpSpPr>
        <p:grpSp>
          <p:nvGrpSpPr>
            <p:cNvPr id="3718" name="Google Shape;3718;p32"/>
            <p:cNvGrpSpPr/>
            <p:nvPr/>
          </p:nvGrpSpPr>
          <p:grpSpPr>
            <a:xfrm rot="2567276">
              <a:off x="6985685" y="-15798"/>
              <a:ext cx="733465" cy="266411"/>
              <a:chOff x="3720033" y="657636"/>
              <a:chExt cx="380942" cy="138367"/>
            </a:xfrm>
          </p:grpSpPr>
          <p:sp>
            <p:nvSpPr>
              <p:cNvPr id="3719" name="Google Shape;3719;p32"/>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32"/>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32"/>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32"/>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32"/>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32"/>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5" name="Google Shape;3725;p32"/>
            <p:cNvGrpSpPr/>
            <p:nvPr/>
          </p:nvGrpSpPr>
          <p:grpSpPr>
            <a:xfrm rot="-2367188">
              <a:off x="8331666" y="600691"/>
              <a:ext cx="493112" cy="177777"/>
              <a:chOff x="3781827" y="2039675"/>
              <a:chExt cx="256107" cy="92332"/>
            </a:xfrm>
          </p:grpSpPr>
          <p:sp>
            <p:nvSpPr>
              <p:cNvPr id="3726" name="Google Shape;3726;p32"/>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32"/>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32"/>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32"/>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32"/>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1" name="Google Shape;3731;p32"/>
            <p:cNvGrpSpPr/>
            <p:nvPr/>
          </p:nvGrpSpPr>
          <p:grpSpPr>
            <a:xfrm rot="-1825424">
              <a:off x="8719676" y="1508451"/>
              <a:ext cx="738169" cy="441832"/>
              <a:chOff x="4884983" y="2824599"/>
              <a:chExt cx="253545" cy="151760"/>
            </a:xfrm>
          </p:grpSpPr>
          <p:sp>
            <p:nvSpPr>
              <p:cNvPr id="3732" name="Google Shape;3732;p32"/>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32"/>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32"/>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32"/>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32"/>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32"/>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32"/>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32"/>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32"/>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41" name="Google Shape;3741;p32"/>
          <p:cNvGrpSpPr/>
          <p:nvPr/>
        </p:nvGrpSpPr>
        <p:grpSpPr>
          <a:xfrm>
            <a:off x="7223711" y="-911422"/>
            <a:ext cx="2595510" cy="4171192"/>
            <a:chOff x="7223711" y="-911422"/>
            <a:chExt cx="2595510" cy="4171192"/>
          </a:xfrm>
        </p:grpSpPr>
        <p:grpSp>
          <p:nvGrpSpPr>
            <p:cNvPr id="3742" name="Google Shape;3742;p32"/>
            <p:cNvGrpSpPr/>
            <p:nvPr/>
          </p:nvGrpSpPr>
          <p:grpSpPr>
            <a:xfrm rot="-1244566">
              <a:off x="8296239" y="381406"/>
              <a:ext cx="1410581" cy="892908"/>
              <a:chOff x="4808808" y="1957984"/>
              <a:chExt cx="404920" cy="256310"/>
            </a:xfrm>
          </p:grpSpPr>
          <p:sp>
            <p:nvSpPr>
              <p:cNvPr id="3743" name="Google Shape;3743;p32"/>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32"/>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5" name="Google Shape;3745;p32"/>
            <p:cNvGrpSpPr/>
            <p:nvPr/>
          </p:nvGrpSpPr>
          <p:grpSpPr>
            <a:xfrm rot="1825564">
              <a:off x="7336065" y="-587169"/>
              <a:ext cx="1513122" cy="855162"/>
              <a:chOff x="4710963" y="556836"/>
              <a:chExt cx="599550" cy="338855"/>
            </a:xfrm>
          </p:grpSpPr>
          <p:sp>
            <p:nvSpPr>
              <p:cNvPr id="3746" name="Google Shape;3746;p32"/>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32"/>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32"/>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32"/>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0" name="Google Shape;3750;p32"/>
            <p:cNvGrpSpPr/>
            <p:nvPr/>
          </p:nvGrpSpPr>
          <p:grpSpPr>
            <a:xfrm rot="2179146">
              <a:off x="8694241" y="2210628"/>
              <a:ext cx="789052" cy="903211"/>
              <a:chOff x="4838621" y="3330436"/>
              <a:chExt cx="342600" cy="392181"/>
            </a:xfrm>
          </p:grpSpPr>
          <p:sp>
            <p:nvSpPr>
              <p:cNvPr id="3751" name="Google Shape;3751;p32"/>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32"/>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32"/>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32"/>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32"/>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32"/>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32"/>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32"/>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32"/>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32"/>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32"/>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32"/>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32"/>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32"/>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32"/>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32"/>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32"/>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32"/>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32"/>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32"/>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32"/>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32"/>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32"/>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32"/>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32"/>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76" name="Google Shape;3776;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accent4"/>
        </a:solidFill>
      </p:bgPr>
    </p:bg>
    <p:spTree>
      <p:nvGrpSpPr>
        <p:cNvPr id="3777" name="Shape 3777"/>
        <p:cNvGrpSpPr/>
        <p:nvPr/>
      </p:nvGrpSpPr>
      <p:grpSpPr>
        <a:xfrm>
          <a:off x="0" y="0"/>
          <a:ext cx="0" cy="0"/>
          <a:chOff x="0" y="0"/>
          <a:chExt cx="0" cy="0"/>
        </a:xfrm>
      </p:grpSpPr>
      <p:pic>
        <p:nvPicPr>
          <p:cNvPr id="3778" name="Google Shape;3778;p33"/>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3779" name="Google Shape;3779;p33"/>
          <p:cNvGrpSpPr/>
          <p:nvPr/>
        </p:nvGrpSpPr>
        <p:grpSpPr>
          <a:xfrm>
            <a:off x="5319133" y="-315006"/>
            <a:ext cx="4231242" cy="5380133"/>
            <a:chOff x="5319133" y="-315006"/>
            <a:chExt cx="4231242" cy="5380133"/>
          </a:xfrm>
        </p:grpSpPr>
        <p:grpSp>
          <p:nvGrpSpPr>
            <p:cNvPr id="3780" name="Google Shape;3780;p33"/>
            <p:cNvGrpSpPr/>
            <p:nvPr/>
          </p:nvGrpSpPr>
          <p:grpSpPr>
            <a:xfrm rot="1737330">
              <a:off x="8451128" y="2073572"/>
              <a:ext cx="1115783" cy="219789"/>
              <a:chOff x="4737493" y="4305992"/>
              <a:chExt cx="547410" cy="107830"/>
            </a:xfrm>
          </p:grpSpPr>
          <p:sp>
            <p:nvSpPr>
              <p:cNvPr id="3781" name="Google Shape;3781;p33"/>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33"/>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33"/>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33"/>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33"/>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33"/>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33"/>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33"/>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33"/>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33"/>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33"/>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33"/>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33"/>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4" name="Google Shape;3794;p33"/>
            <p:cNvGrpSpPr/>
            <p:nvPr/>
          </p:nvGrpSpPr>
          <p:grpSpPr>
            <a:xfrm rot="-1492893">
              <a:off x="8502898" y="2646172"/>
              <a:ext cx="624817" cy="305315"/>
              <a:chOff x="7053208" y="3451133"/>
              <a:chExt cx="306539" cy="149789"/>
            </a:xfrm>
          </p:grpSpPr>
          <p:sp>
            <p:nvSpPr>
              <p:cNvPr id="3795" name="Google Shape;3795;p33"/>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33"/>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33"/>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33"/>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33"/>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33"/>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33"/>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33"/>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33"/>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4" name="Google Shape;3804;p33"/>
            <p:cNvGrpSpPr/>
            <p:nvPr/>
          </p:nvGrpSpPr>
          <p:grpSpPr>
            <a:xfrm rot="-1892970">
              <a:off x="7654304" y="4754269"/>
              <a:ext cx="522017" cy="188198"/>
              <a:chOff x="3781827" y="2039675"/>
              <a:chExt cx="256107" cy="92332"/>
            </a:xfrm>
          </p:grpSpPr>
          <p:sp>
            <p:nvSpPr>
              <p:cNvPr id="3805" name="Google Shape;3805;p33"/>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33"/>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33"/>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33"/>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33"/>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0" name="Google Shape;3810;p33"/>
            <p:cNvGrpSpPr/>
            <p:nvPr/>
          </p:nvGrpSpPr>
          <p:grpSpPr>
            <a:xfrm rot="2455194">
              <a:off x="5357293" y="-156042"/>
              <a:ext cx="516804" cy="309334"/>
              <a:chOff x="4884983" y="2824599"/>
              <a:chExt cx="253545" cy="151760"/>
            </a:xfrm>
          </p:grpSpPr>
          <p:sp>
            <p:nvSpPr>
              <p:cNvPr id="3811" name="Google Shape;3811;p33"/>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33"/>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33"/>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33"/>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33"/>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33"/>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33"/>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33"/>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33"/>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0" name="Google Shape;3820;p33"/>
            <p:cNvGrpSpPr/>
            <p:nvPr/>
          </p:nvGrpSpPr>
          <p:grpSpPr>
            <a:xfrm rot="2529989">
              <a:off x="8804591" y="4314659"/>
              <a:ext cx="516004" cy="309202"/>
              <a:chOff x="5983345" y="4283994"/>
              <a:chExt cx="253151" cy="151694"/>
            </a:xfrm>
          </p:grpSpPr>
          <p:sp>
            <p:nvSpPr>
              <p:cNvPr id="3821" name="Google Shape;3821;p33"/>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33"/>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33"/>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33"/>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33"/>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33"/>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33"/>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33"/>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33"/>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0" name="Google Shape;3830;p33"/>
            <p:cNvGrpSpPr/>
            <p:nvPr/>
          </p:nvGrpSpPr>
          <p:grpSpPr>
            <a:xfrm rot="-1383256">
              <a:off x="7149117" y="-93147"/>
              <a:ext cx="1205862" cy="356849"/>
              <a:chOff x="5813594" y="2813041"/>
              <a:chExt cx="591605" cy="175073"/>
            </a:xfrm>
          </p:grpSpPr>
          <p:sp>
            <p:nvSpPr>
              <p:cNvPr id="3831" name="Google Shape;3831;p33"/>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33"/>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33"/>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33"/>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33"/>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33"/>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33"/>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33"/>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33"/>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33"/>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33"/>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33"/>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33"/>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33"/>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33"/>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6" name="Google Shape;3846;p33"/>
            <p:cNvGrpSpPr/>
            <p:nvPr/>
          </p:nvGrpSpPr>
          <p:grpSpPr>
            <a:xfrm rot="-1872959">
              <a:off x="8299211" y="767806"/>
              <a:ext cx="677116" cy="330879"/>
              <a:chOff x="7053208" y="3451133"/>
              <a:chExt cx="306539" cy="149789"/>
            </a:xfrm>
          </p:grpSpPr>
          <p:sp>
            <p:nvSpPr>
              <p:cNvPr id="3847" name="Google Shape;3847;p33"/>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33"/>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33"/>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33"/>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33"/>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33"/>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33"/>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33"/>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33"/>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56" name="Google Shape;3856;p33"/>
          <p:cNvGrpSpPr/>
          <p:nvPr/>
        </p:nvGrpSpPr>
        <p:grpSpPr>
          <a:xfrm>
            <a:off x="6016833" y="-476172"/>
            <a:ext cx="3672779" cy="6096711"/>
            <a:chOff x="6016833" y="-476172"/>
            <a:chExt cx="3672779" cy="6096711"/>
          </a:xfrm>
        </p:grpSpPr>
        <p:grpSp>
          <p:nvGrpSpPr>
            <p:cNvPr id="3857" name="Google Shape;3857;p33"/>
            <p:cNvGrpSpPr/>
            <p:nvPr/>
          </p:nvGrpSpPr>
          <p:grpSpPr>
            <a:xfrm rot="720474">
              <a:off x="8344647" y="1237206"/>
              <a:ext cx="1160214" cy="655733"/>
              <a:chOff x="4710963" y="556836"/>
              <a:chExt cx="599550" cy="338855"/>
            </a:xfrm>
          </p:grpSpPr>
          <p:sp>
            <p:nvSpPr>
              <p:cNvPr id="3858" name="Google Shape;3858;p33"/>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33"/>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33"/>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33"/>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2" name="Google Shape;3862;p33"/>
            <p:cNvGrpSpPr/>
            <p:nvPr/>
          </p:nvGrpSpPr>
          <p:grpSpPr>
            <a:xfrm rot="3407784">
              <a:off x="6676188" y="4701009"/>
              <a:ext cx="705076" cy="807114"/>
              <a:chOff x="4838621" y="3330436"/>
              <a:chExt cx="342600" cy="392181"/>
            </a:xfrm>
          </p:grpSpPr>
          <p:sp>
            <p:nvSpPr>
              <p:cNvPr id="3863" name="Google Shape;3863;p33"/>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33"/>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33"/>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33"/>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33"/>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33"/>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33"/>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33"/>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33"/>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33"/>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33"/>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33"/>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33"/>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33"/>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33"/>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33"/>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33"/>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33"/>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33"/>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33"/>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33"/>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33"/>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33"/>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33"/>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33"/>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8" name="Google Shape;3888;p33"/>
            <p:cNvGrpSpPr/>
            <p:nvPr/>
          </p:nvGrpSpPr>
          <p:grpSpPr>
            <a:xfrm>
              <a:off x="6016833" y="-476172"/>
              <a:ext cx="1005993" cy="949609"/>
              <a:chOff x="3712416" y="2719728"/>
              <a:chExt cx="383381" cy="361907"/>
            </a:xfrm>
          </p:grpSpPr>
          <p:sp>
            <p:nvSpPr>
              <p:cNvPr id="3889" name="Google Shape;3889;p33"/>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33"/>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33"/>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33"/>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33"/>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33"/>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33"/>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33"/>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33"/>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33"/>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33"/>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33"/>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33"/>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33"/>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33"/>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33"/>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33"/>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33"/>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33"/>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33"/>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33"/>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33"/>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33"/>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2" name="Google Shape;3912;p33"/>
            <p:cNvGrpSpPr/>
            <p:nvPr/>
          </p:nvGrpSpPr>
          <p:grpSpPr>
            <a:xfrm rot="-1615669">
              <a:off x="8279915" y="3128080"/>
              <a:ext cx="1236398" cy="1061349"/>
              <a:chOff x="3639393" y="3293465"/>
              <a:chExt cx="543616" cy="466651"/>
            </a:xfrm>
          </p:grpSpPr>
          <p:sp>
            <p:nvSpPr>
              <p:cNvPr id="3913" name="Google Shape;3913;p33"/>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33"/>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33"/>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33"/>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33"/>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33"/>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33"/>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33"/>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33"/>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33"/>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3" name="Google Shape;3923;p33"/>
            <p:cNvGrpSpPr/>
            <p:nvPr/>
          </p:nvGrpSpPr>
          <p:grpSpPr>
            <a:xfrm rot="1830349">
              <a:off x="8362154" y="-68825"/>
              <a:ext cx="1071906" cy="771565"/>
              <a:chOff x="5859955" y="1906764"/>
              <a:chExt cx="497056" cy="357770"/>
            </a:xfrm>
          </p:grpSpPr>
          <p:sp>
            <p:nvSpPr>
              <p:cNvPr id="3924" name="Google Shape;3924;p33"/>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33"/>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33"/>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33"/>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33"/>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33"/>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33"/>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33"/>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33"/>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33"/>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33"/>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33"/>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33"/>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33"/>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33"/>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33"/>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33"/>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33"/>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33"/>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3" name="Google Shape;3943;p33"/>
            <p:cNvGrpSpPr/>
            <p:nvPr/>
          </p:nvGrpSpPr>
          <p:grpSpPr>
            <a:xfrm rot="1502807">
              <a:off x="8202406" y="4575485"/>
              <a:ext cx="1251098" cy="782722"/>
              <a:chOff x="6880435" y="4156402"/>
              <a:chExt cx="650771" cy="407141"/>
            </a:xfrm>
          </p:grpSpPr>
          <p:sp>
            <p:nvSpPr>
              <p:cNvPr id="3944" name="Google Shape;3944;p33"/>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33"/>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33"/>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33"/>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48" name="Google Shape;3948;p33"/>
          <p:cNvGrpSpPr/>
          <p:nvPr/>
        </p:nvGrpSpPr>
        <p:grpSpPr>
          <a:xfrm>
            <a:off x="-618112" y="-281463"/>
            <a:ext cx="4280175" cy="5869302"/>
            <a:chOff x="-618112" y="-281463"/>
            <a:chExt cx="4280175" cy="5869302"/>
          </a:xfrm>
        </p:grpSpPr>
        <p:grpSp>
          <p:nvGrpSpPr>
            <p:cNvPr id="3949" name="Google Shape;3949;p33"/>
            <p:cNvGrpSpPr/>
            <p:nvPr/>
          </p:nvGrpSpPr>
          <p:grpSpPr>
            <a:xfrm rot="-1244566">
              <a:off x="-505711" y="-60606"/>
              <a:ext cx="1410581" cy="892908"/>
              <a:chOff x="4808808" y="1957984"/>
              <a:chExt cx="404920" cy="256310"/>
            </a:xfrm>
          </p:grpSpPr>
          <p:sp>
            <p:nvSpPr>
              <p:cNvPr id="3950" name="Google Shape;3950;p33"/>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33"/>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2" name="Google Shape;3952;p33"/>
            <p:cNvGrpSpPr/>
            <p:nvPr/>
          </p:nvGrpSpPr>
          <p:grpSpPr>
            <a:xfrm rot="935572">
              <a:off x="-163275" y="2577068"/>
              <a:ext cx="873825" cy="1222061"/>
              <a:chOff x="3735990" y="4115688"/>
              <a:chExt cx="349166" cy="488320"/>
            </a:xfrm>
          </p:grpSpPr>
          <p:sp>
            <p:nvSpPr>
              <p:cNvPr id="3953" name="Google Shape;3953;p33"/>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33"/>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33"/>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33"/>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33"/>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33"/>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33"/>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33"/>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33"/>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33"/>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33"/>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33"/>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33"/>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33"/>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33"/>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33"/>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33"/>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33"/>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33"/>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33"/>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33"/>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4" name="Google Shape;3974;p33"/>
            <p:cNvGrpSpPr/>
            <p:nvPr/>
          </p:nvGrpSpPr>
          <p:grpSpPr>
            <a:xfrm rot="2179146">
              <a:off x="-120884" y="4321478"/>
              <a:ext cx="789052" cy="903211"/>
              <a:chOff x="4838621" y="3330436"/>
              <a:chExt cx="342600" cy="392181"/>
            </a:xfrm>
          </p:grpSpPr>
          <p:sp>
            <p:nvSpPr>
              <p:cNvPr id="3975" name="Google Shape;3975;p33"/>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33"/>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33"/>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33"/>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33"/>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33"/>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33"/>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33"/>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33"/>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33"/>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33"/>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33"/>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33"/>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33"/>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33"/>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33"/>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33"/>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33"/>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33"/>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33"/>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33"/>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33"/>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33"/>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33"/>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33"/>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0" name="Google Shape;4000;p33"/>
            <p:cNvGrpSpPr/>
            <p:nvPr/>
          </p:nvGrpSpPr>
          <p:grpSpPr>
            <a:xfrm rot="-1218727">
              <a:off x="2563656" y="4532629"/>
              <a:ext cx="969680" cy="915366"/>
              <a:chOff x="3712416" y="2719728"/>
              <a:chExt cx="383381" cy="361907"/>
            </a:xfrm>
          </p:grpSpPr>
          <p:sp>
            <p:nvSpPr>
              <p:cNvPr id="4001" name="Google Shape;4001;p33"/>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33"/>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33"/>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33"/>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33"/>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33"/>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33"/>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33"/>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33"/>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33"/>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33"/>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33"/>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33"/>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33"/>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33"/>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33"/>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33"/>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33"/>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33"/>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33"/>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33"/>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33"/>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33"/>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24" name="Google Shape;4024;p33"/>
          <p:cNvGrpSpPr/>
          <p:nvPr/>
        </p:nvGrpSpPr>
        <p:grpSpPr>
          <a:xfrm>
            <a:off x="161836" y="-154240"/>
            <a:ext cx="2077151" cy="5623682"/>
            <a:chOff x="161836" y="-154240"/>
            <a:chExt cx="2077151" cy="5623682"/>
          </a:xfrm>
        </p:grpSpPr>
        <p:grpSp>
          <p:nvGrpSpPr>
            <p:cNvPr id="4025" name="Google Shape;4025;p33"/>
            <p:cNvGrpSpPr/>
            <p:nvPr/>
          </p:nvGrpSpPr>
          <p:grpSpPr>
            <a:xfrm rot="2567276">
              <a:off x="1405435" y="59427"/>
              <a:ext cx="733465" cy="266411"/>
              <a:chOff x="3720033" y="657636"/>
              <a:chExt cx="380942" cy="138367"/>
            </a:xfrm>
          </p:grpSpPr>
          <p:sp>
            <p:nvSpPr>
              <p:cNvPr id="4026" name="Google Shape;4026;p33"/>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33"/>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33"/>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33"/>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33"/>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33"/>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2" name="Google Shape;4032;p33"/>
            <p:cNvGrpSpPr/>
            <p:nvPr/>
          </p:nvGrpSpPr>
          <p:grpSpPr>
            <a:xfrm rot="-2367118">
              <a:off x="288029" y="930323"/>
              <a:ext cx="718345" cy="258976"/>
              <a:chOff x="3781827" y="2039675"/>
              <a:chExt cx="256107" cy="92332"/>
            </a:xfrm>
          </p:grpSpPr>
          <p:sp>
            <p:nvSpPr>
              <p:cNvPr id="4033" name="Google Shape;4033;p33"/>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33"/>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33"/>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33"/>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33"/>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8" name="Google Shape;4038;p33"/>
            <p:cNvGrpSpPr/>
            <p:nvPr/>
          </p:nvGrpSpPr>
          <p:grpSpPr>
            <a:xfrm rot="-1659311">
              <a:off x="168998" y="1866068"/>
              <a:ext cx="976949" cy="271291"/>
              <a:chOff x="4799352" y="1342220"/>
              <a:chExt cx="428026" cy="118862"/>
            </a:xfrm>
          </p:grpSpPr>
          <p:sp>
            <p:nvSpPr>
              <p:cNvPr id="4039" name="Google Shape;4039;p33"/>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33"/>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33"/>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33"/>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33"/>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33"/>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33"/>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33"/>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7" name="Google Shape;4047;p33"/>
            <p:cNvGrpSpPr/>
            <p:nvPr/>
          </p:nvGrpSpPr>
          <p:grpSpPr>
            <a:xfrm rot="-1423834">
              <a:off x="791245" y="4779742"/>
              <a:ext cx="1423164" cy="421139"/>
              <a:chOff x="5813594" y="2813041"/>
              <a:chExt cx="591605" cy="175073"/>
            </a:xfrm>
          </p:grpSpPr>
          <p:sp>
            <p:nvSpPr>
              <p:cNvPr id="4048" name="Google Shape;4048;p33"/>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33"/>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33"/>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33"/>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33"/>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33"/>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33"/>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33"/>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33"/>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33"/>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33"/>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33"/>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33"/>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33"/>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33"/>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063" name="Google Shape;4063;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1.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1pPr>
            <a:lvl2pPr lvl="1"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2pPr>
            <a:lvl3pPr lvl="2"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3pPr>
            <a:lvl4pPr lvl="3"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4pPr>
            <a:lvl5pPr lvl="4"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5pPr>
            <a:lvl6pPr lvl="5"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6pPr>
            <a:lvl7pPr lvl="6"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7pPr>
            <a:lvl8pPr lvl="7"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8pPr>
            <a:lvl9pPr lvl="8"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1pPr>
            <a:lvl2pPr indent="-317500" lvl="1" marL="9144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2pPr>
            <a:lvl3pPr indent="-317500" lvl="2" marL="13716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3pPr>
            <a:lvl4pPr indent="-317500" lvl="3" marL="18288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4pPr>
            <a:lvl5pPr indent="-317500" lvl="4" marL="22860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5pPr>
            <a:lvl6pPr indent="-317500" lvl="5" marL="27432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6pPr>
            <a:lvl7pPr indent="-317500" lvl="6" marL="32004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7pPr>
            <a:lvl8pPr indent="-317500" lvl="7" marL="36576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8pPr>
            <a:lvl9pPr indent="-317500" lvl="8" marL="41148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Fira Sans"/>
                <a:ea typeface="Fira Sans"/>
                <a:cs typeface="Fira Sans"/>
                <a:sym typeface="Fira Sans"/>
              </a:defRPr>
            </a:lvl1pPr>
            <a:lvl2pPr lvl="1" algn="r">
              <a:buNone/>
              <a:defRPr sz="1300">
                <a:solidFill>
                  <a:schemeClr val="dk1"/>
                </a:solidFill>
                <a:latin typeface="Fira Sans"/>
                <a:ea typeface="Fira Sans"/>
                <a:cs typeface="Fira Sans"/>
                <a:sym typeface="Fira Sans"/>
              </a:defRPr>
            </a:lvl2pPr>
            <a:lvl3pPr lvl="2" algn="r">
              <a:buNone/>
              <a:defRPr sz="1300">
                <a:solidFill>
                  <a:schemeClr val="dk1"/>
                </a:solidFill>
                <a:latin typeface="Fira Sans"/>
                <a:ea typeface="Fira Sans"/>
                <a:cs typeface="Fira Sans"/>
                <a:sym typeface="Fira Sans"/>
              </a:defRPr>
            </a:lvl3pPr>
            <a:lvl4pPr lvl="3" algn="r">
              <a:buNone/>
              <a:defRPr sz="1300">
                <a:solidFill>
                  <a:schemeClr val="dk1"/>
                </a:solidFill>
                <a:latin typeface="Fira Sans"/>
                <a:ea typeface="Fira Sans"/>
                <a:cs typeface="Fira Sans"/>
                <a:sym typeface="Fira Sans"/>
              </a:defRPr>
            </a:lvl4pPr>
            <a:lvl5pPr lvl="4" algn="r">
              <a:buNone/>
              <a:defRPr sz="1300">
                <a:solidFill>
                  <a:schemeClr val="dk1"/>
                </a:solidFill>
                <a:latin typeface="Fira Sans"/>
                <a:ea typeface="Fira Sans"/>
                <a:cs typeface="Fira Sans"/>
                <a:sym typeface="Fira Sans"/>
              </a:defRPr>
            </a:lvl5pPr>
            <a:lvl6pPr lvl="5" algn="r">
              <a:buNone/>
              <a:defRPr sz="1300">
                <a:solidFill>
                  <a:schemeClr val="dk1"/>
                </a:solidFill>
                <a:latin typeface="Fira Sans"/>
                <a:ea typeface="Fira Sans"/>
                <a:cs typeface="Fira Sans"/>
                <a:sym typeface="Fira Sans"/>
              </a:defRPr>
            </a:lvl6pPr>
            <a:lvl7pPr lvl="6" algn="r">
              <a:buNone/>
              <a:defRPr sz="1300">
                <a:solidFill>
                  <a:schemeClr val="dk1"/>
                </a:solidFill>
                <a:latin typeface="Fira Sans"/>
                <a:ea typeface="Fira Sans"/>
                <a:cs typeface="Fira Sans"/>
                <a:sym typeface="Fira Sans"/>
              </a:defRPr>
            </a:lvl7pPr>
            <a:lvl8pPr lvl="7" algn="r">
              <a:buNone/>
              <a:defRPr sz="1300">
                <a:solidFill>
                  <a:schemeClr val="dk1"/>
                </a:solidFill>
                <a:latin typeface="Fira Sans"/>
                <a:ea typeface="Fira Sans"/>
                <a:cs typeface="Fira Sans"/>
                <a:sym typeface="Fira Sans"/>
              </a:defRPr>
            </a:lvl8pPr>
            <a:lvl9pPr lvl="8" algn="r">
              <a:buNone/>
              <a:defRPr sz="1300">
                <a:solidFill>
                  <a:schemeClr val="dk1"/>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7" name="Shape 4067"/>
        <p:cNvGrpSpPr/>
        <p:nvPr/>
      </p:nvGrpSpPr>
      <p:grpSpPr>
        <a:xfrm>
          <a:off x="0" y="0"/>
          <a:ext cx="0" cy="0"/>
          <a:chOff x="0" y="0"/>
          <a:chExt cx="0" cy="0"/>
        </a:xfrm>
      </p:grpSpPr>
      <p:sp>
        <p:nvSpPr>
          <p:cNvPr id="4068" name="Google Shape;4068;p34"/>
          <p:cNvSpPr txBox="1"/>
          <p:nvPr>
            <p:ph type="ctrTitle"/>
          </p:nvPr>
        </p:nvSpPr>
        <p:spPr>
          <a:xfrm>
            <a:off x="1817250" y="1523350"/>
            <a:ext cx="5509500" cy="1802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800"/>
              <a:t>MAT 167 Final Project</a:t>
            </a:r>
            <a:endParaRPr/>
          </a:p>
        </p:txBody>
      </p:sp>
      <p:sp>
        <p:nvSpPr>
          <p:cNvPr id="4069" name="Google Shape;4069;p34"/>
          <p:cNvSpPr txBox="1"/>
          <p:nvPr>
            <p:ph idx="1" type="subTitle"/>
          </p:nvPr>
        </p:nvSpPr>
        <p:spPr>
          <a:xfrm>
            <a:off x="1817250" y="3346750"/>
            <a:ext cx="5509500" cy="468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Ankita Khatri, Arezoo Ghasemzadeh, Sanjay Manivasagam</a:t>
            </a:r>
            <a:endParaRPr/>
          </a:p>
        </p:txBody>
      </p:sp>
      <p:sp>
        <p:nvSpPr>
          <p:cNvPr id="4070" name="Google Shape;4070;p34"/>
          <p:cNvSpPr/>
          <p:nvPr/>
        </p:nvSpPr>
        <p:spPr>
          <a:xfrm>
            <a:off x="8359675" y="4860625"/>
            <a:ext cx="942900" cy="79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Fira Sans"/>
                <a:ea typeface="Fira Sans"/>
                <a:cs typeface="Fira Sans"/>
                <a:sym typeface="Fira Sans"/>
              </a:rPr>
              <a:t> </a:t>
            </a:r>
            <a:endParaRPr>
              <a:latin typeface="Fira Sans"/>
              <a:ea typeface="Fira Sans"/>
              <a:cs typeface="Fira Sans"/>
              <a:sym typeface="Fira Sans"/>
            </a:endParaRPr>
          </a:p>
        </p:txBody>
      </p:sp>
      <p:sp>
        <p:nvSpPr>
          <p:cNvPr id="4071" name="Google Shape;4071;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5" name="Shape 4075"/>
        <p:cNvGrpSpPr/>
        <p:nvPr/>
      </p:nvGrpSpPr>
      <p:grpSpPr>
        <a:xfrm>
          <a:off x="0" y="0"/>
          <a:ext cx="0" cy="0"/>
          <a:chOff x="0" y="0"/>
          <a:chExt cx="0" cy="0"/>
        </a:xfrm>
      </p:grpSpPr>
      <p:sp>
        <p:nvSpPr>
          <p:cNvPr id="4076" name="Google Shape;4076;p35"/>
          <p:cNvSpPr txBox="1"/>
          <p:nvPr>
            <p:ph type="title"/>
          </p:nvPr>
        </p:nvSpPr>
        <p:spPr>
          <a:xfrm>
            <a:off x="3148350" y="2161875"/>
            <a:ext cx="5067600" cy="151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Project Overview</a:t>
            </a:r>
            <a:endParaRPr/>
          </a:p>
        </p:txBody>
      </p:sp>
      <p:sp>
        <p:nvSpPr>
          <p:cNvPr id="4077" name="Google Shape;4077;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78" name="Google Shape;4078;p35"/>
          <p:cNvSpPr txBox="1"/>
          <p:nvPr>
            <p:ph idx="2" type="title"/>
          </p:nvPr>
        </p:nvSpPr>
        <p:spPr>
          <a:xfrm>
            <a:off x="6563850" y="1095225"/>
            <a:ext cx="1652100" cy="915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2" name="Shape 4082"/>
        <p:cNvGrpSpPr/>
        <p:nvPr/>
      </p:nvGrpSpPr>
      <p:grpSpPr>
        <a:xfrm>
          <a:off x="0" y="0"/>
          <a:ext cx="0" cy="0"/>
          <a:chOff x="0" y="0"/>
          <a:chExt cx="0" cy="0"/>
        </a:xfrm>
      </p:grpSpPr>
      <p:sp>
        <p:nvSpPr>
          <p:cNvPr id="4083" name="Google Shape;4083;p36"/>
          <p:cNvSpPr/>
          <p:nvPr/>
        </p:nvSpPr>
        <p:spPr>
          <a:xfrm>
            <a:off x="6875075" y="4130075"/>
            <a:ext cx="975300" cy="619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Fira Sans"/>
                <a:ea typeface="Fira Sans"/>
                <a:cs typeface="Fira Sans"/>
                <a:sym typeface="Fira Sans"/>
              </a:rPr>
              <a:t> </a:t>
            </a:r>
            <a:endParaRPr>
              <a:latin typeface="Fira Sans"/>
              <a:ea typeface="Fira Sans"/>
              <a:cs typeface="Fira Sans"/>
              <a:sym typeface="Fira Sans"/>
            </a:endParaRPr>
          </a:p>
        </p:txBody>
      </p:sp>
      <p:sp>
        <p:nvSpPr>
          <p:cNvPr id="4084" name="Google Shape;4084;p36"/>
          <p:cNvSpPr/>
          <p:nvPr/>
        </p:nvSpPr>
        <p:spPr>
          <a:xfrm>
            <a:off x="584775" y="3909075"/>
            <a:ext cx="975300" cy="93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Fira Sans"/>
                <a:ea typeface="Fira Sans"/>
                <a:cs typeface="Fira Sans"/>
                <a:sym typeface="Fira Sans"/>
              </a:rPr>
              <a:t> </a:t>
            </a:r>
            <a:endParaRPr>
              <a:latin typeface="Fira Sans"/>
              <a:ea typeface="Fira Sans"/>
              <a:cs typeface="Fira Sans"/>
              <a:sym typeface="Fira Sans"/>
            </a:endParaRPr>
          </a:p>
        </p:txBody>
      </p:sp>
      <p:sp>
        <p:nvSpPr>
          <p:cNvPr id="4085" name="Google Shape;4085;p36"/>
          <p:cNvSpPr txBox="1"/>
          <p:nvPr>
            <p:ph type="title"/>
          </p:nvPr>
        </p:nvSpPr>
        <p:spPr>
          <a:xfrm>
            <a:off x="1150550" y="1039575"/>
            <a:ext cx="7284900" cy="53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PageRank and Project Goals</a:t>
            </a:r>
            <a:endParaRPr/>
          </a:p>
        </p:txBody>
      </p:sp>
      <p:sp>
        <p:nvSpPr>
          <p:cNvPr id="4086" name="Google Shape;4086;p36"/>
          <p:cNvSpPr txBox="1"/>
          <p:nvPr>
            <p:ph idx="1" type="subTitle"/>
          </p:nvPr>
        </p:nvSpPr>
        <p:spPr>
          <a:xfrm>
            <a:off x="584775" y="1574775"/>
            <a:ext cx="4095900" cy="293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How do we determine the most "important" web pages in a network?</a:t>
            </a:r>
            <a:endParaRPr u="sng"/>
          </a:p>
          <a:p>
            <a:pPr indent="0" lvl="0" marL="0" rtl="0" algn="ctr">
              <a:spcBef>
                <a:spcPts val="0"/>
              </a:spcBef>
              <a:spcAft>
                <a:spcPts val="0"/>
              </a:spcAft>
              <a:buNone/>
            </a:pPr>
            <a:r>
              <a:t/>
            </a:r>
            <a:endParaRPr/>
          </a:p>
          <a:p>
            <a:pPr indent="-317500" lvl="0" marL="457200" rtl="0" algn="l">
              <a:spcBef>
                <a:spcPts val="0"/>
              </a:spcBef>
              <a:spcAft>
                <a:spcPts val="0"/>
              </a:spcAft>
              <a:buSzPts val="1400"/>
              <a:buChar char="●"/>
            </a:pPr>
            <a:r>
              <a:rPr lang="en"/>
              <a:t>We can’t rely on web content alone and must analyze the structure of the web itself</a:t>
            </a:r>
            <a:endParaRPr/>
          </a:p>
          <a:p>
            <a:pPr indent="-317500" lvl="0" marL="457200" rtl="0" algn="l">
              <a:spcBef>
                <a:spcPts val="0"/>
              </a:spcBef>
              <a:spcAft>
                <a:spcPts val="0"/>
              </a:spcAft>
              <a:buSzPts val="1400"/>
              <a:buChar char="●"/>
            </a:pPr>
            <a:r>
              <a:rPr lang="en"/>
              <a:t>This project abstracts the internet into a mathematical model where “importance” is a quantifiable metric derived from network topology</a:t>
            </a:r>
            <a:endParaRPr/>
          </a:p>
        </p:txBody>
      </p:sp>
      <p:sp>
        <p:nvSpPr>
          <p:cNvPr id="4087" name="Google Shape;4087;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88" name="Google Shape;4088;p36"/>
          <p:cNvSpPr txBox="1"/>
          <p:nvPr>
            <p:ph idx="1" type="subTitle"/>
          </p:nvPr>
        </p:nvSpPr>
        <p:spPr>
          <a:xfrm>
            <a:off x="4886250" y="1574775"/>
            <a:ext cx="4095900" cy="313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Project Goals based on this information:</a:t>
            </a:r>
            <a:endParaRPr u="sng"/>
          </a:p>
          <a:p>
            <a:pPr indent="0" lvl="0" marL="0" rtl="0" algn="ctr">
              <a:spcBef>
                <a:spcPts val="0"/>
              </a:spcBef>
              <a:spcAft>
                <a:spcPts val="0"/>
              </a:spcAft>
              <a:buNone/>
            </a:pPr>
            <a:r>
              <a:t/>
            </a:r>
            <a:endParaRPr/>
          </a:p>
          <a:p>
            <a:pPr indent="-317500" lvl="0" marL="457200" rtl="0" algn="l">
              <a:spcBef>
                <a:spcPts val="0"/>
              </a:spcBef>
              <a:spcAft>
                <a:spcPts val="0"/>
              </a:spcAft>
              <a:buSzPts val="1400"/>
              <a:buChar char="●"/>
            </a:pPr>
            <a:r>
              <a:rPr lang="en"/>
              <a:t>Analyze a 12-node hyperlink network</a:t>
            </a:r>
            <a:endParaRPr/>
          </a:p>
          <a:p>
            <a:pPr indent="-317500" lvl="0" marL="457200" rtl="0" algn="l">
              <a:spcBef>
                <a:spcPts val="0"/>
              </a:spcBef>
              <a:spcAft>
                <a:spcPts val="0"/>
              </a:spcAft>
              <a:buSzPts val="1400"/>
              <a:buChar char="●"/>
            </a:pPr>
            <a:r>
              <a:rPr lang="en"/>
              <a:t>Derive an objective using linear algebra concepts from MAT 167</a:t>
            </a:r>
            <a:endParaRPr/>
          </a:p>
          <a:p>
            <a:pPr indent="-317500" lvl="0" marL="457200" rtl="0" algn="l">
              <a:spcBef>
                <a:spcPts val="0"/>
              </a:spcBef>
              <a:spcAft>
                <a:spcPts val="0"/>
              </a:spcAft>
              <a:buSzPts val="1400"/>
              <a:buChar char="●"/>
            </a:pPr>
            <a:r>
              <a:rPr lang="en"/>
              <a:t>Map term searches to rank the most useful responsive pages</a:t>
            </a:r>
            <a:endParaRPr/>
          </a:p>
          <a:p>
            <a:pPr indent="-317500" lvl="0" marL="457200" rtl="0" algn="l">
              <a:spcBef>
                <a:spcPts val="0"/>
              </a:spcBef>
              <a:spcAft>
                <a:spcPts val="0"/>
              </a:spcAft>
              <a:buSzPts val="1400"/>
              <a:buChar char="●"/>
            </a:pPr>
            <a:r>
              <a:rPr lang="en"/>
              <a:t>This project transforms a localized network of web pages into a mathematical model to objectively rank them using linear algebra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2" name="Shape 4092"/>
        <p:cNvGrpSpPr/>
        <p:nvPr/>
      </p:nvGrpSpPr>
      <p:grpSpPr>
        <a:xfrm>
          <a:off x="0" y="0"/>
          <a:ext cx="0" cy="0"/>
          <a:chOff x="0" y="0"/>
          <a:chExt cx="0" cy="0"/>
        </a:xfrm>
      </p:grpSpPr>
      <p:sp>
        <p:nvSpPr>
          <p:cNvPr id="4093" name="Google Shape;4093;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94" name="Google Shape;4094;p37"/>
          <p:cNvSpPr txBox="1"/>
          <p:nvPr>
            <p:ph type="title"/>
          </p:nvPr>
        </p:nvSpPr>
        <p:spPr>
          <a:xfrm>
            <a:off x="1108650" y="376450"/>
            <a:ext cx="6926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does the network look like?</a:t>
            </a:r>
            <a:endParaRPr/>
          </a:p>
        </p:txBody>
      </p:sp>
      <p:pic>
        <p:nvPicPr>
          <p:cNvPr id="4095" name="Google Shape;4095;p37" title="Screenshot 2026-03-19 at 5.36.14 PM.png"/>
          <p:cNvPicPr preferRelativeResize="0"/>
          <p:nvPr/>
        </p:nvPicPr>
        <p:blipFill>
          <a:blip r:embed="rId3">
            <a:alphaModFix/>
          </a:blip>
          <a:stretch>
            <a:fillRect/>
          </a:stretch>
        </p:blipFill>
        <p:spPr>
          <a:xfrm>
            <a:off x="606273" y="1283500"/>
            <a:ext cx="5128724" cy="3361001"/>
          </a:xfrm>
          <a:prstGeom prst="rect">
            <a:avLst/>
          </a:prstGeom>
          <a:noFill/>
          <a:ln>
            <a:noFill/>
          </a:ln>
        </p:spPr>
      </p:pic>
      <p:sp>
        <p:nvSpPr>
          <p:cNvPr id="4096" name="Google Shape;4096;p37"/>
          <p:cNvSpPr txBox="1"/>
          <p:nvPr/>
        </p:nvSpPr>
        <p:spPr>
          <a:xfrm>
            <a:off x="5812175" y="1789500"/>
            <a:ext cx="3206100" cy="19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dk1"/>
                </a:solidFill>
                <a:latin typeface="Fira Sans"/>
                <a:ea typeface="Fira Sans"/>
                <a:cs typeface="Fira Sans"/>
                <a:sym typeface="Fira Sans"/>
              </a:rPr>
              <a:t>Some Terminology</a:t>
            </a:r>
            <a:r>
              <a:rPr lang="en">
                <a:solidFill>
                  <a:schemeClr val="dk1"/>
                </a:solidFill>
                <a:latin typeface="Fira Sans"/>
                <a:ea typeface="Fira Sans"/>
                <a:cs typeface="Fira Sans"/>
                <a:sym typeface="Fira Sans"/>
              </a:rPr>
              <a:t>:</a:t>
            </a:r>
            <a:endParaRPr>
              <a:solidFill>
                <a:schemeClr val="dk1"/>
              </a:solidFill>
              <a:latin typeface="Fira Sans"/>
              <a:ea typeface="Fira Sans"/>
              <a:cs typeface="Fira Sans"/>
              <a:sym typeface="Fira Sans"/>
            </a:endParaRPr>
          </a:p>
          <a:p>
            <a:pPr indent="0" lvl="0" marL="0" rtl="0" algn="l">
              <a:spcBef>
                <a:spcPts val="0"/>
              </a:spcBef>
              <a:spcAft>
                <a:spcPts val="0"/>
              </a:spcAft>
              <a:buNone/>
            </a:pPr>
            <a:r>
              <a:t/>
            </a:r>
            <a:endParaRPr>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Nodes (A, B, C, … , L) = W</a:t>
            </a:r>
            <a:r>
              <a:rPr lang="en">
                <a:solidFill>
                  <a:schemeClr val="dk1"/>
                </a:solidFill>
                <a:latin typeface="Fira Sans"/>
                <a:ea typeface="Fira Sans"/>
                <a:cs typeface="Fira Sans"/>
                <a:sym typeface="Fira Sans"/>
              </a:rPr>
              <a:t>eb pages</a:t>
            </a:r>
            <a:endParaRPr>
              <a:solidFill>
                <a:schemeClr val="dk1"/>
              </a:solidFill>
              <a:latin typeface="Fira Sans"/>
              <a:ea typeface="Fira Sans"/>
              <a:cs typeface="Fira Sans"/>
              <a:sym typeface="Fira Sans"/>
            </a:endParaRPr>
          </a:p>
          <a:p>
            <a:pPr indent="0" lvl="0" marL="0" rtl="0" algn="l">
              <a:spcBef>
                <a:spcPts val="0"/>
              </a:spcBef>
              <a:spcAft>
                <a:spcPts val="0"/>
              </a:spcAft>
              <a:buNone/>
            </a:pPr>
            <a:r>
              <a:t/>
            </a:r>
            <a:endParaRPr>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Directed edges (arrows) = hyperlinks</a:t>
            </a:r>
            <a:endParaRPr>
              <a:solidFill>
                <a:schemeClr val="dk1"/>
              </a:solidFill>
              <a:latin typeface="Fira Sans"/>
              <a:ea typeface="Fira Sans"/>
              <a:cs typeface="Fira Sans"/>
              <a:sym typeface="Fira Sans"/>
            </a:endParaRPr>
          </a:p>
          <a:p>
            <a:pPr indent="0" lvl="0" marL="0" rtl="0" algn="l">
              <a:spcBef>
                <a:spcPts val="0"/>
              </a:spcBef>
              <a:spcAft>
                <a:spcPts val="0"/>
              </a:spcAft>
              <a:buNone/>
            </a:pPr>
            <a:r>
              <a:t/>
            </a:r>
            <a:endParaRPr>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Ex: edge from A to B acts as a “vote of confidence” from A to B. </a:t>
            </a:r>
            <a:endParaRPr>
              <a:solidFill>
                <a:schemeClr val="dk1"/>
              </a:solidFill>
              <a:latin typeface="Fira Sans"/>
              <a:ea typeface="Fira Sans"/>
              <a:cs typeface="Fira Sans"/>
              <a:sym typeface="Fira Sans"/>
            </a:endParaRPr>
          </a:p>
        </p:txBody>
      </p:sp>
      <p:sp>
        <p:nvSpPr>
          <p:cNvPr id="4097" name="Google Shape;4097;p37"/>
          <p:cNvSpPr/>
          <p:nvPr/>
        </p:nvSpPr>
        <p:spPr>
          <a:xfrm>
            <a:off x="8660075" y="3411875"/>
            <a:ext cx="649500" cy="720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Fira Sans"/>
                <a:ea typeface="Fira Sans"/>
                <a:cs typeface="Fira Sans"/>
                <a:sym typeface="Fira Sans"/>
              </a:rPr>
              <a:t> </a:t>
            </a:r>
            <a:endParaRPr>
              <a:latin typeface="Fira Sans"/>
              <a:ea typeface="Fira Sans"/>
              <a:cs typeface="Fira Sans"/>
              <a:sym typeface="Fir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1" name="Shape 4101"/>
        <p:cNvGrpSpPr/>
        <p:nvPr/>
      </p:nvGrpSpPr>
      <p:grpSpPr>
        <a:xfrm>
          <a:off x="0" y="0"/>
          <a:ext cx="0" cy="0"/>
          <a:chOff x="0" y="0"/>
          <a:chExt cx="0" cy="0"/>
        </a:xfrm>
      </p:grpSpPr>
      <p:sp>
        <p:nvSpPr>
          <p:cNvPr id="4102" name="Google Shape;4102;p38"/>
          <p:cNvSpPr txBox="1"/>
          <p:nvPr>
            <p:ph type="title"/>
          </p:nvPr>
        </p:nvSpPr>
        <p:spPr>
          <a:xfrm>
            <a:off x="720000" y="445025"/>
            <a:ext cx="5820900" cy="11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Constructing the Raw Google Matrix (G</a:t>
            </a:r>
            <a:r>
              <a:rPr baseline="-25000" lang="en"/>
              <a:t>raw</a:t>
            </a:r>
            <a:r>
              <a:rPr lang="en"/>
              <a:t>)</a:t>
            </a:r>
            <a:endParaRPr/>
          </a:p>
        </p:txBody>
      </p:sp>
      <p:sp>
        <p:nvSpPr>
          <p:cNvPr id="4103" name="Google Shape;4103;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4" name="Google Shape;4104;p38"/>
          <p:cNvSpPr txBox="1"/>
          <p:nvPr>
            <p:ph idx="1" type="subTitle"/>
          </p:nvPr>
        </p:nvSpPr>
        <p:spPr>
          <a:xfrm>
            <a:off x="1277200" y="1761000"/>
            <a:ext cx="4740600" cy="280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Definition of a transition matrix</a:t>
            </a:r>
            <a:r>
              <a:rPr lang="en"/>
              <a:t>:</a:t>
            </a:r>
            <a:endParaRPr/>
          </a:p>
          <a:p>
            <a:pPr indent="-330200" lvl="0" marL="457200" rtl="0" algn="l">
              <a:spcBef>
                <a:spcPts val="0"/>
              </a:spcBef>
              <a:spcAft>
                <a:spcPts val="0"/>
              </a:spcAft>
              <a:buSzPts val="1600"/>
              <a:buChar char="●"/>
            </a:pPr>
            <a:r>
              <a:rPr lang="en"/>
              <a:t>A</a:t>
            </a:r>
            <a:r>
              <a:rPr baseline="-25000" lang="en"/>
              <a:t>ij</a:t>
            </a:r>
            <a:r>
              <a:rPr lang="en"/>
              <a:t> = 1/k </a:t>
            </a:r>
            <a:endParaRPr/>
          </a:p>
          <a:p>
            <a:pPr indent="-330200" lvl="0" marL="685800" rtl="0" algn="l">
              <a:spcBef>
                <a:spcPts val="0"/>
              </a:spcBef>
              <a:spcAft>
                <a:spcPts val="0"/>
              </a:spcAft>
              <a:buSzPts val="1600"/>
              <a:buChar char="●"/>
            </a:pPr>
            <a:r>
              <a:rPr lang="en"/>
              <a:t>If page i links to page j where k is total outlinks from i </a:t>
            </a:r>
            <a:endParaRPr/>
          </a:p>
          <a:p>
            <a:pPr indent="-330200" lvl="0" marL="457200" rtl="0" algn="l">
              <a:spcBef>
                <a:spcPts val="0"/>
              </a:spcBef>
              <a:spcAft>
                <a:spcPts val="0"/>
              </a:spcAft>
              <a:buSzPts val="1600"/>
              <a:buChar char="●"/>
            </a:pPr>
            <a:r>
              <a:rPr lang="en"/>
              <a:t>A</a:t>
            </a:r>
            <a:r>
              <a:rPr baseline="-25000" lang="en"/>
              <a:t>ij</a:t>
            </a:r>
            <a:r>
              <a:rPr lang="en"/>
              <a:t> = 0 ; otherwise</a:t>
            </a:r>
            <a:endParaRPr/>
          </a:p>
          <a:p>
            <a:pPr indent="-330200" lvl="0" marL="457200" rtl="0" algn="l">
              <a:spcBef>
                <a:spcPts val="0"/>
              </a:spcBef>
              <a:spcAft>
                <a:spcPts val="0"/>
              </a:spcAft>
              <a:buSzPts val="1600"/>
              <a:buChar char="●"/>
            </a:pPr>
            <a:r>
              <a:rPr lang="en"/>
              <a:t>We are building a row-normalized adjacency matrix</a:t>
            </a:r>
            <a:endParaRPr/>
          </a:p>
          <a:p>
            <a:pPr indent="-330200" lvl="0" marL="457200" rtl="0" algn="l">
              <a:spcBef>
                <a:spcPts val="0"/>
              </a:spcBef>
              <a:spcAft>
                <a:spcPts val="0"/>
              </a:spcAft>
              <a:buSzPts val="1600"/>
              <a:buChar char="●"/>
            </a:pPr>
            <a:r>
              <a:rPr lang="en"/>
              <a:t>Each entry represents the transition probability of a user moving from page i to page j</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8" name="Shape 4108"/>
        <p:cNvGrpSpPr/>
        <p:nvPr/>
      </p:nvGrpSpPr>
      <p:grpSpPr>
        <a:xfrm>
          <a:off x="0" y="0"/>
          <a:ext cx="0" cy="0"/>
          <a:chOff x="0" y="0"/>
          <a:chExt cx="0" cy="0"/>
        </a:xfrm>
      </p:grpSpPr>
      <p:sp>
        <p:nvSpPr>
          <p:cNvPr id="4109" name="Google Shape;4109;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Properties of Raw Matrix </a:t>
            </a:r>
            <a:r>
              <a:rPr lang="en"/>
              <a:t>G</a:t>
            </a:r>
            <a:r>
              <a:rPr baseline="-25000" lang="en"/>
              <a:t>raw</a:t>
            </a:r>
            <a:endParaRPr/>
          </a:p>
        </p:txBody>
      </p:sp>
      <p:sp>
        <p:nvSpPr>
          <p:cNvPr id="4110" name="Google Shape;4110;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11" name="Google Shape;4111;p39"/>
          <p:cNvSpPr txBox="1"/>
          <p:nvPr>
            <p:ph idx="1" type="body"/>
          </p:nvPr>
        </p:nvSpPr>
        <p:spPr>
          <a:xfrm>
            <a:off x="720000" y="1165500"/>
            <a:ext cx="7704000" cy="1191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G</a:t>
            </a:r>
            <a:r>
              <a:rPr baseline="-25000" lang="en"/>
              <a:t>raw</a:t>
            </a:r>
            <a:r>
              <a:rPr lang="en"/>
              <a:t> is a row-stochastic matrix</a:t>
            </a:r>
            <a:endParaRPr/>
          </a:p>
          <a:p>
            <a:pPr indent="-317500" lvl="0" marL="457200" rtl="0" algn="l">
              <a:spcBef>
                <a:spcPts val="0"/>
              </a:spcBef>
              <a:spcAft>
                <a:spcPts val="0"/>
              </a:spcAft>
              <a:buSzPts val="1400"/>
              <a:buChar char="●"/>
            </a:pPr>
            <a:r>
              <a:rPr lang="en"/>
              <a:t>For probability to be conserved in this model, the sum of probabilities of </a:t>
            </a:r>
            <a:r>
              <a:rPr lang="en"/>
              <a:t>leaving</a:t>
            </a:r>
            <a:r>
              <a:rPr lang="en"/>
              <a:t> a page must be 1 (100%)</a:t>
            </a:r>
            <a:endParaRPr/>
          </a:p>
          <a:p>
            <a:pPr indent="-317500" lvl="0" marL="457200" rtl="0" algn="l">
              <a:spcBef>
                <a:spcPts val="0"/>
              </a:spcBef>
              <a:spcAft>
                <a:spcPts val="0"/>
              </a:spcAft>
              <a:buSzPts val="1400"/>
              <a:buChar char="●"/>
            </a:pPr>
            <a:r>
              <a:rPr lang="en"/>
              <a:t>A row that sums to 0 indicates a flaw in the </a:t>
            </a:r>
            <a:r>
              <a:rPr lang="en"/>
              <a:t>network</a:t>
            </a:r>
            <a:endParaRPr/>
          </a:p>
        </p:txBody>
      </p:sp>
      <p:sp>
        <p:nvSpPr>
          <p:cNvPr id="4112" name="Google Shape;4112;p39"/>
          <p:cNvSpPr txBox="1"/>
          <p:nvPr/>
        </p:nvSpPr>
        <p:spPr>
          <a:xfrm>
            <a:off x="797250" y="2357400"/>
            <a:ext cx="5066400" cy="278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latin typeface="Fira Sans"/>
                <a:ea typeface="Fira Sans"/>
                <a:cs typeface="Fira Sans"/>
                <a:sym typeface="Fira Sans"/>
              </a:rPr>
              <a:t>Our </a:t>
            </a:r>
            <a:r>
              <a:rPr b="1" lang="en" sz="1200">
                <a:solidFill>
                  <a:schemeClr val="dk1"/>
                </a:solidFill>
                <a:latin typeface="Fira Sans"/>
                <a:ea typeface="Fira Sans"/>
                <a:cs typeface="Fira Sans"/>
                <a:sym typeface="Fira Sans"/>
              </a:rPr>
              <a:t>G</a:t>
            </a:r>
            <a:r>
              <a:rPr b="1" baseline="-25000" lang="en" sz="1200">
                <a:solidFill>
                  <a:schemeClr val="dk1"/>
                </a:solidFill>
                <a:latin typeface="Fira Sans"/>
                <a:ea typeface="Fira Sans"/>
                <a:cs typeface="Fira Sans"/>
                <a:sym typeface="Fira Sans"/>
              </a:rPr>
              <a:t>raw</a:t>
            </a:r>
            <a:r>
              <a:rPr lang="en" sz="1200">
                <a:solidFill>
                  <a:schemeClr val="dk1"/>
                </a:solidFill>
                <a:latin typeface="Fira Sans"/>
                <a:ea typeface="Fira Sans"/>
                <a:cs typeface="Fira Sans"/>
                <a:sym typeface="Fira Sans"/>
              </a:rPr>
              <a:t>: </a:t>
            </a:r>
            <a:endParaRPr sz="12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[[0.      1.      0.      0.      0.      0.      0.      0.      0.      0.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1.      0.      0.      0.      0.      0.      0.      0.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0.      0.5     0.      0.      0.5     0.      0.      0.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[0.5     0.      0.      0.      0.      0.      0.      0.5     0.      0.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[0.5     0.      0.      0.      0.      0.5     0.      0.      0.      0.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0.3333  0.      0.      0.      0.      0.      0.      0.      0.3333  0.3333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0.      0.      0.      0.5     0.      0.5     0.      0.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0.      0.      0.      0.      0.      0.      0.      0.      0.      1.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0.      0.      0.5     0.      0.      0.      0.      0.5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0.      0.      0.      0.      0.      0.      0.      0.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0.      0.      0.      0.      0.5     0.      0.      0.5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0.      0.5     0.      0.      0.      0.      0.      0.      0.5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t/>
            </a:r>
            <a:endParaRPr sz="800">
              <a:solidFill>
                <a:schemeClr val="dk1"/>
              </a:solidFill>
              <a:latin typeface="Fira Sans"/>
              <a:ea typeface="Fira Sans"/>
              <a:cs typeface="Fira Sans"/>
              <a:sym typeface="Fira Sans"/>
            </a:endParaRPr>
          </a:p>
          <a:p>
            <a:pPr indent="0" lvl="0" marL="0" rtl="0" algn="l">
              <a:spcBef>
                <a:spcPts val="0"/>
              </a:spcBef>
              <a:spcAft>
                <a:spcPts val="0"/>
              </a:spcAft>
              <a:buNone/>
            </a:pPr>
            <a:r>
              <a:t/>
            </a:r>
            <a:endParaRPr sz="800">
              <a:solidFill>
                <a:schemeClr val="dk1"/>
              </a:solidFill>
              <a:latin typeface="Fira Sans"/>
              <a:ea typeface="Fira Sans"/>
              <a:cs typeface="Fira Sans"/>
              <a:sym typeface="Fira Sans"/>
            </a:endParaRPr>
          </a:p>
        </p:txBody>
      </p:sp>
      <p:sp>
        <p:nvSpPr>
          <p:cNvPr id="4113" name="Google Shape;4113;p39"/>
          <p:cNvSpPr txBox="1"/>
          <p:nvPr/>
        </p:nvSpPr>
        <p:spPr>
          <a:xfrm>
            <a:off x="6480950" y="3180425"/>
            <a:ext cx="2349000" cy="891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dk1"/>
                </a:solidFill>
                <a:latin typeface="Fira Sans"/>
                <a:ea typeface="Fira Sans"/>
                <a:cs typeface="Fira Sans"/>
                <a:sym typeface="Fira Sans"/>
              </a:rPr>
              <a:t>Row sums</a:t>
            </a:r>
            <a:r>
              <a:rPr lang="en" sz="1200">
                <a:solidFill>
                  <a:schemeClr val="dk1"/>
                </a:solidFill>
                <a:latin typeface="Fira Sans"/>
                <a:ea typeface="Fira Sans"/>
                <a:cs typeface="Fira Sans"/>
                <a:sym typeface="Fira Sans"/>
              </a:rPr>
              <a:t>: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[1. 1. 1. 1. 1. 1. 1. 1. 1. 0. 1. 1.]</a:t>
            </a:r>
            <a:endParaRPr sz="1200">
              <a:solidFill>
                <a:schemeClr val="dk1"/>
              </a:solidFill>
              <a:latin typeface="Fira Sans"/>
              <a:ea typeface="Fira Sans"/>
              <a:cs typeface="Fira Sans"/>
              <a:sym typeface="Fira Sans"/>
            </a:endParaRPr>
          </a:p>
          <a:p>
            <a:pPr indent="-190500" lvl="0" marL="228600" rtl="0" algn="l">
              <a:spcBef>
                <a:spcPts val="0"/>
              </a:spcBef>
              <a:spcAft>
                <a:spcPts val="0"/>
              </a:spcAft>
              <a:buClr>
                <a:schemeClr val="dk1"/>
              </a:buClr>
              <a:buSzPts val="1200"/>
              <a:buFont typeface="Fira Sans"/>
              <a:buChar char="●"/>
            </a:pPr>
            <a:r>
              <a:rPr lang="en" sz="1200">
                <a:solidFill>
                  <a:schemeClr val="dk1"/>
                </a:solidFill>
                <a:latin typeface="Fira Sans"/>
                <a:ea typeface="Fira Sans"/>
                <a:cs typeface="Fira Sans"/>
                <a:sym typeface="Fira Sans"/>
              </a:rPr>
              <a:t>Row for J (index 9) sums to 0.0. Why is this a problem?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t/>
            </a:r>
            <a:endParaRPr sz="1200">
              <a:solidFill>
                <a:schemeClr val="dk1"/>
              </a:solidFill>
              <a:latin typeface="Fira Sans"/>
              <a:ea typeface="Fira Sans"/>
              <a:cs typeface="Fira Sans"/>
              <a:sym typeface="Fira Sans"/>
            </a:endParaRPr>
          </a:p>
        </p:txBody>
      </p:sp>
      <p:sp>
        <p:nvSpPr>
          <p:cNvPr id="4114" name="Google Shape;4114;p39"/>
          <p:cNvSpPr/>
          <p:nvPr/>
        </p:nvSpPr>
        <p:spPr>
          <a:xfrm rot="10800000">
            <a:off x="5829175" y="4166175"/>
            <a:ext cx="1200300" cy="625800"/>
          </a:xfrm>
          <a:prstGeom prst="bentArrow">
            <a:avLst>
              <a:gd fmla="val 25000" name="adj1"/>
              <a:gd fmla="val 25563" name="adj2"/>
              <a:gd fmla="val 25000" name="adj3"/>
              <a:gd fmla="val 43750" name="adj4"/>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8" name="Shape 4118"/>
        <p:cNvGrpSpPr/>
        <p:nvPr/>
      </p:nvGrpSpPr>
      <p:grpSpPr>
        <a:xfrm>
          <a:off x="0" y="0"/>
          <a:ext cx="0" cy="0"/>
          <a:chOff x="0" y="0"/>
          <a:chExt cx="0" cy="0"/>
        </a:xfrm>
      </p:grpSpPr>
      <p:sp>
        <p:nvSpPr>
          <p:cNvPr id="4119" name="Google Shape;4119;p40"/>
          <p:cNvSpPr txBox="1"/>
          <p:nvPr>
            <p:ph type="title"/>
          </p:nvPr>
        </p:nvSpPr>
        <p:spPr>
          <a:xfrm>
            <a:off x="3148350" y="2161875"/>
            <a:ext cx="5067600" cy="151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Eigenvalue Decomposition</a:t>
            </a:r>
            <a:endParaRPr/>
          </a:p>
        </p:txBody>
      </p:sp>
      <p:sp>
        <p:nvSpPr>
          <p:cNvPr id="4120" name="Google Shape;4120;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21" name="Google Shape;4121;p40"/>
          <p:cNvSpPr txBox="1"/>
          <p:nvPr>
            <p:ph idx="2" type="title"/>
          </p:nvPr>
        </p:nvSpPr>
        <p:spPr>
          <a:xfrm>
            <a:off x="6563850" y="1095225"/>
            <a:ext cx="1652100" cy="915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5" name="Shape 4125"/>
        <p:cNvGrpSpPr/>
        <p:nvPr/>
      </p:nvGrpSpPr>
      <p:grpSpPr>
        <a:xfrm>
          <a:off x="0" y="0"/>
          <a:ext cx="0" cy="0"/>
          <a:chOff x="0" y="0"/>
          <a:chExt cx="0" cy="0"/>
        </a:xfrm>
      </p:grpSpPr>
      <p:sp>
        <p:nvSpPr>
          <p:cNvPr id="4126" name="Google Shape;4126;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Eigenvalue Problem</a:t>
            </a:r>
            <a:endParaRPr/>
          </a:p>
        </p:txBody>
      </p:sp>
      <p:sp>
        <p:nvSpPr>
          <p:cNvPr id="4127" name="Google Shape;4127;p41"/>
          <p:cNvSpPr txBox="1"/>
          <p:nvPr>
            <p:ph idx="1" type="subTitle"/>
          </p:nvPr>
        </p:nvSpPr>
        <p:spPr>
          <a:xfrm>
            <a:off x="827825" y="3621400"/>
            <a:ext cx="7596300" cy="137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Examples</a:t>
            </a:r>
            <a:r>
              <a:rPr lang="en"/>
              <a:t>:</a:t>
            </a:r>
            <a:endParaRPr/>
          </a:p>
          <a:p>
            <a:pPr indent="-317500" lvl="0" marL="457200" rtl="0" algn="l">
              <a:spcBef>
                <a:spcPts val="0"/>
              </a:spcBef>
              <a:spcAft>
                <a:spcPts val="0"/>
              </a:spcAft>
              <a:buSzPts val="1400"/>
              <a:buChar char="●"/>
            </a:pPr>
            <a:r>
              <a:rPr lang="en"/>
              <a:t>PCA: eigenvectors represent principal underlying axes of data, eigenvalues represent the variance along those axes</a:t>
            </a:r>
            <a:endParaRPr/>
          </a:p>
          <a:p>
            <a:pPr indent="-317500" lvl="0" marL="457200" rtl="0" algn="l">
              <a:spcBef>
                <a:spcPts val="0"/>
              </a:spcBef>
              <a:spcAft>
                <a:spcPts val="0"/>
              </a:spcAft>
              <a:buSzPts val="1400"/>
              <a:buChar char="●"/>
            </a:pPr>
            <a:r>
              <a:rPr lang="en"/>
              <a:t>PageRank: eigenvector represents the stable, underlying importance of web pages</a:t>
            </a:r>
            <a:endParaRPr/>
          </a:p>
        </p:txBody>
      </p:sp>
      <p:sp>
        <p:nvSpPr>
          <p:cNvPr id="4128" name="Google Shape;4128;p41"/>
          <p:cNvSpPr txBox="1"/>
          <p:nvPr>
            <p:ph idx="2" type="subTitle"/>
          </p:nvPr>
        </p:nvSpPr>
        <p:spPr>
          <a:xfrm>
            <a:off x="827825" y="1325450"/>
            <a:ext cx="7596300" cy="130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Where does it come from? </a:t>
            </a:r>
            <a:endParaRPr/>
          </a:p>
          <a:p>
            <a:pPr indent="0" lvl="0" marL="0" rtl="0" algn="l">
              <a:spcBef>
                <a:spcPts val="0"/>
              </a:spcBef>
              <a:spcAft>
                <a:spcPts val="0"/>
              </a:spcAft>
              <a:buNone/>
            </a:pPr>
            <a:r>
              <a:rPr lang="en"/>
              <a:t>The problem comes from linear transformations. When a transformation (a matrix) is applied to most vectors, they change both their length and direction. The eigenvalue </a:t>
            </a:r>
            <a:r>
              <a:rPr lang="en"/>
              <a:t>problem</a:t>
            </a:r>
            <a:r>
              <a:rPr lang="en"/>
              <a:t> seeks to find the “special “ </a:t>
            </a:r>
            <a:r>
              <a:rPr lang="en"/>
              <a:t>vectors that keep their original directions and are only stretched or shrunks.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129" name="Google Shape;4129;p41"/>
          <p:cNvSpPr txBox="1"/>
          <p:nvPr>
            <p:ph idx="2" type="subTitle"/>
          </p:nvPr>
        </p:nvSpPr>
        <p:spPr>
          <a:xfrm>
            <a:off x="827825" y="2631650"/>
            <a:ext cx="7596300" cy="86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Mathematically</a:t>
            </a:r>
            <a:r>
              <a:rPr lang="en"/>
              <a:t>…</a:t>
            </a:r>
            <a:endParaRPr/>
          </a:p>
          <a:p>
            <a:pPr indent="-317500" lvl="0" marL="457200" rtl="0" algn="l">
              <a:spcBef>
                <a:spcPts val="0"/>
              </a:spcBef>
              <a:spcAft>
                <a:spcPts val="0"/>
              </a:spcAft>
              <a:buSzPts val="1400"/>
              <a:buChar char="●"/>
            </a:pPr>
            <a:r>
              <a:rPr lang="en"/>
              <a:t>Represented as Ax = 𝛌x where:</a:t>
            </a:r>
            <a:endParaRPr/>
          </a:p>
          <a:p>
            <a:pPr indent="-317500" lvl="0" marL="457200" rtl="0" algn="l">
              <a:spcBef>
                <a:spcPts val="0"/>
              </a:spcBef>
              <a:spcAft>
                <a:spcPts val="0"/>
              </a:spcAft>
              <a:buSzPts val="1400"/>
              <a:buChar char="●"/>
            </a:pPr>
            <a:r>
              <a:rPr lang="en"/>
              <a:t>A = transformation matrix, x is eigenvector (specific direction), </a:t>
            </a:r>
            <a:r>
              <a:rPr lang="en"/>
              <a:t>𝛌 (scalar that shows how much x stretches or shrinks)</a:t>
            </a:r>
            <a:endParaRPr/>
          </a:p>
        </p:txBody>
      </p:sp>
      <p:sp>
        <p:nvSpPr>
          <p:cNvPr id="4130" name="Google Shape;4130;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4" name="Shape 4134"/>
        <p:cNvGrpSpPr/>
        <p:nvPr/>
      </p:nvGrpSpPr>
      <p:grpSpPr>
        <a:xfrm>
          <a:off x="0" y="0"/>
          <a:ext cx="0" cy="0"/>
          <a:chOff x="0" y="0"/>
          <a:chExt cx="0" cy="0"/>
        </a:xfrm>
      </p:grpSpPr>
      <p:sp>
        <p:nvSpPr>
          <p:cNvPr id="4135" name="Google Shape;4135;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Equation</a:t>
            </a:r>
            <a:endParaRPr/>
          </a:p>
        </p:txBody>
      </p:sp>
      <p:sp>
        <p:nvSpPr>
          <p:cNvPr id="4136" name="Google Shape;4136;p42"/>
          <p:cNvSpPr txBox="1"/>
          <p:nvPr>
            <p:ph idx="2" type="subTitle"/>
          </p:nvPr>
        </p:nvSpPr>
        <p:spPr>
          <a:xfrm>
            <a:off x="1127875" y="1265450"/>
            <a:ext cx="6253200" cy="278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u="sng"/>
              <a:t>The core recursive equation</a:t>
            </a:r>
            <a:r>
              <a:rPr lang="en" sz="1800"/>
              <a:t>: π</a:t>
            </a:r>
            <a:r>
              <a:rPr baseline="30000" lang="en" sz="1800"/>
              <a:t>T</a:t>
            </a:r>
            <a:r>
              <a:rPr lang="en" sz="1800"/>
              <a:t> = π</a:t>
            </a:r>
            <a:r>
              <a:rPr baseline="30000" lang="en" sz="1800"/>
              <a:t>T</a:t>
            </a:r>
            <a:r>
              <a:rPr lang="en" sz="1800"/>
              <a:t>G: </a:t>
            </a:r>
            <a:endParaRPr sz="1800"/>
          </a:p>
          <a:p>
            <a:pPr indent="-317500" lvl="0" marL="457200" rtl="0" algn="l">
              <a:spcBef>
                <a:spcPts val="0"/>
              </a:spcBef>
              <a:spcAft>
                <a:spcPts val="0"/>
              </a:spcAft>
              <a:buSzPts val="1400"/>
              <a:buChar char="●"/>
            </a:pPr>
            <a:r>
              <a:rPr lang="en"/>
              <a:t>π</a:t>
            </a:r>
            <a:r>
              <a:rPr baseline="30000" lang="en"/>
              <a:t>T</a:t>
            </a:r>
            <a:r>
              <a:rPr lang="en"/>
              <a:t>: R</a:t>
            </a:r>
            <a:r>
              <a:rPr lang="en"/>
              <a:t>ow vector of </a:t>
            </a:r>
            <a:r>
              <a:rPr lang="en"/>
              <a:t>web page</a:t>
            </a:r>
            <a:r>
              <a:rPr lang="en"/>
              <a:t> importance</a:t>
            </a:r>
            <a:endParaRPr/>
          </a:p>
          <a:p>
            <a:pPr indent="-317500" lvl="0" marL="457200" rtl="0" algn="l">
              <a:spcBef>
                <a:spcPts val="0"/>
              </a:spcBef>
              <a:spcAft>
                <a:spcPts val="0"/>
              </a:spcAft>
              <a:buSzPts val="1400"/>
              <a:buChar char="●"/>
            </a:pPr>
            <a:r>
              <a:rPr lang="en"/>
              <a:t>A page's importance is determined the pages linking to it</a:t>
            </a:r>
            <a:endParaRPr/>
          </a:p>
          <a:p>
            <a:pPr indent="-317500" lvl="0" marL="457200" rtl="0" algn="l">
              <a:spcBef>
                <a:spcPts val="0"/>
              </a:spcBef>
              <a:spcAft>
                <a:spcPts val="0"/>
              </a:spcAft>
              <a:buSzPts val="1400"/>
              <a:buChar char="●"/>
            </a:pPr>
            <a:r>
              <a:rPr lang="en"/>
              <a:t>This naturally sets up a system of linear equations for the whole network </a:t>
            </a:r>
            <a:endParaRPr/>
          </a:p>
          <a:p>
            <a:pPr indent="0" lvl="0" marL="0" rtl="0" algn="l">
              <a:spcBef>
                <a:spcPts val="0"/>
              </a:spcBef>
              <a:spcAft>
                <a:spcPts val="0"/>
              </a:spcAft>
              <a:buNone/>
            </a:pPr>
            <a:r>
              <a:rPr lang="en" sz="1800" u="sng"/>
              <a:t>Transposing both sides</a:t>
            </a:r>
            <a:r>
              <a:rPr lang="en" sz="1800"/>
              <a:t>: G</a:t>
            </a:r>
            <a:r>
              <a:rPr baseline="30000" lang="en" sz="1800"/>
              <a:t>T</a:t>
            </a:r>
            <a:r>
              <a:rPr lang="en" sz="1800"/>
              <a:t>π = π:</a:t>
            </a:r>
            <a:endParaRPr sz="1800"/>
          </a:p>
          <a:p>
            <a:pPr indent="-317500" lvl="0" marL="457200" rtl="0" algn="l">
              <a:spcBef>
                <a:spcPts val="0"/>
              </a:spcBef>
              <a:spcAft>
                <a:spcPts val="0"/>
              </a:spcAft>
              <a:buSzPts val="1400"/>
              <a:buChar char="●"/>
            </a:pPr>
            <a:r>
              <a:rPr lang="en"/>
              <a:t>G</a:t>
            </a:r>
            <a:r>
              <a:rPr baseline="30000" lang="en"/>
              <a:t>T</a:t>
            </a:r>
            <a:r>
              <a:rPr lang="en"/>
              <a:t>π = π is fundamentally Ax = 𝛌x </a:t>
            </a:r>
            <a:endParaRPr/>
          </a:p>
          <a:p>
            <a:pPr indent="-317500" lvl="0" marL="457200" rtl="0" algn="l">
              <a:spcBef>
                <a:spcPts val="0"/>
              </a:spcBef>
              <a:spcAft>
                <a:spcPts val="0"/>
              </a:spcAft>
              <a:buSzPts val="1400"/>
              <a:buChar char="●"/>
            </a:pPr>
            <a:r>
              <a:rPr lang="en"/>
              <a:t>G</a:t>
            </a:r>
            <a:r>
              <a:rPr baseline="30000" lang="en"/>
              <a:t>T</a:t>
            </a:r>
            <a:r>
              <a:rPr lang="en"/>
              <a:t> acts as the linear transformation</a:t>
            </a:r>
            <a:endParaRPr/>
          </a:p>
          <a:p>
            <a:pPr indent="-317500" lvl="0" marL="457200" rtl="0" algn="l">
              <a:spcBef>
                <a:spcPts val="0"/>
              </a:spcBef>
              <a:spcAft>
                <a:spcPts val="0"/>
              </a:spcAft>
              <a:buSzPts val="1400"/>
              <a:buChar char="●"/>
            </a:pPr>
            <a:r>
              <a:rPr lang="en"/>
              <a:t>π is the eigenvector</a:t>
            </a:r>
            <a:endParaRPr/>
          </a:p>
          <a:p>
            <a:pPr indent="-317500" lvl="0" marL="457200" rtl="0" algn="l">
              <a:spcBef>
                <a:spcPts val="0"/>
              </a:spcBef>
              <a:spcAft>
                <a:spcPts val="0"/>
              </a:spcAft>
              <a:buSzPts val="1400"/>
              <a:buChar char="●"/>
            </a:pPr>
            <a:r>
              <a:rPr lang="en"/>
              <a:t>𝛌 is the eigenvalue (scalar multiplier) which is 1</a:t>
            </a:r>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a:p>
        </p:txBody>
      </p:sp>
      <p:sp>
        <p:nvSpPr>
          <p:cNvPr id="4137" name="Google Shape;4137;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1" name="Shape 4141"/>
        <p:cNvGrpSpPr/>
        <p:nvPr/>
      </p:nvGrpSpPr>
      <p:grpSpPr>
        <a:xfrm>
          <a:off x="0" y="0"/>
          <a:ext cx="0" cy="0"/>
          <a:chOff x="0" y="0"/>
          <a:chExt cx="0" cy="0"/>
        </a:xfrm>
      </p:grpSpPr>
      <p:sp>
        <p:nvSpPr>
          <p:cNvPr id="4142" name="Google Shape;4142;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Eigenvalue Decomposition of </a:t>
            </a:r>
            <a:r>
              <a:rPr lang="en"/>
              <a:t>G</a:t>
            </a:r>
            <a:r>
              <a:rPr baseline="-25000" lang="en"/>
              <a:t>raw</a:t>
            </a:r>
            <a:endParaRPr/>
          </a:p>
        </p:txBody>
      </p:sp>
      <p:sp>
        <p:nvSpPr>
          <p:cNvPr id="4143" name="Google Shape;4143;p43"/>
          <p:cNvSpPr txBox="1"/>
          <p:nvPr>
            <p:ph idx="1" type="body"/>
          </p:nvPr>
        </p:nvSpPr>
        <p:spPr>
          <a:xfrm>
            <a:off x="720000" y="1165500"/>
            <a:ext cx="4980600" cy="380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eigenvalue equation we are solving: π</a:t>
            </a:r>
            <a:r>
              <a:rPr baseline="30000" lang="en"/>
              <a:t>T</a:t>
            </a:r>
            <a:r>
              <a:rPr lang="en"/>
              <a:t> = </a:t>
            </a:r>
            <a:r>
              <a:rPr lang="en"/>
              <a:t>π</a:t>
            </a:r>
            <a:r>
              <a:rPr baseline="30000" lang="en"/>
              <a:t>T</a:t>
            </a:r>
            <a:r>
              <a:rPr lang="en"/>
              <a:t>G ⇔ G</a:t>
            </a:r>
            <a:r>
              <a:rPr baseline="30000" lang="en"/>
              <a:t>T</a:t>
            </a:r>
            <a:r>
              <a:rPr lang="en"/>
              <a:t>π = π</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Dominant eigenvalue (λ_max): 1.00000000</a:t>
            </a:r>
            <a:endParaRPr/>
          </a:p>
          <a:p>
            <a:pPr indent="-317500" lvl="0" marL="457200" rtl="0" algn="l">
              <a:spcBef>
                <a:spcPts val="0"/>
              </a:spcBef>
              <a:spcAft>
                <a:spcPts val="0"/>
              </a:spcAft>
              <a:buSzPts val="1400"/>
              <a:buChar char="●"/>
            </a:pPr>
            <a:r>
              <a:rPr lang="en"/>
              <a:t>All eigenvalues (real parts): [1.0000000000000018, 0.625273785016588, 0.3966543094646142, 0.0470618727101512, 0.0470618727101512, -0.05388758350293088, -0.05388758350293088, -0.21774244358192865, -0.21774244358192865, -0.47949354397940336, -0.47949354397940336, -0.6138046977729764]</a:t>
            </a:r>
            <a:endParaRPr/>
          </a:p>
          <a:p>
            <a:pPr indent="-317500" lvl="0" marL="457200" rtl="0" algn="l">
              <a:spcBef>
                <a:spcPts val="0"/>
              </a:spcBef>
              <a:spcAft>
                <a:spcPts val="0"/>
              </a:spcAft>
              <a:buSzPts val="1400"/>
              <a:buChar char="●"/>
            </a:pPr>
            <a:r>
              <a:rPr lang="en"/>
              <a:t>sum(π) after normalization:  1.00000000  (must be 1.0)</a:t>
            </a:r>
            <a:endParaRPr/>
          </a:p>
          <a:p>
            <a:pPr indent="-317500" lvl="0" marL="457200" rtl="0" algn="l">
              <a:spcBef>
                <a:spcPts val="0"/>
              </a:spcBef>
              <a:spcAft>
                <a:spcPts val="0"/>
              </a:spcAft>
              <a:buSzPts val="1400"/>
              <a:buChar char="●"/>
            </a:pPr>
            <a:r>
              <a:rPr lang="en"/>
              <a:t>min(π):                      0.01312019  (must be ≥ 0)</a:t>
            </a:r>
            <a:endParaRPr/>
          </a:p>
        </p:txBody>
      </p:sp>
      <p:sp>
        <p:nvSpPr>
          <p:cNvPr id="4144" name="Google Shape;4144;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45" name="Google Shape;4145;p43"/>
          <p:cNvSpPr txBox="1"/>
          <p:nvPr/>
        </p:nvSpPr>
        <p:spPr>
          <a:xfrm>
            <a:off x="5846450" y="1183000"/>
            <a:ext cx="2991900" cy="356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Fira Sans"/>
                <a:ea typeface="Fira Sans"/>
                <a:cs typeface="Fira Sans"/>
                <a:sym typeface="Fira Sans"/>
              </a:rPr>
              <a:t>PageRank vector from raw G (before any fixes):</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Page   Title                  π value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A      Trees For All                  0.104962</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B      The Weeping Willow     0.052481</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C      Leaf Fall                        0.013120</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D      Shady Place                 0.088674</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E      The Prickly Pine           0.015835</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F      Good Wood                   0.126678</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G      Lumber Jack Man        0.159855</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H      Timber!                         0.084301</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I      Fine Grains                    0.047504</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J      The Warped Board       0.140175</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K      Evergreen Plants          0.082114</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L      Sappy Planks               0.084301</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λ_max = 1.0000 (expected 1.0, this will be fixed later)</a:t>
            </a:r>
            <a:endParaRPr sz="1200">
              <a:solidFill>
                <a:schemeClr val="dk1"/>
              </a:solidFill>
              <a:latin typeface="Fira Sans"/>
              <a:ea typeface="Fira Sans"/>
              <a:cs typeface="Fira Sans"/>
              <a:sym typeface="Fir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9" name="Shape 4149"/>
        <p:cNvGrpSpPr/>
        <p:nvPr/>
      </p:nvGrpSpPr>
      <p:grpSpPr>
        <a:xfrm>
          <a:off x="0" y="0"/>
          <a:ext cx="0" cy="0"/>
          <a:chOff x="0" y="0"/>
          <a:chExt cx="0" cy="0"/>
        </a:xfrm>
      </p:grpSpPr>
      <p:sp>
        <p:nvSpPr>
          <p:cNvPr id="4150" name="Google Shape;4150;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Danger of Dangling Nodes</a:t>
            </a:r>
            <a:endParaRPr/>
          </a:p>
        </p:txBody>
      </p:sp>
      <p:sp>
        <p:nvSpPr>
          <p:cNvPr id="4151" name="Google Shape;4151;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52" name="Google Shape;4152;p44"/>
          <p:cNvSpPr txBox="1"/>
          <p:nvPr>
            <p:ph idx="1" type="body"/>
          </p:nvPr>
        </p:nvSpPr>
        <p:spPr>
          <a:xfrm>
            <a:off x="720000" y="1165501"/>
            <a:ext cx="7704000" cy="32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Dangling Node</a:t>
            </a:r>
            <a:r>
              <a:rPr lang="en"/>
              <a:t>: A webpage with 0 outlinks → row of zeros in the matrix</a:t>
            </a:r>
            <a:endParaRPr/>
          </a:p>
          <a:p>
            <a:pPr indent="0" lvl="0" marL="0" rtl="0" algn="l">
              <a:spcBef>
                <a:spcPts val="0"/>
              </a:spcBef>
              <a:spcAft>
                <a:spcPts val="0"/>
              </a:spcAft>
              <a:buNone/>
            </a:pPr>
            <a:r>
              <a:t/>
            </a:r>
            <a:endParaRPr/>
          </a:p>
        </p:txBody>
      </p:sp>
      <p:sp>
        <p:nvSpPr>
          <p:cNvPr id="4153" name="Google Shape;4153;p44"/>
          <p:cNvSpPr txBox="1"/>
          <p:nvPr/>
        </p:nvSpPr>
        <p:spPr>
          <a:xfrm>
            <a:off x="797250" y="1642975"/>
            <a:ext cx="5066400" cy="278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latin typeface="Fira Sans"/>
                <a:ea typeface="Fira Sans"/>
                <a:cs typeface="Fira Sans"/>
                <a:sym typeface="Fira Sans"/>
              </a:rPr>
              <a:t>G</a:t>
            </a:r>
            <a:r>
              <a:rPr b="1" baseline="-25000" lang="en" sz="1200">
                <a:solidFill>
                  <a:schemeClr val="dk1"/>
                </a:solidFill>
                <a:latin typeface="Fira Sans"/>
                <a:ea typeface="Fira Sans"/>
                <a:cs typeface="Fira Sans"/>
                <a:sym typeface="Fira Sans"/>
              </a:rPr>
              <a:t>raw</a:t>
            </a:r>
            <a:r>
              <a:rPr lang="en" sz="1200">
                <a:solidFill>
                  <a:schemeClr val="dk1"/>
                </a:solidFill>
                <a:latin typeface="Fira Sans"/>
                <a:ea typeface="Fira Sans"/>
                <a:cs typeface="Fira Sans"/>
                <a:sym typeface="Fira Sans"/>
              </a:rPr>
              <a:t>: </a:t>
            </a:r>
            <a:endParaRPr sz="12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[[0.      1.      0.      0.      0.      0.      0.      0.      0.      0.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1.      0.      0.      0.      0.      0.      0.      0.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0.      0.5     0.      0.      0.5     0.      0.      0.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[0.5     0.      0.      0.      0.      0.      0.      0.5     0.      0.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[0.5     0.      0.      0.      0.      0.5     0.      0.      0.      0.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0.3333  0.      0.      0.      0.      0.      0.      0.      0.3333  0.3333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0.      0.      0.      0.5     0.      0.5     0.      0.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0.      0.      0.      0.      0.      0.      0.      0.      0.      1.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0.      0.      0.5     0.      0.      0.      0.      0.5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highlight>
                  <a:schemeClr val="accent3"/>
                </a:highlight>
                <a:latin typeface="Fira Sans"/>
                <a:ea typeface="Fira Sans"/>
                <a:cs typeface="Fira Sans"/>
                <a:sym typeface="Fira Sans"/>
              </a:rPr>
              <a:t> [0.      0.      0.      0.      0.      0.      0.      0.      0.      0.      0.      0.    ]</a:t>
            </a:r>
            <a:endParaRPr sz="1200">
              <a:solidFill>
                <a:schemeClr val="dk1"/>
              </a:solidFill>
              <a:highlight>
                <a:schemeClr val="accent3"/>
              </a:highlight>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0.      0.      0.      0.      0.5     0.      0.      0.5     0.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 [0.      0.      0.      0.5     0.      0.      0.      0.      0.      0.      0.5     0.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t/>
            </a:r>
            <a:endParaRPr sz="800">
              <a:solidFill>
                <a:schemeClr val="dk1"/>
              </a:solidFill>
              <a:latin typeface="Fira Sans"/>
              <a:ea typeface="Fira Sans"/>
              <a:cs typeface="Fira Sans"/>
              <a:sym typeface="Fira Sans"/>
            </a:endParaRPr>
          </a:p>
          <a:p>
            <a:pPr indent="0" lvl="0" marL="0" rtl="0" algn="l">
              <a:spcBef>
                <a:spcPts val="0"/>
              </a:spcBef>
              <a:spcAft>
                <a:spcPts val="0"/>
              </a:spcAft>
              <a:buNone/>
            </a:pPr>
            <a:r>
              <a:t/>
            </a:r>
            <a:endParaRPr sz="800">
              <a:solidFill>
                <a:schemeClr val="dk1"/>
              </a:solidFill>
              <a:latin typeface="Fira Sans"/>
              <a:ea typeface="Fira Sans"/>
              <a:cs typeface="Fira Sans"/>
              <a:sym typeface="Fira Sans"/>
            </a:endParaRPr>
          </a:p>
        </p:txBody>
      </p:sp>
      <p:sp>
        <p:nvSpPr>
          <p:cNvPr id="4154" name="Google Shape;4154;p44"/>
          <p:cNvSpPr txBox="1"/>
          <p:nvPr/>
        </p:nvSpPr>
        <p:spPr>
          <a:xfrm>
            <a:off x="5863650" y="2114475"/>
            <a:ext cx="3137400" cy="2314500"/>
          </a:xfrm>
          <a:prstGeom prst="rect">
            <a:avLst/>
          </a:prstGeom>
          <a:noFill/>
          <a:ln cap="flat" cmpd="sng" w="76200">
            <a:solidFill>
              <a:schemeClr val="accent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dk1"/>
                </a:solidFill>
                <a:latin typeface="Fira Sans"/>
                <a:ea typeface="Fira Sans"/>
                <a:cs typeface="Fira Sans"/>
                <a:sym typeface="Fira Sans"/>
              </a:rPr>
              <a:t>This breaks the </a:t>
            </a:r>
            <a:r>
              <a:rPr lang="en" u="sng">
                <a:solidFill>
                  <a:schemeClr val="dk1"/>
                </a:solidFill>
                <a:latin typeface="Fira Sans"/>
                <a:ea typeface="Fira Sans"/>
                <a:cs typeface="Fira Sans"/>
                <a:sym typeface="Fira Sans"/>
              </a:rPr>
              <a:t>math</a:t>
            </a:r>
            <a:r>
              <a:rPr lang="en">
                <a:solidFill>
                  <a:schemeClr val="dk1"/>
                </a:solidFill>
                <a:latin typeface="Fira Sans"/>
                <a:ea typeface="Fira Sans"/>
                <a:cs typeface="Fira Sans"/>
                <a:sym typeface="Fira Sans"/>
              </a:rPr>
              <a:t>.</a:t>
            </a:r>
            <a:endParaRPr>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 </a:t>
            </a:r>
            <a:r>
              <a:rPr lang="en">
                <a:solidFill>
                  <a:schemeClr val="dk1"/>
                </a:solidFill>
                <a:latin typeface="Fira Sans"/>
                <a:ea typeface="Fira Sans"/>
                <a:cs typeface="Fira Sans"/>
                <a:sym typeface="Fira Sans"/>
              </a:rPr>
              <a:t>A row of zeros means the matrix is </a:t>
            </a:r>
            <a:r>
              <a:rPr b="1" lang="en">
                <a:solidFill>
                  <a:schemeClr val="dk1"/>
                </a:solidFill>
                <a:latin typeface="Fira Sans"/>
                <a:ea typeface="Fira Sans"/>
                <a:cs typeface="Fira Sans"/>
                <a:sym typeface="Fira Sans"/>
              </a:rPr>
              <a:t>no longer</a:t>
            </a:r>
            <a:r>
              <a:rPr lang="en">
                <a:solidFill>
                  <a:schemeClr val="dk1"/>
                </a:solidFill>
                <a:latin typeface="Fira Sans"/>
                <a:ea typeface="Fira Sans"/>
                <a:cs typeface="Fira Sans"/>
                <a:sym typeface="Fira Sans"/>
              </a:rPr>
              <a:t> strictly stochastic </a:t>
            </a:r>
            <a:r>
              <a:rPr lang="en">
                <a:solidFill>
                  <a:schemeClr val="dk1"/>
                </a:solidFill>
                <a:latin typeface="Fira Sans"/>
                <a:ea typeface="Fira Sans"/>
                <a:cs typeface="Fira Sans"/>
                <a:sym typeface="Fira Sans"/>
              </a:rPr>
              <a:t>(Perron-Frobenius doesn't apply)</a:t>
            </a:r>
            <a:endParaRPr b="1">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 Probabilities </a:t>
            </a:r>
            <a:r>
              <a:rPr b="1" lang="en">
                <a:solidFill>
                  <a:schemeClr val="dk1"/>
                </a:solidFill>
                <a:latin typeface="Fira Sans"/>
                <a:ea typeface="Fira Sans"/>
                <a:cs typeface="Fira Sans"/>
                <a:sym typeface="Fira Sans"/>
              </a:rPr>
              <a:t>"leak"</a:t>
            </a:r>
            <a:r>
              <a:rPr lang="en">
                <a:solidFill>
                  <a:schemeClr val="dk1"/>
                </a:solidFill>
                <a:latin typeface="Fira Sans"/>
                <a:ea typeface="Fira Sans"/>
                <a:cs typeface="Fira Sans"/>
                <a:sym typeface="Fira Sans"/>
              </a:rPr>
              <a:t> out of the network at this node</a:t>
            </a:r>
            <a:endParaRPr>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 We are </a:t>
            </a:r>
            <a:r>
              <a:rPr b="1" lang="en">
                <a:solidFill>
                  <a:schemeClr val="dk1"/>
                </a:solidFill>
                <a:latin typeface="Fira Sans"/>
                <a:ea typeface="Fira Sans"/>
                <a:cs typeface="Fira Sans"/>
                <a:sym typeface="Fira Sans"/>
              </a:rPr>
              <a:t>no longer</a:t>
            </a:r>
            <a:r>
              <a:rPr lang="en">
                <a:solidFill>
                  <a:schemeClr val="dk1"/>
                </a:solidFill>
                <a:latin typeface="Fira Sans"/>
                <a:ea typeface="Fira Sans"/>
                <a:cs typeface="Fira Sans"/>
                <a:sym typeface="Fira Sans"/>
              </a:rPr>
              <a:t> guaranteed our dominant eigenvalue </a:t>
            </a:r>
            <a:r>
              <a:rPr lang="en">
                <a:solidFill>
                  <a:schemeClr val="dk1"/>
                </a:solidFill>
                <a:latin typeface="Fira Sans"/>
                <a:ea typeface="Fira Sans"/>
                <a:cs typeface="Fira Sans"/>
                <a:sym typeface="Fira Sans"/>
              </a:rPr>
              <a:t>𝛌 = 1</a:t>
            </a:r>
            <a:endParaRPr>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 A random surfer who lands on J is </a:t>
            </a:r>
            <a:r>
              <a:rPr b="1" lang="en">
                <a:solidFill>
                  <a:schemeClr val="dk1"/>
                </a:solidFill>
                <a:latin typeface="Fira Sans"/>
                <a:ea typeface="Fira Sans"/>
                <a:cs typeface="Fira Sans"/>
                <a:sym typeface="Fira Sans"/>
              </a:rPr>
              <a:t>"stuck"</a:t>
            </a:r>
            <a:r>
              <a:rPr lang="en">
                <a:solidFill>
                  <a:schemeClr val="dk1"/>
                </a:solidFill>
                <a:latin typeface="Fira Sans"/>
                <a:ea typeface="Fira Sans"/>
                <a:cs typeface="Fira Sans"/>
                <a:sym typeface="Fira Sans"/>
              </a:rPr>
              <a:t> with no links to follow</a:t>
            </a:r>
            <a:endParaRPr>
              <a:solidFill>
                <a:schemeClr val="dk1"/>
              </a:solidFill>
              <a:latin typeface="Fira Sans"/>
              <a:ea typeface="Fira Sans"/>
              <a:cs typeface="Fira Sans"/>
              <a:sym typeface="Fir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8" name="Shape 4158"/>
        <p:cNvGrpSpPr/>
        <p:nvPr/>
      </p:nvGrpSpPr>
      <p:grpSpPr>
        <a:xfrm>
          <a:off x="0" y="0"/>
          <a:ext cx="0" cy="0"/>
          <a:chOff x="0" y="0"/>
          <a:chExt cx="0" cy="0"/>
        </a:xfrm>
      </p:grpSpPr>
      <p:sp>
        <p:nvSpPr>
          <p:cNvPr id="4159" name="Google Shape;4159;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Mathematical Fix for Dangling Nodes</a:t>
            </a:r>
            <a:endParaRPr/>
          </a:p>
        </p:txBody>
      </p:sp>
      <p:sp>
        <p:nvSpPr>
          <p:cNvPr id="4160" name="Google Shape;4160;p45"/>
          <p:cNvSpPr txBox="1"/>
          <p:nvPr>
            <p:ph idx="1" type="body"/>
          </p:nvPr>
        </p:nvSpPr>
        <p:spPr>
          <a:xfrm>
            <a:off x="720000" y="1165498"/>
            <a:ext cx="7704000" cy="132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The fix</a:t>
            </a:r>
            <a:r>
              <a:rPr lang="en"/>
              <a:t>: Replace J's zero row with a uniform distribution 1/n over all pages</a:t>
            </a:r>
            <a:endParaRPr/>
          </a:p>
          <a:p>
            <a:pPr indent="-317500" lvl="0" marL="457200" rtl="0" algn="l">
              <a:spcBef>
                <a:spcPts val="0"/>
              </a:spcBef>
              <a:spcAft>
                <a:spcPts val="0"/>
              </a:spcAft>
              <a:buSzPts val="1400"/>
              <a:buChar char="●"/>
            </a:pPr>
            <a:r>
              <a:rPr lang="en"/>
              <a:t>When a surfer reaches a dead end, they pick a random page to visit </a:t>
            </a:r>
            <a:r>
              <a:rPr lang="en"/>
              <a:t>(like typing a random URL)</a:t>
            </a:r>
            <a:endParaRPr/>
          </a:p>
          <a:p>
            <a:pPr indent="-317500" lvl="0" marL="457200" rtl="0" algn="l">
              <a:spcBef>
                <a:spcPts val="0"/>
              </a:spcBef>
              <a:spcAft>
                <a:spcPts val="0"/>
              </a:spcAft>
              <a:buSzPts val="1400"/>
              <a:buChar char="●"/>
            </a:pPr>
            <a:r>
              <a:rPr lang="en"/>
              <a:t>Mathematically, we artificially add outgoing links to every page in the network with equal probability (1/12 in this case)</a:t>
            </a:r>
            <a:endParaRPr/>
          </a:p>
        </p:txBody>
      </p:sp>
      <p:sp>
        <p:nvSpPr>
          <p:cNvPr id="4161" name="Google Shape;4161;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62" name="Google Shape;4162;p45"/>
          <p:cNvSpPr txBox="1"/>
          <p:nvPr/>
        </p:nvSpPr>
        <p:spPr>
          <a:xfrm>
            <a:off x="754375" y="2631750"/>
            <a:ext cx="6000900" cy="237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dk1"/>
                </a:solidFill>
                <a:latin typeface="Fira Sans"/>
                <a:ea typeface="Fira Sans"/>
                <a:cs typeface="Fira Sans"/>
                <a:sym typeface="Fira Sans"/>
              </a:rPr>
              <a:t>Fixed G matrix</a:t>
            </a:r>
            <a:r>
              <a:rPr lang="en">
                <a:solidFill>
                  <a:schemeClr val="dk1"/>
                </a:solidFill>
                <a:latin typeface="Fira Sans"/>
                <a:ea typeface="Fira Sans"/>
                <a:cs typeface="Fira Sans"/>
                <a:sym typeface="Fira Sans"/>
              </a:rPr>
              <a:t>:</a:t>
            </a:r>
            <a:endParaRPr>
              <a:solidFill>
                <a:schemeClr val="dk1"/>
              </a:solidFill>
              <a:latin typeface="Fira Sans"/>
              <a:ea typeface="Fira Sans"/>
              <a:cs typeface="Fira Sans"/>
              <a:sym typeface="Fira Sans"/>
            </a:endParaRPr>
          </a:p>
          <a:p>
            <a:pPr indent="0" lvl="0" marL="0" rtl="0" algn="l">
              <a:spcBef>
                <a:spcPts val="0"/>
              </a:spcBef>
              <a:spcAft>
                <a:spcPts val="0"/>
              </a:spcAft>
              <a:buNone/>
            </a:pPr>
            <a:r>
              <a:rPr lang="en" sz="1100">
                <a:solidFill>
                  <a:schemeClr val="dk1"/>
                </a:solidFill>
                <a:latin typeface="Fira Sans"/>
                <a:ea typeface="Fira Sans"/>
                <a:cs typeface="Fira Sans"/>
                <a:sym typeface="Fira Sans"/>
              </a:rPr>
              <a:t>[[0.      1.      0.      0.      0.      0.      0.      0.      0.      0.      0.      0.    ]</a:t>
            </a:r>
            <a:endParaRPr sz="1100">
              <a:solidFill>
                <a:schemeClr val="dk1"/>
              </a:solidFill>
              <a:latin typeface="Fira Sans"/>
              <a:ea typeface="Fira Sans"/>
              <a:cs typeface="Fira Sans"/>
              <a:sym typeface="Fira Sans"/>
            </a:endParaRPr>
          </a:p>
          <a:p>
            <a:pPr indent="0" lvl="0" marL="0" rtl="0" algn="l">
              <a:spcBef>
                <a:spcPts val="0"/>
              </a:spcBef>
              <a:spcAft>
                <a:spcPts val="0"/>
              </a:spcAft>
              <a:buNone/>
            </a:pPr>
            <a:r>
              <a:rPr lang="en" sz="1100">
                <a:solidFill>
                  <a:schemeClr val="dk1"/>
                </a:solidFill>
                <a:latin typeface="Fira Sans"/>
                <a:ea typeface="Fira Sans"/>
                <a:cs typeface="Fira Sans"/>
                <a:sym typeface="Fira Sans"/>
              </a:rPr>
              <a:t> [0.      0.      1.      0.      0.      0.      0.      0.      0.      0.      0.      0.    ]</a:t>
            </a:r>
            <a:endParaRPr sz="1100">
              <a:solidFill>
                <a:schemeClr val="dk1"/>
              </a:solidFill>
              <a:latin typeface="Fira Sans"/>
              <a:ea typeface="Fira Sans"/>
              <a:cs typeface="Fira Sans"/>
              <a:sym typeface="Fira Sans"/>
            </a:endParaRPr>
          </a:p>
          <a:p>
            <a:pPr indent="0" lvl="0" marL="0" rtl="0" algn="l">
              <a:spcBef>
                <a:spcPts val="0"/>
              </a:spcBef>
              <a:spcAft>
                <a:spcPts val="0"/>
              </a:spcAft>
              <a:buNone/>
            </a:pPr>
            <a:r>
              <a:rPr lang="en" sz="1100">
                <a:solidFill>
                  <a:schemeClr val="dk1"/>
                </a:solidFill>
                <a:latin typeface="Fira Sans"/>
                <a:ea typeface="Fira Sans"/>
                <a:cs typeface="Fira Sans"/>
                <a:sym typeface="Fira Sans"/>
              </a:rPr>
              <a:t> [0.      0.      0.      0.5     0.      0.      0.5     0.      0.      0.      0.      0.    ]</a:t>
            </a:r>
            <a:endParaRPr sz="1100">
              <a:solidFill>
                <a:schemeClr val="dk1"/>
              </a:solidFill>
              <a:latin typeface="Fira Sans"/>
              <a:ea typeface="Fira Sans"/>
              <a:cs typeface="Fira Sans"/>
              <a:sym typeface="Fira Sans"/>
            </a:endParaRPr>
          </a:p>
          <a:p>
            <a:pPr indent="0" lvl="0" marL="0" rtl="0" algn="l">
              <a:spcBef>
                <a:spcPts val="0"/>
              </a:spcBef>
              <a:spcAft>
                <a:spcPts val="0"/>
              </a:spcAft>
              <a:buNone/>
            </a:pPr>
            <a:r>
              <a:rPr lang="en" sz="1100">
                <a:solidFill>
                  <a:schemeClr val="dk1"/>
                </a:solidFill>
                <a:latin typeface="Fira Sans"/>
                <a:ea typeface="Fira Sans"/>
                <a:cs typeface="Fira Sans"/>
                <a:sym typeface="Fira Sans"/>
              </a:rPr>
              <a:t> [0.5     0.      0.      0.      0.      0.      0.      0.5     0.      0.      0.      0.    ]</a:t>
            </a:r>
            <a:endParaRPr sz="1100">
              <a:solidFill>
                <a:schemeClr val="dk1"/>
              </a:solidFill>
              <a:latin typeface="Fira Sans"/>
              <a:ea typeface="Fira Sans"/>
              <a:cs typeface="Fira Sans"/>
              <a:sym typeface="Fira Sans"/>
            </a:endParaRPr>
          </a:p>
          <a:p>
            <a:pPr indent="0" lvl="0" marL="0" rtl="0" algn="l">
              <a:spcBef>
                <a:spcPts val="0"/>
              </a:spcBef>
              <a:spcAft>
                <a:spcPts val="0"/>
              </a:spcAft>
              <a:buNone/>
            </a:pPr>
            <a:r>
              <a:rPr lang="en" sz="1100">
                <a:solidFill>
                  <a:schemeClr val="dk1"/>
                </a:solidFill>
                <a:latin typeface="Fira Sans"/>
                <a:ea typeface="Fira Sans"/>
                <a:cs typeface="Fira Sans"/>
                <a:sym typeface="Fira Sans"/>
              </a:rPr>
              <a:t> [0.5     0.      0.      0.      0.      0.5     0.      0.      0.      0.      0.      0.    ]</a:t>
            </a:r>
            <a:endParaRPr sz="1100">
              <a:solidFill>
                <a:schemeClr val="dk1"/>
              </a:solidFill>
              <a:latin typeface="Fira Sans"/>
              <a:ea typeface="Fira Sans"/>
              <a:cs typeface="Fira Sans"/>
              <a:sym typeface="Fira Sans"/>
            </a:endParaRPr>
          </a:p>
          <a:p>
            <a:pPr indent="0" lvl="0" marL="0" rtl="0" algn="l">
              <a:spcBef>
                <a:spcPts val="0"/>
              </a:spcBef>
              <a:spcAft>
                <a:spcPts val="0"/>
              </a:spcAft>
              <a:buNone/>
            </a:pPr>
            <a:r>
              <a:rPr lang="en" sz="1100">
                <a:solidFill>
                  <a:schemeClr val="dk1"/>
                </a:solidFill>
                <a:latin typeface="Fira Sans"/>
                <a:ea typeface="Fira Sans"/>
                <a:cs typeface="Fira Sans"/>
                <a:sym typeface="Fira Sans"/>
              </a:rPr>
              <a:t> [0.      0.3333  0.      0.      0.      0.      0.      0.      0.      0.3333  0.3333  0.    ]</a:t>
            </a:r>
            <a:endParaRPr sz="1100">
              <a:solidFill>
                <a:schemeClr val="dk1"/>
              </a:solidFill>
              <a:latin typeface="Fira Sans"/>
              <a:ea typeface="Fira Sans"/>
              <a:cs typeface="Fira Sans"/>
              <a:sym typeface="Fira Sans"/>
            </a:endParaRPr>
          </a:p>
          <a:p>
            <a:pPr indent="0" lvl="0" marL="0" rtl="0" algn="l">
              <a:spcBef>
                <a:spcPts val="0"/>
              </a:spcBef>
              <a:spcAft>
                <a:spcPts val="0"/>
              </a:spcAft>
              <a:buNone/>
            </a:pPr>
            <a:r>
              <a:rPr lang="en" sz="1100">
                <a:solidFill>
                  <a:schemeClr val="dk1"/>
                </a:solidFill>
                <a:latin typeface="Fira Sans"/>
                <a:ea typeface="Fira Sans"/>
                <a:cs typeface="Fira Sans"/>
                <a:sym typeface="Fira Sans"/>
              </a:rPr>
              <a:t> [0.      0.      0.      0.      0.      0.5     0.      0.5     0.      0.      0.      0.    ]</a:t>
            </a:r>
            <a:endParaRPr sz="1100">
              <a:solidFill>
                <a:schemeClr val="dk1"/>
              </a:solidFill>
              <a:latin typeface="Fira Sans"/>
              <a:ea typeface="Fira Sans"/>
              <a:cs typeface="Fira Sans"/>
              <a:sym typeface="Fira Sans"/>
            </a:endParaRPr>
          </a:p>
          <a:p>
            <a:pPr indent="0" lvl="0" marL="0" rtl="0" algn="l">
              <a:spcBef>
                <a:spcPts val="0"/>
              </a:spcBef>
              <a:spcAft>
                <a:spcPts val="0"/>
              </a:spcAft>
              <a:buNone/>
            </a:pPr>
            <a:r>
              <a:rPr lang="en" sz="1100">
                <a:solidFill>
                  <a:schemeClr val="dk1"/>
                </a:solidFill>
                <a:latin typeface="Fira Sans"/>
                <a:ea typeface="Fira Sans"/>
                <a:cs typeface="Fira Sans"/>
                <a:sym typeface="Fira Sans"/>
              </a:rPr>
              <a:t> [0.      0.      0.      0.      0.      0.      0.      0.      0.      0.      0.      1.    ]</a:t>
            </a:r>
            <a:endParaRPr sz="1100">
              <a:solidFill>
                <a:schemeClr val="dk1"/>
              </a:solidFill>
              <a:latin typeface="Fira Sans"/>
              <a:ea typeface="Fira Sans"/>
              <a:cs typeface="Fira Sans"/>
              <a:sym typeface="Fira Sans"/>
            </a:endParaRPr>
          </a:p>
          <a:p>
            <a:pPr indent="0" lvl="0" marL="0" rtl="0" algn="l">
              <a:spcBef>
                <a:spcPts val="0"/>
              </a:spcBef>
              <a:spcAft>
                <a:spcPts val="0"/>
              </a:spcAft>
              <a:buNone/>
            </a:pPr>
            <a:r>
              <a:rPr lang="en" sz="1100">
                <a:solidFill>
                  <a:schemeClr val="dk1"/>
                </a:solidFill>
                <a:latin typeface="Fira Sans"/>
                <a:ea typeface="Fira Sans"/>
                <a:cs typeface="Fira Sans"/>
                <a:sym typeface="Fira Sans"/>
              </a:rPr>
              <a:t> [0.      0.      0.      0.      0.5     0.      0.      0.      0.      0.5     0.      0.    ]</a:t>
            </a:r>
            <a:endParaRPr sz="1100">
              <a:solidFill>
                <a:schemeClr val="dk1"/>
              </a:solidFill>
              <a:latin typeface="Fira Sans"/>
              <a:ea typeface="Fira Sans"/>
              <a:cs typeface="Fira Sans"/>
              <a:sym typeface="Fira Sans"/>
            </a:endParaRPr>
          </a:p>
          <a:p>
            <a:pPr indent="0" lvl="0" marL="0" rtl="0" algn="l">
              <a:spcBef>
                <a:spcPts val="0"/>
              </a:spcBef>
              <a:spcAft>
                <a:spcPts val="0"/>
              </a:spcAft>
              <a:buNone/>
            </a:pPr>
            <a:r>
              <a:rPr lang="en" sz="1100">
                <a:solidFill>
                  <a:schemeClr val="dk1"/>
                </a:solidFill>
                <a:latin typeface="Fira Sans"/>
                <a:ea typeface="Fira Sans"/>
                <a:cs typeface="Fira Sans"/>
                <a:sym typeface="Fira Sans"/>
              </a:rPr>
              <a:t> [0.0833  0.0833  0.0833  0.0833  0.0833  0.0833  0.0833  0.0833  0.0833  0.0833  0.0833  0.0833]</a:t>
            </a:r>
            <a:endParaRPr sz="1100">
              <a:solidFill>
                <a:schemeClr val="dk1"/>
              </a:solidFill>
              <a:latin typeface="Fira Sans"/>
              <a:ea typeface="Fira Sans"/>
              <a:cs typeface="Fira Sans"/>
              <a:sym typeface="Fira Sans"/>
            </a:endParaRPr>
          </a:p>
          <a:p>
            <a:pPr indent="0" lvl="0" marL="0" rtl="0" algn="l">
              <a:spcBef>
                <a:spcPts val="0"/>
              </a:spcBef>
              <a:spcAft>
                <a:spcPts val="0"/>
              </a:spcAft>
              <a:buNone/>
            </a:pPr>
            <a:r>
              <a:rPr lang="en" sz="1100">
                <a:solidFill>
                  <a:schemeClr val="dk1"/>
                </a:solidFill>
                <a:latin typeface="Fira Sans"/>
                <a:ea typeface="Fira Sans"/>
                <a:cs typeface="Fira Sans"/>
                <a:sym typeface="Fira Sans"/>
              </a:rPr>
              <a:t> [0.      0.      0.      0.      0.      0.      0.5     0.      0.      0.5     0.      0.    ]</a:t>
            </a:r>
            <a:endParaRPr sz="1100">
              <a:solidFill>
                <a:schemeClr val="dk1"/>
              </a:solidFill>
              <a:latin typeface="Fira Sans"/>
              <a:ea typeface="Fira Sans"/>
              <a:cs typeface="Fira Sans"/>
              <a:sym typeface="Fira Sans"/>
            </a:endParaRPr>
          </a:p>
          <a:p>
            <a:pPr indent="0" lvl="0" marL="0" rtl="0" algn="l">
              <a:spcBef>
                <a:spcPts val="0"/>
              </a:spcBef>
              <a:spcAft>
                <a:spcPts val="0"/>
              </a:spcAft>
              <a:buNone/>
            </a:pPr>
            <a:r>
              <a:rPr lang="en" sz="1100">
                <a:solidFill>
                  <a:schemeClr val="dk1"/>
                </a:solidFill>
                <a:latin typeface="Fira Sans"/>
                <a:ea typeface="Fira Sans"/>
                <a:cs typeface="Fira Sans"/>
                <a:sym typeface="Fira Sans"/>
              </a:rPr>
              <a:t> [0.      0.      0.      0.5     0.      0.      0.      0.      0.      0.      0.5     0.    ]]</a:t>
            </a:r>
            <a:endParaRPr sz="1100">
              <a:solidFill>
                <a:schemeClr val="dk1"/>
              </a:solidFill>
              <a:latin typeface="Fira Sans"/>
              <a:ea typeface="Fira Sans"/>
              <a:cs typeface="Fira Sans"/>
              <a:sym typeface="Fira Sans"/>
            </a:endParaRPr>
          </a:p>
          <a:p>
            <a:pPr indent="0" lvl="0" marL="0" rtl="0" algn="l">
              <a:spcBef>
                <a:spcPts val="0"/>
              </a:spcBef>
              <a:spcAft>
                <a:spcPts val="0"/>
              </a:spcAft>
              <a:buNone/>
            </a:pPr>
            <a:r>
              <a:t/>
            </a:r>
            <a:endParaRPr>
              <a:solidFill>
                <a:schemeClr val="dk1"/>
              </a:solidFill>
              <a:latin typeface="Fira Sans"/>
              <a:ea typeface="Fira Sans"/>
              <a:cs typeface="Fira Sans"/>
              <a:sym typeface="Fira Sans"/>
            </a:endParaRPr>
          </a:p>
        </p:txBody>
      </p:sp>
      <p:sp>
        <p:nvSpPr>
          <p:cNvPr id="4163" name="Google Shape;4163;p45"/>
          <p:cNvSpPr txBox="1"/>
          <p:nvPr/>
        </p:nvSpPr>
        <p:spPr>
          <a:xfrm>
            <a:off x="6480950" y="3180425"/>
            <a:ext cx="2349000" cy="1028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dk1"/>
                </a:solidFill>
                <a:latin typeface="Fira Sans"/>
                <a:ea typeface="Fira Sans"/>
                <a:cs typeface="Fira Sans"/>
                <a:sym typeface="Fira Sans"/>
              </a:rPr>
              <a:t>Row sums</a:t>
            </a:r>
            <a:r>
              <a:rPr lang="en" sz="1200">
                <a:solidFill>
                  <a:schemeClr val="dk1"/>
                </a:solidFill>
                <a:latin typeface="Fira Sans"/>
                <a:ea typeface="Fira Sans"/>
                <a:cs typeface="Fira Sans"/>
                <a:sym typeface="Fira Sans"/>
              </a:rPr>
              <a:t>: </a:t>
            </a:r>
            <a:endParaRPr sz="1200">
              <a:solidFill>
                <a:schemeClr val="dk1"/>
              </a:solidFill>
              <a:latin typeface="Fira Sans"/>
              <a:ea typeface="Fira Sans"/>
              <a:cs typeface="Fira Sans"/>
              <a:sym typeface="Fira Sans"/>
            </a:endParaRPr>
          </a:p>
          <a:p>
            <a:pPr indent="0" lvl="0" marL="0" rtl="0" algn="l">
              <a:spcBef>
                <a:spcPts val="0"/>
              </a:spcBef>
              <a:spcAft>
                <a:spcPts val="0"/>
              </a:spcAft>
              <a:buNone/>
            </a:pPr>
            <a:r>
              <a:rPr lang="en" sz="1200">
                <a:solidFill>
                  <a:schemeClr val="dk1"/>
                </a:solidFill>
                <a:latin typeface="Fira Sans"/>
                <a:ea typeface="Fira Sans"/>
                <a:cs typeface="Fira Sans"/>
                <a:sym typeface="Fira Sans"/>
              </a:rPr>
              <a:t>[1. 1. 1. 1. 1. 1. 1. 1. 1. 1. 1. 1.]</a:t>
            </a:r>
            <a:endParaRPr sz="1200">
              <a:solidFill>
                <a:schemeClr val="dk1"/>
              </a:solidFill>
              <a:latin typeface="Fira Sans"/>
              <a:ea typeface="Fira Sans"/>
              <a:cs typeface="Fira Sans"/>
              <a:sym typeface="Fira Sans"/>
            </a:endParaRPr>
          </a:p>
          <a:p>
            <a:pPr indent="-190500" lvl="0" marL="228600" rtl="0" algn="l">
              <a:spcBef>
                <a:spcPts val="0"/>
              </a:spcBef>
              <a:spcAft>
                <a:spcPts val="0"/>
              </a:spcAft>
              <a:buClr>
                <a:schemeClr val="dk1"/>
              </a:buClr>
              <a:buSzPts val="1200"/>
              <a:buFont typeface="Fira Sans"/>
              <a:buChar char="●"/>
            </a:pPr>
            <a:r>
              <a:rPr lang="en" sz="1200">
                <a:solidFill>
                  <a:schemeClr val="dk1"/>
                </a:solidFill>
                <a:latin typeface="Fira Sans"/>
                <a:ea typeface="Fira Sans"/>
                <a:cs typeface="Fira Sans"/>
                <a:sym typeface="Fira Sans"/>
              </a:rPr>
              <a:t>Now G is properly stochastic guaranteeing our target eigenvalue exists</a:t>
            </a:r>
            <a:endParaRPr sz="1200">
              <a:solidFill>
                <a:schemeClr val="dk1"/>
              </a:solidFill>
              <a:latin typeface="Fira Sans"/>
              <a:ea typeface="Fira Sans"/>
              <a:cs typeface="Fira Sans"/>
              <a:sym typeface="Fira Sans"/>
            </a:endParaRPr>
          </a:p>
        </p:txBody>
      </p:sp>
      <p:sp>
        <p:nvSpPr>
          <p:cNvPr id="4164" name="Google Shape;4164;p45"/>
          <p:cNvSpPr/>
          <p:nvPr/>
        </p:nvSpPr>
        <p:spPr>
          <a:xfrm rot="10800000">
            <a:off x="6806575" y="4251850"/>
            <a:ext cx="360000" cy="377400"/>
          </a:xfrm>
          <a:prstGeom prst="bentArrow">
            <a:avLst>
              <a:gd fmla="val 25000" name="adj1"/>
              <a:gd fmla="val 25563" name="adj2"/>
              <a:gd fmla="val 25000" name="adj3"/>
              <a:gd fmla="val 43750" name="adj4"/>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8" name="Shape 4168"/>
        <p:cNvGrpSpPr/>
        <p:nvPr/>
      </p:nvGrpSpPr>
      <p:grpSpPr>
        <a:xfrm>
          <a:off x="0" y="0"/>
          <a:ext cx="0" cy="0"/>
          <a:chOff x="0" y="0"/>
          <a:chExt cx="0" cy="0"/>
        </a:xfrm>
      </p:grpSpPr>
      <p:sp>
        <p:nvSpPr>
          <p:cNvPr id="4169" name="Google Shape;4169;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Eigenvalue Decomposition of Fixed G</a:t>
            </a:r>
            <a:endParaRPr/>
          </a:p>
        </p:txBody>
      </p:sp>
      <p:sp>
        <p:nvSpPr>
          <p:cNvPr id="4170" name="Google Shape;4170;p46"/>
          <p:cNvSpPr txBox="1"/>
          <p:nvPr>
            <p:ph idx="1" type="body"/>
          </p:nvPr>
        </p:nvSpPr>
        <p:spPr>
          <a:xfrm>
            <a:off x="720000" y="1165501"/>
            <a:ext cx="7704000" cy="32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Now that G is </a:t>
            </a:r>
            <a:r>
              <a:rPr lang="en" u="sng"/>
              <a:t>stochastic</a:t>
            </a:r>
            <a:r>
              <a:rPr lang="en" u="sng"/>
              <a:t>, we expect</a:t>
            </a:r>
            <a:r>
              <a:rPr lang="en"/>
              <a:t>:</a:t>
            </a:r>
            <a:endParaRPr/>
          </a:p>
          <a:p>
            <a:pPr indent="-317500" lvl="0" marL="457200" rtl="0" algn="l">
              <a:spcBef>
                <a:spcPts val="0"/>
              </a:spcBef>
              <a:spcAft>
                <a:spcPts val="0"/>
              </a:spcAft>
              <a:buSzPts val="1400"/>
              <a:buChar char="●"/>
            </a:pPr>
            <a:r>
              <a:rPr lang="en"/>
              <a:t>𝛌 = 1 </a:t>
            </a:r>
            <a:r>
              <a:rPr lang="en"/>
              <a:t>exactly</a:t>
            </a:r>
            <a:endParaRPr/>
          </a:p>
          <a:p>
            <a:pPr indent="-317500" lvl="0" marL="457200" rtl="0" algn="l">
              <a:spcBef>
                <a:spcPts val="0"/>
              </a:spcBef>
              <a:spcAft>
                <a:spcPts val="0"/>
              </a:spcAft>
              <a:buSzPts val="1400"/>
              <a:buChar char="●"/>
            </a:pPr>
            <a:r>
              <a:rPr lang="en"/>
              <a:t>The corresponding eigenvector has all non-negative entries</a:t>
            </a:r>
            <a:endParaRPr/>
          </a:p>
          <a:p>
            <a:pPr indent="-317500" lvl="0" marL="457200" rtl="0" algn="l">
              <a:spcBef>
                <a:spcPts val="0"/>
              </a:spcBef>
              <a:spcAft>
                <a:spcPts val="0"/>
              </a:spcAft>
              <a:buSzPts val="1400"/>
              <a:buChar char="●"/>
            </a:pPr>
            <a:r>
              <a:rPr lang="en"/>
              <a:t>The eigenvector is unique (up to scaling) if the Markov chain is irreducible</a:t>
            </a:r>
            <a:endParaRPr/>
          </a:p>
          <a:p>
            <a:pPr indent="-317500" lvl="1" marL="914400" rtl="0" algn="l">
              <a:spcBef>
                <a:spcPts val="0"/>
              </a:spcBef>
              <a:spcAft>
                <a:spcPts val="0"/>
              </a:spcAft>
              <a:buSzPts val="1400"/>
              <a:buChar char="○"/>
            </a:pPr>
            <a:r>
              <a:rPr lang="en"/>
              <a:t>This is the core mathematical result that makes PageRank work</a:t>
            </a:r>
            <a:endParaRPr/>
          </a:p>
          <a:p>
            <a:pPr indent="0" lvl="0" marL="0" rtl="0" algn="l">
              <a:spcBef>
                <a:spcPts val="0"/>
              </a:spcBef>
              <a:spcAft>
                <a:spcPts val="0"/>
              </a:spcAft>
              <a:buNone/>
            </a:pPr>
            <a:r>
              <a:rPr lang="en" u="sng"/>
              <a:t>Results</a:t>
            </a:r>
            <a:r>
              <a:rPr lang="en"/>
              <a:t>:</a:t>
            </a:r>
            <a:endParaRPr/>
          </a:p>
          <a:p>
            <a:pPr indent="-317500" lvl="0" marL="457200" rtl="0" algn="l">
              <a:spcBef>
                <a:spcPts val="0"/>
              </a:spcBef>
              <a:spcAft>
                <a:spcPts val="0"/>
              </a:spcAft>
              <a:buSzPts val="1400"/>
              <a:buChar char="●"/>
            </a:pPr>
            <a:r>
              <a:rPr lang="en"/>
              <a:t>Dominant eigenvalue (max of </a:t>
            </a:r>
            <a:r>
              <a:rPr lang="en"/>
              <a:t>𝛌</a:t>
            </a:r>
            <a:r>
              <a:rPr lang="en"/>
              <a:t>): 1.00000000</a:t>
            </a:r>
            <a:endParaRPr/>
          </a:p>
          <a:p>
            <a:pPr indent="-317500" lvl="0" marL="457200" rtl="0" algn="l">
              <a:spcBef>
                <a:spcPts val="0"/>
              </a:spcBef>
              <a:spcAft>
                <a:spcPts val="0"/>
              </a:spcAft>
              <a:buSzPts val="1400"/>
              <a:buChar char="●"/>
            </a:pPr>
            <a:r>
              <a:rPr lang="en"/>
              <a:t>All eigenvalues: </a:t>
            </a:r>
            <a:endParaRPr/>
          </a:p>
          <a:p>
            <a:pPr indent="-317500" lvl="1" marL="914400" rtl="0" algn="l">
              <a:spcBef>
                <a:spcPts val="0"/>
              </a:spcBef>
              <a:spcAft>
                <a:spcPts val="0"/>
              </a:spcAft>
              <a:buSzPts val="1400"/>
              <a:buChar char="○"/>
            </a:pPr>
            <a:r>
              <a:rPr lang="en"/>
              <a:t>1.0000000000000009, 0.6252737850165866, 0.3966543094646131, 0.047061872710150776, 0.047061872710150776, -0.053887583502930866, -0.053887583502930866, -0.21774244358192868, -0.21774244358192868, -0.47949354397940364, -0.47949354397940364, -0.6138046977729784)</a:t>
            </a:r>
            <a:endParaRPr/>
          </a:p>
          <a:p>
            <a:pPr indent="-317500" lvl="0" marL="457200" rtl="0" algn="l">
              <a:spcBef>
                <a:spcPts val="0"/>
              </a:spcBef>
              <a:spcAft>
                <a:spcPts val="0"/>
              </a:spcAft>
              <a:buSzPts val="1400"/>
              <a:buChar char="●"/>
            </a:pPr>
            <a:r>
              <a:rPr lang="en"/>
              <a:t>sum(π) after normalization:  1.00000000 </a:t>
            </a:r>
            <a:endParaRPr/>
          </a:p>
          <a:p>
            <a:pPr indent="-317500" lvl="0" marL="457200" rtl="0" algn="l">
              <a:spcBef>
                <a:spcPts val="0"/>
              </a:spcBef>
              <a:spcAft>
                <a:spcPts val="0"/>
              </a:spcAft>
              <a:buSzPts val="1400"/>
              <a:buChar char="●"/>
            </a:pPr>
            <a:r>
              <a:rPr lang="en"/>
              <a:t>min(π): 0.01312019 </a:t>
            </a:r>
            <a:endParaRPr/>
          </a:p>
          <a:p>
            <a:pPr indent="-317500" lvl="0" marL="457200" rtl="0" algn="l">
              <a:spcBef>
                <a:spcPts val="0"/>
              </a:spcBef>
              <a:spcAft>
                <a:spcPts val="0"/>
              </a:spcAft>
              <a:buSzPts val="1400"/>
              <a:buChar char="●"/>
            </a:pPr>
            <a:r>
              <a:rPr lang="en"/>
              <a:t>✓ </a:t>
            </a:r>
            <a:r>
              <a:rPr lang="en"/>
              <a:t>𝛌 </a:t>
            </a:r>
            <a:r>
              <a:rPr lang="en"/>
              <a:t>max = 1.0</a:t>
            </a:r>
            <a:endParaRPr/>
          </a:p>
          <a:p>
            <a:pPr indent="-317500" lvl="0" marL="457200" rtl="0" algn="l">
              <a:spcBef>
                <a:spcPts val="0"/>
              </a:spcBef>
              <a:spcAft>
                <a:spcPts val="0"/>
              </a:spcAft>
              <a:buSzPts val="1400"/>
              <a:buChar char="●"/>
            </a:pPr>
            <a:r>
              <a:rPr lang="en"/>
              <a:t>✓ All entries non-negative: True</a:t>
            </a:r>
            <a:endParaRPr/>
          </a:p>
          <a:p>
            <a:pPr indent="0" lvl="0" marL="457200" rtl="0" algn="l">
              <a:spcBef>
                <a:spcPts val="0"/>
              </a:spcBef>
              <a:spcAft>
                <a:spcPts val="0"/>
              </a:spcAft>
              <a:buNone/>
            </a:pPr>
            <a:r>
              <a:t/>
            </a:r>
            <a:endParaRPr/>
          </a:p>
        </p:txBody>
      </p:sp>
      <p:sp>
        <p:nvSpPr>
          <p:cNvPr id="4171" name="Google Shape;4171;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5" name="Shape 4175"/>
        <p:cNvGrpSpPr/>
        <p:nvPr/>
      </p:nvGrpSpPr>
      <p:grpSpPr>
        <a:xfrm>
          <a:off x="0" y="0"/>
          <a:ext cx="0" cy="0"/>
          <a:chOff x="0" y="0"/>
          <a:chExt cx="0" cy="0"/>
        </a:xfrm>
      </p:grpSpPr>
      <p:sp>
        <p:nvSpPr>
          <p:cNvPr id="4176" name="Google Shape;4176;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Normalization</a:t>
            </a:r>
            <a:endParaRPr/>
          </a:p>
        </p:txBody>
      </p:sp>
      <p:sp>
        <p:nvSpPr>
          <p:cNvPr id="4177" name="Google Shape;4177;p47"/>
          <p:cNvSpPr txBox="1"/>
          <p:nvPr>
            <p:ph idx="1" type="body"/>
          </p:nvPr>
        </p:nvSpPr>
        <p:spPr>
          <a:xfrm>
            <a:off x="720000" y="1165496"/>
            <a:ext cx="7704000" cy="25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Why do we normalize?</a:t>
            </a:r>
            <a:endParaRPr u="sng"/>
          </a:p>
          <a:p>
            <a:pPr indent="-317500" lvl="0" marL="457200" rtl="0" algn="l">
              <a:spcBef>
                <a:spcPts val="0"/>
              </a:spcBef>
              <a:spcAft>
                <a:spcPts val="0"/>
              </a:spcAft>
              <a:buSzPts val="1400"/>
              <a:buChar char="●"/>
            </a:pPr>
            <a:r>
              <a:rPr lang="en"/>
              <a:t>E</a:t>
            </a:r>
            <a:r>
              <a:rPr lang="en"/>
              <a:t>igenvectors represent a direction → any scalar multiple is also a valid eigenvector</a:t>
            </a:r>
            <a:endParaRPr/>
          </a:p>
          <a:p>
            <a:pPr indent="-317500" lvl="0" marL="457200" rtl="0" algn="l">
              <a:spcBef>
                <a:spcPts val="0"/>
              </a:spcBef>
              <a:spcAft>
                <a:spcPts val="0"/>
              </a:spcAft>
              <a:buSzPts val="1400"/>
              <a:buChar char="●"/>
            </a:pPr>
            <a:r>
              <a:rPr lang="en"/>
              <a:t>We force the ||π||</a:t>
            </a:r>
            <a:r>
              <a:rPr baseline="-25000" lang="en"/>
              <a:t>1</a:t>
            </a:r>
            <a:r>
              <a:rPr lang="en"/>
              <a:t> norm to equal 1 so the entries of π represent a true probability distribution (the percentage of time a random surfer spends on each page)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t>How was this done?</a:t>
            </a:r>
            <a:endParaRPr u="sng"/>
          </a:p>
          <a:p>
            <a:pPr indent="-317500" lvl="0" marL="457200" rtl="0" algn="l">
              <a:spcBef>
                <a:spcPts val="0"/>
              </a:spcBef>
              <a:spcAft>
                <a:spcPts val="0"/>
              </a:spcAft>
              <a:buSzPts val="1400"/>
              <a:buChar char="●"/>
            </a:pPr>
            <a:r>
              <a:rPr lang="en"/>
              <a:t>The eigenvector is already normalized in the pagerank computation function (we divide by the sum of π)</a:t>
            </a:r>
            <a:endParaRPr/>
          </a:p>
          <a:p>
            <a:pPr indent="-317500" lvl="0" marL="457200" rtl="0" algn="l">
              <a:spcBef>
                <a:spcPts val="0"/>
              </a:spcBef>
              <a:spcAft>
                <a:spcPts val="0"/>
              </a:spcAft>
              <a:buSzPts val="1400"/>
              <a:buChar char="●"/>
            </a:pPr>
            <a:r>
              <a:rPr lang="en"/>
              <a:t>This ensures that </a:t>
            </a:r>
            <a:r>
              <a:rPr lang="en"/>
              <a:t>||π||</a:t>
            </a:r>
            <a:r>
              <a:rPr baseline="-25000" lang="en"/>
              <a:t>1</a:t>
            </a:r>
            <a:r>
              <a:rPr lang="en"/>
              <a:t> = ∑</a:t>
            </a:r>
            <a:r>
              <a:rPr baseline="-25000" lang="en"/>
              <a:t>i</a:t>
            </a:r>
            <a:r>
              <a:rPr lang="en"/>
              <a:t>π</a:t>
            </a:r>
            <a:r>
              <a:rPr baseline="-25000" lang="en"/>
              <a:t>i</a:t>
            </a:r>
            <a:r>
              <a:rPr lang="en"/>
              <a:t> = 1 which makes π a valid probability distribution</a:t>
            </a:r>
            <a:endParaRPr/>
          </a:p>
        </p:txBody>
      </p:sp>
      <p:sp>
        <p:nvSpPr>
          <p:cNvPr id="4178" name="Google Shape;4178;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2" name="Shape 4182"/>
        <p:cNvGrpSpPr/>
        <p:nvPr/>
      </p:nvGrpSpPr>
      <p:grpSpPr>
        <a:xfrm>
          <a:off x="0" y="0"/>
          <a:ext cx="0" cy="0"/>
          <a:chOff x="0" y="0"/>
          <a:chExt cx="0" cy="0"/>
        </a:xfrm>
      </p:grpSpPr>
      <p:sp>
        <p:nvSpPr>
          <p:cNvPr id="4183" name="Google Shape;4183;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Rank Pages from Eigen Decomp</a:t>
            </a:r>
            <a:endParaRPr/>
          </a:p>
        </p:txBody>
      </p:sp>
      <p:sp>
        <p:nvSpPr>
          <p:cNvPr id="4184" name="Google Shape;4184;p48"/>
          <p:cNvSpPr txBox="1"/>
          <p:nvPr>
            <p:ph idx="1" type="body"/>
          </p:nvPr>
        </p:nvSpPr>
        <p:spPr>
          <a:xfrm>
            <a:off x="720000" y="1165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rank the entries of </a:t>
            </a:r>
            <a:r>
              <a:rPr lang="en"/>
              <a:t>π</a:t>
            </a:r>
            <a:r>
              <a:rPr baseline="-25000" lang="en"/>
              <a:t> </a:t>
            </a:r>
            <a:r>
              <a:rPr lang="en"/>
              <a:t>in </a:t>
            </a:r>
            <a:r>
              <a:rPr b="1" lang="en"/>
              <a:t>descending</a:t>
            </a:r>
            <a:r>
              <a:rPr lang="en"/>
              <a:t> order (largest to smallest). The page with the </a:t>
            </a:r>
            <a:r>
              <a:rPr b="1" lang="en"/>
              <a:t>highest π</a:t>
            </a:r>
            <a:r>
              <a:rPr b="1" baseline="-25000" lang="en"/>
              <a:t>i</a:t>
            </a:r>
            <a:r>
              <a:rPr lang="en"/>
              <a:t>  is the </a:t>
            </a:r>
            <a:r>
              <a:rPr b="1" lang="en"/>
              <a:t>most important</a:t>
            </a:r>
            <a:r>
              <a:rPr lang="en"/>
              <a:t> page in the </a:t>
            </a:r>
            <a:r>
              <a:rPr lang="en"/>
              <a:t>network</a:t>
            </a:r>
            <a:r>
              <a:rPr lang="en"/>
              <a:t>. Here is a visualization of the ranking:</a:t>
            </a:r>
            <a:endParaRPr/>
          </a:p>
        </p:txBody>
      </p:sp>
      <p:sp>
        <p:nvSpPr>
          <p:cNvPr id="4185" name="Google Shape;4185;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186" name="Google Shape;4186;p48"/>
          <p:cNvPicPr preferRelativeResize="0"/>
          <p:nvPr/>
        </p:nvPicPr>
        <p:blipFill>
          <a:blip r:embed="rId3">
            <a:alphaModFix/>
          </a:blip>
          <a:stretch>
            <a:fillRect/>
          </a:stretch>
        </p:blipFill>
        <p:spPr>
          <a:xfrm>
            <a:off x="813838" y="1738200"/>
            <a:ext cx="7516324" cy="3321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0" name="Shape 4190"/>
        <p:cNvGrpSpPr/>
        <p:nvPr/>
      </p:nvGrpSpPr>
      <p:grpSpPr>
        <a:xfrm>
          <a:off x="0" y="0"/>
          <a:ext cx="0" cy="0"/>
          <a:chOff x="0" y="0"/>
          <a:chExt cx="0" cy="0"/>
        </a:xfrm>
      </p:grpSpPr>
      <p:sp>
        <p:nvSpPr>
          <p:cNvPr id="4191" name="Google Shape;4191;p49"/>
          <p:cNvSpPr txBox="1"/>
          <p:nvPr>
            <p:ph type="title"/>
          </p:nvPr>
        </p:nvSpPr>
        <p:spPr>
          <a:xfrm>
            <a:off x="3148350" y="2161875"/>
            <a:ext cx="5067600" cy="151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Power Method</a:t>
            </a:r>
            <a:endParaRPr/>
          </a:p>
        </p:txBody>
      </p:sp>
      <p:sp>
        <p:nvSpPr>
          <p:cNvPr id="4192" name="Google Shape;4192;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93" name="Google Shape;4193;p49"/>
          <p:cNvSpPr txBox="1"/>
          <p:nvPr>
            <p:ph idx="2" type="title"/>
          </p:nvPr>
        </p:nvSpPr>
        <p:spPr>
          <a:xfrm>
            <a:off x="6563850" y="1095225"/>
            <a:ext cx="1652100" cy="915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7" name="Shape 4197"/>
        <p:cNvGrpSpPr/>
        <p:nvPr/>
      </p:nvGrpSpPr>
      <p:grpSpPr>
        <a:xfrm>
          <a:off x="0" y="0"/>
          <a:ext cx="0" cy="0"/>
          <a:chOff x="0" y="0"/>
          <a:chExt cx="0" cy="0"/>
        </a:xfrm>
      </p:grpSpPr>
      <p:sp>
        <p:nvSpPr>
          <p:cNvPr id="4198" name="Google Shape;4198;p50"/>
          <p:cNvSpPr txBox="1"/>
          <p:nvPr>
            <p:ph type="title"/>
          </p:nvPr>
        </p:nvSpPr>
        <p:spPr>
          <a:xfrm>
            <a:off x="720000" y="445025"/>
            <a:ext cx="4294800" cy="11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Challenges with Eigenvalue Decomp</a:t>
            </a:r>
            <a:endParaRPr/>
          </a:p>
        </p:txBody>
      </p:sp>
      <p:sp>
        <p:nvSpPr>
          <p:cNvPr id="4199" name="Google Shape;4199;p50"/>
          <p:cNvSpPr txBox="1"/>
          <p:nvPr>
            <p:ph idx="1" type="subTitle"/>
          </p:nvPr>
        </p:nvSpPr>
        <p:spPr>
          <a:xfrm>
            <a:off x="720000" y="1941025"/>
            <a:ext cx="4294800" cy="2298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Eigendecomposition takes O(n</a:t>
            </a:r>
            <a:r>
              <a:rPr baseline="30000" lang="en"/>
              <a:t>3</a:t>
            </a:r>
            <a:r>
              <a:rPr lang="en"/>
              <a:t>) operations</a:t>
            </a:r>
            <a:endParaRPr/>
          </a:p>
          <a:p>
            <a:pPr indent="-330200" lvl="0" marL="685800" rtl="0" algn="l">
              <a:spcBef>
                <a:spcPts val="0"/>
              </a:spcBef>
              <a:spcAft>
                <a:spcPts val="0"/>
              </a:spcAft>
              <a:buSzPts val="1600"/>
              <a:buChar char="●"/>
            </a:pPr>
            <a:r>
              <a:rPr lang="en"/>
              <a:t>This is fine for a 12-node graph</a:t>
            </a:r>
            <a:r>
              <a:rPr lang="en"/>
              <a:t> but even then it’s quite computationally expensive</a:t>
            </a:r>
            <a:endParaRPr/>
          </a:p>
          <a:p>
            <a:pPr indent="-330200" lvl="0" marL="685800" rtl="0" algn="l">
              <a:spcBef>
                <a:spcPts val="0"/>
              </a:spcBef>
              <a:spcAft>
                <a:spcPts val="0"/>
              </a:spcAft>
              <a:buSzPts val="1600"/>
              <a:buChar char="●"/>
            </a:pPr>
            <a:r>
              <a:rPr lang="en"/>
              <a:t>However, for a Google matrix’s n = 3 x 10</a:t>
            </a:r>
            <a:r>
              <a:rPr baseline="30000" lang="en"/>
              <a:t>8</a:t>
            </a:r>
            <a:r>
              <a:rPr lang="en"/>
              <a:t> pages, this is completely impossible </a:t>
            </a:r>
            <a:endParaRPr/>
          </a:p>
          <a:p>
            <a:pPr indent="-330200" lvl="0" marL="457200" rtl="0" algn="l">
              <a:spcBef>
                <a:spcPts val="0"/>
              </a:spcBef>
              <a:spcAft>
                <a:spcPts val="0"/>
              </a:spcAft>
              <a:buSzPts val="1600"/>
              <a:buChar char="●"/>
            </a:pPr>
            <a:r>
              <a:rPr lang="en"/>
              <a:t>How do we fix this?</a:t>
            </a:r>
            <a:endParaRPr/>
          </a:p>
          <a:p>
            <a:pPr indent="0" lvl="0" marL="457200" rtl="0" algn="l">
              <a:spcBef>
                <a:spcPts val="0"/>
              </a:spcBef>
              <a:spcAft>
                <a:spcPts val="0"/>
              </a:spcAft>
              <a:buNone/>
            </a:pPr>
            <a:r>
              <a:rPr lang="en"/>
              <a:t>→ The power method!!!</a:t>
            </a:r>
            <a:endParaRPr/>
          </a:p>
        </p:txBody>
      </p:sp>
      <p:sp>
        <p:nvSpPr>
          <p:cNvPr id="4200" name="Google Shape;4200;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4" name="Shape 4204"/>
        <p:cNvGrpSpPr/>
        <p:nvPr/>
      </p:nvGrpSpPr>
      <p:grpSpPr>
        <a:xfrm>
          <a:off x="0" y="0"/>
          <a:ext cx="0" cy="0"/>
          <a:chOff x="0" y="0"/>
          <a:chExt cx="0" cy="0"/>
        </a:xfrm>
      </p:grpSpPr>
      <p:sp>
        <p:nvSpPr>
          <p:cNvPr id="4205" name="Google Shape;4205;p51"/>
          <p:cNvSpPr txBox="1"/>
          <p:nvPr>
            <p:ph type="title"/>
          </p:nvPr>
        </p:nvSpPr>
        <p:spPr>
          <a:xfrm>
            <a:off x="720000" y="445025"/>
            <a:ext cx="4294800" cy="67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Power Method</a:t>
            </a:r>
            <a:endParaRPr/>
          </a:p>
        </p:txBody>
      </p:sp>
      <p:sp>
        <p:nvSpPr>
          <p:cNvPr id="4206" name="Google Shape;4206;p51"/>
          <p:cNvSpPr/>
          <p:nvPr/>
        </p:nvSpPr>
        <p:spPr>
          <a:xfrm>
            <a:off x="6626525" y="4054800"/>
            <a:ext cx="942900" cy="79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ra Sans"/>
              <a:ea typeface="Fira Sans"/>
              <a:cs typeface="Fira Sans"/>
              <a:sym typeface="Fira Sans"/>
            </a:endParaRPr>
          </a:p>
        </p:txBody>
      </p:sp>
      <p:sp>
        <p:nvSpPr>
          <p:cNvPr id="4207" name="Google Shape;4207;p51"/>
          <p:cNvSpPr txBox="1"/>
          <p:nvPr>
            <p:ph idx="1" type="subTitle"/>
          </p:nvPr>
        </p:nvSpPr>
        <p:spPr>
          <a:xfrm>
            <a:off x="720000" y="1229500"/>
            <a:ext cx="7269600" cy="374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What is it?</a:t>
            </a:r>
            <a:r>
              <a:rPr lang="en"/>
              <a:t> → An iterative process used to find the “dominant” eigenvector of a matrix (the one associated with the largest eigenvalue of the matrix)</a:t>
            </a:r>
            <a:endParaRPr/>
          </a:p>
          <a:p>
            <a:pPr indent="0" lvl="0" marL="0" rtl="0" algn="l">
              <a:spcBef>
                <a:spcPts val="0"/>
              </a:spcBef>
              <a:spcAft>
                <a:spcPts val="0"/>
              </a:spcAft>
              <a:buNone/>
            </a:pPr>
            <a:r>
              <a:rPr lang="en" u="sng"/>
              <a:t>How does it work?</a:t>
            </a:r>
            <a:r>
              <a:rPr lang="en"/>
              <a:t> → Using a random starting vector π</a:t>
            </a:r>
            <a:r>
              <a:rPr baseline="-25000" lang="en"/>
              <a:t>0</a:t>
            </a:r>
            <a:r>
              <a:rPr baseline="30000" lang="en"/>
              <a:t>T</a:t>
            </a:r>
            <a:r>
              <a:rPr lang="en"/>
              <a:t>, multiply by matrix A, normalize the result, and repeat the process (p</a:t>
            </a:r>
            <a:r>
              <a:rPr baseline="30000" lang="en"/>
              <a:t>(k+1)</a:t>
            </a:r>
            <a:r>
              <a:rPr lang="en"/>
              <a:t> = Gp</a:t>
            </a:r>
            <a:r>
              <a:rPr baseline="30000" lang="en"/>
              <a:t>(k)</a:t>
            </a:r>
            <a:r>
              <a:rPr lang="en"/>
              <a:t>)</a:t>
            </a:r>
            <a:endParaRPr/>
          </a:p>
          <a:p>
            <a:pPr indent="0" lvl="0" marL="0" rtl="0" algn="l">
              <a:spcBef>
                <a:spcPts val="0"/>
              </a:spcBef>
              <a:spcAft>
                <a:spcPts val="0"/>
              </a:spcAft>
              <a:buNone/>
            </a:pPr>
            <a:r>
              <a:rPr lang="en" u="sng"/>
              <a:t>Why does this process pick up the dominant eigenvector?</a:t>
            </a:r>
            <a:endParaRPr u="sng"/>
          </a:p>
          <a:p>
            <a:pPr indent="-330200" lvl="0" marL="457200" rtl="0" algn="l">
              <a:spcBef>
                <a:spcPts val="0"/>
              </a:spcBef>
              <a:spcAft>
                <a:spcPts val="0"/>
              </a:spcAft>
              <a:buSzPts val="1600"/>
              <a:buChar char="●"/>
            </a:pPr>
            <a:r>
              <a:rPr lang="en"/>
              <a:t>Any random starting vector is a combination of the all the matrix’s true eigenvectors</a:t>
            </a:r>
            <a:endParaRPr/>
          </a:p>
          <a:p>
            <a:pPr indent="-330200" lvl="0" marL="914400" rtl="0" algn="l">
              <a:spcBef>
                <a:spcPts val="0"/>
              </a:spcBef>
              <a:spcAft>
                <a:spcPts val="0"/>
              </a:spcAft>
              <a:buSzPts val="1600"/>
              <a:buChar char="●"/>
            </a:pPr>
            <a:r>
              <a:rPr lang="en"/>
              <a:t>When the matrix is repeatedly multiplied k times, each eigenvector component is multiplied by its respective eigenvalue to the k</a:t>
            </a:r>
            <a:r>
              <a:rPr baseline="30000" lang="en"/>
              <a:t>th</a:t>
            </a:r>
            <a:r>
              <a:rPr lang="en"/>
              <a:t> power</a:t>
            </a:r>
            <a:endParaRPr/>
          </a:p>
          <a:p>
            <a:pPr indent="-330200" lvl="0" marL="914400" rtl="0" algn="l">
              <a:spcBef>
                <a:spcPts val="0"/>
              </a:spcBef>
              <a:spcAft>
                <a:spcPts val="0"/>
              </a:spcAft>
              <a:buSzPts val="1600"/>
              <a:buChar char="●"/>
            </a:pPr>
            <a:r>
              <a:rPr lang="en"/>
              <a:t>If 𝛌</a:t>
            </a:r>
            <a:r>
              <a:rPr baseline="-25000" lang="en"/>
              <a:t>1</a:t>
            </a:r>
            <a:r>
              <a:rPr lang="en"/>
              <a:t> is the largest eigenvalue, then the term 𝛌</a:t>
            </a:r>
            <a:r>
              <a:rPr baseline="-25000" lang="en"/>
              <a:t>1</a:t>
            </a:r>
            <a:r>
              <a:rPr baseline="30000" lang="en"/>
              <a:t>k</a:t>
            </a:r>
            <a:r>
              <a:rPr lang="en"/>
              <a:t> grows exponentially faster than all the other 𝛌</a:t>
            </a:r>
            <a:r>
              <a:rPr baseline="30000" lang="en"/>
              <a:t>k</a:t>
            </a:r>
            <a:r>
              <a:rPr lang="en"/>
              <a:t> terms</a:t>
            </a:r>
            <a:endParaRPr/>
          </a:p>
          <a:p>
            <a:pPr indent="-330200" lvl="0" marL="914400" rtl="0" algn="l">
              <a:spcBef>
                <a:spcPts val="0"/>
              </a:spcBef>
              <a:spcAft>
                <a:spcPts val="0"/>
              </a:spcAft>
              <a:buSzPts val="1600"/>
              <a:buChar char="●"/>
            </a:pPr>
            <a:r>
              <a:rPr lang="en"/>
              <a:t>As k gets larger, the x</a:t>
            </a:r>
            <a:r>
              <a:rPr baseline="-25000" lang="en"/>
              <a:t>1</a:t>
            </a:r>
            <a:r>
              <a:rPr lang="en"/>
              <a:t> component completely overpowers the others basically filtering out all the other components except the dominant eigenvector</a:t>
            </a:r>
            <a:endParaRPr/>
          </a:p>
        </p:txBody>
      </p:sp>
      <p:sp>
        <p:nvSpPr>
          <p:cNvPr id="4208" name="Google Shape;4208;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2" name="Shape 4212"/>
        <p:cNvGrpSpPr/>
        <p:nvPr/>
      </p:nvGrpSpPr>
      <p:grpSpPr>
        <a:xfrm>
          <a:off x="0" y="0"/>
          <a:ext cx="0" cy="0"/>
          <a:chOff x="0" y="0"/>
          <a:chExt cx="0" cy="0"/>
        </a:xfrm>
      </p:grpSpPr>
      <p:sp>
        <p:nvSpPr>
          <p:cNvPr id="4213" name="Google Shape;4213;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Power Method (cont.)</a:t>
            </a:r>
            <a:endParaRPr/>
          </a:p>
        </p:txBody>
      </p:sp>
      <p:sp>
        <p:nvSpPr>
          <p:cNvPr id="4214" name="Google Shape;4214;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15" name="Google Shape;4215;p52"/>
          <p:cNvSpPr txBox="1"/>
          <p:nvPr>
            <p:ph idx="1" type="body"/>
          </p:nvPr>
        </p:nvSpPr>
        <p:spPr>
          <a:xfrm>
            <a:off x="720000" y="1165500"/>
            <a:ext cx="7704000" cy="31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General Iterative Process:</a:t>
            </a:r>
            <a:endParaRPr u="sng"/>
          </a:p>
          <a:p>
            <a:pPr indent="0" lvl="0" marL="0" rtl="0" algn="l">
              <a:spcBef>
                <a:spcPts val="0"/>
              </a:spcBef>
              <a:spcAft>
                <a:spcPts val="0"/>
              </a:spcAft>
              <a:buNone/>
            </a:pPr>
            <a:r>
              <a:rPr lang="en"/>
              <a:t>The update rule: </a:t>
            </a:r>
            <a:r>
              <a:rPr lang="en"/>
              <a:t>π</a:t>
            </a:r>
            <a:r>
              <a:rPr baseline="-25000" lang="en"/>
              <a:t>j</a:t>
            </a:r>
            <a:r>
              <a:rPr baseline="30000" lang="en"/>
              <a:t>T</a:t>
            </a:r>
            <a:r>
              <a:rPr lang="en"/>
              <a:t> = π</a:t>
            </a:r>
            <a:r>
              <a:rPr baseline="-25000" lang="en"/>
              <a:t>j-1</a:t>
            </a:r>
            <a:r>
              <a:rPr baseline="30000" lang="en"/>
              <a:t>T</a:t>
            </a:r>
            <a:r>
              <a:rPr lang="en"/>
              <a:t> ᐧ G  then normalize π</a:t>
            </a:r>
            <a:r>
              <a:rPr baseline="-25000" lang="en"/>
              <a:t>j</a:t>
            </a:r>
            <a:r>
              <a:rPr lang="en"/>
              <a:t> = π</a:t>
            </a:r>
            <a:r>
              <a:rPr baseline="-25000" lang="en"/>
              <a:t>j</a:t>
            </a:r>
            <a:r>
              <a:rPr lang="en"/>
              <a:t> / ||π</a:t>
            </a:r>
            <a:r>
              <a:rPr baseline="-25000" lang="en"/>
              <a:t>j</a:t>
            </a:r>
            <a:r>
              <a:rPr lang="en"/>
              <a:t>||</a:t>
            </a:r>
            <a:r>
              <a:rPr baseline="-25000" lang="en"/>
              <a:t>1</a:t>
            </a:r>
            <a:endParaRPr/>
          </a:p>
          <a:p>
            <a:pPr indent="-317500" lvl="0" marL="457200" rtl="0" algn="l">
              <a:spcBef>
                <a:spcPts val="0"/>
              </a:spcBef>
              <a:spcAft>
                <a:spcPts val="0"/>
              </a:spcAft>
              <a:buSzPts val="1400"/>
              <a:buChar char="●"/>
            </a:pPr>
            <a:r>
              <a:rPr lang="en"/>
              <a:t>Start at π</a:t>
            </a:r>
            <a:r>
              <a:rPr baseline="-25000" lang="en"/>
              <a:t>0</a:t>
            </a:r>
            <a:r>
              <a:rPr lang="en"/>
              <a:t> = 1/n ᐧ 1</a:t>
            </a:r>
            <a:r>
              <a:rPr baseline="-25000" lang="en"/>
              <a:t>n</a:t>
            </a:r>
            <a:r>
              <a:rPr lang="en"/>
              <a:t> (every page is equally likely)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stopping rule: stop when ||π</a:t>
            </a:r>
            <a:r>
              <a:rPr baseline="-25000" lang="en"/>
              <a:t>j</a:t>
            </a:r>
            <a:r>
              <a:rPr lang="en"/>
              <a:t> - π</a:t>
            </a:r>
            <a:r>
              <a:rPr baseline="-25000" lang="en"/>
              <a:t>j-1</a:t>
            </a:r>
            <a:r>
              <a:rPr lang="en"/>
              <a:t>||</a:t>
            </a:r>
            <a:r>
              <a:rPr baseline="-25000" lang="en"/>
              <a:t>1</a:t>
            </a:r>
            <a:r>
              <a:rPr lang="en"/>
              <a:t> ≤ ε</a:t>
            </a:r>
            <a:endParaRPr/>
          </a:p>
          <a:p>
            <a:pPr indent="-317500" lvl="0" marL="457200" rtl="0" algn="l">
              <a:spcBef>
                <a:spcPts val="0"/>
              </a:spcBef>
              <a:spcAft>
                <a:spcPts val="0"/>
              </a:spcAft>
              <a:buSzPts val="1400"/>
              <a:buChar char="●"/>
            </a:pPr>
            <a:r>
              <a:rPr lang="en"/>
              <a:t>For some tolerance ε</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works because the Power Method is iterative:</a:t>
            </a:r>
            <a:endParaRPr/>
          </a:p>
          <a:p>
            <a:pPr indent="0" lvl="0" marL="457200" rtl="0" algn="l">
              <a:spcBef>
                <a:spcPts val="0"/>
              </a:spcBef>
              <a:spcAft>
                <a:spcPts val="0"/>
              </a:spcAft>
              <a:buNone/>
            </a:pPr>
            <a:r>
              <a:rPr lang="en"/>
              <a:t>→ it only ever computes matrix-vector products which are cheap and can exploit sparsity</a:t>
            </a:r>
            <a:endParaRPr/>
          </a:p>
          <a:p>
            <a:pPr indent="0" lvl="0" marL="457200" rtl="0" algn="l">
              <a:spcBef>
                <a:spcPts val="0"/>
              </a:spcBef>
              <a:spcAft>
                <a:spcPts val="0"/>
              </a:spcAft>
              <a:buNone/>
            </a:pPr>
            <a:r>
              <a:rPr lang="en"/>
              <a:t>→ when we repeatedly multiply a vector by the matrix, the components associated with smaller eigenvalues decay toward zero, isolating the dominant eigenvector</a:t>
            </a:r>
            <a:endParaRPr/>
          </a:p>
          <a:p>
            <a:pPr indent="0" lvl="0" marL="45720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9" name="Shape 4219"/>
        <p:cNvGrpSpPr/>
        <p:nvPr/>
      </p:nvGrpSpPr>
      <p:grpSpPr>
        <a:xfrm>
          <a:off x="0" y="0"/>
          <a:ext cx="0" cy="0"/>
          <a:chOff x="0" y="0"/>
          <a:chExt cx="0" cy="0"/>
        </a:xfrm>
      </p:grpSpPr>
      <p:sp>
        <p:nvSpPr>
          <p:cNvPr id="4220" name="Google Shape;4220;p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Power Method for fixed G</a:t>
            </a:r>
            <a:endParaRPr/>
          </a:p>
        </p:txBody>
      </p:sp>
      <p:sp>
        <p:nvSpPr>
          <p:cNvPr id="4221" name="Google Shape;4221;p53"/>
          <p:cNvSpPr txBox="1"/>
          <p:nvPr>
            <p:ph idx="1" type="body"/>
          </p:nvPr>
        </p:nvSpPr>
        <p:spPr>
          <a:xfrm>
            <a:off x="720000" y="1165501"/>
            <a:ext cx="7704000" cy="32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this project, we set ε = 1e-10 and the </a:t>
            </a:r>
            <a:r>
              <a:rPr lang="en"/>
              <a:t>power</a:t>
            </a:r>
            <a:r>
              <a:rPr lang="en"/>
              <a:t> method converged after 89 </a:t>
            </a:r>
            <a:r>
              <a:rPr lang="en"/>
              <a:t>iterations</a:t>
            </a:r>
            <a:r>
              <a:rPr lang="en"/>
              <a:t>. </a:t>
            </a:r>
            <a:endParaRPr/>
          </a:p>
        </p:txBody>
      </p:sp>
      <p:sp>
        <p:nvSpPr>
          <p:cNvPr id="4222" name="Google Shape;4222;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223" name="Google Shape;4223;p53"/>
          <p:cNvPicPr preferRelativeResize="0"/>
          <p:nvPr/>
        </p:nvPicPr>
        <p:blipFill>
          <a:blip r:embed="rId3">
            <a:alphaModFix/>
          </a:blip>
          <a:stretch>
            <a:fillRect/>
          </a:stretch>
        </p:blipFill>
        <p:spPr>
          <a:xfrm>
            <a:off x="1148888" y="1531526"/>
            <a:ext cx="6846214" cy="3343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7" name="Shape 4227"/>
        <p:cNvGrpSpPr/>
        <p:nvPr/>
      </p:nvGrpSpPr>
      <p:grpSpPr>
        <a:xfrm>
          <a:off x="0" y="0"/>
          <a:ext cx="0" cy="0"/>
          <a:chOff x="0" y="0"/>
          <a:chExt cx="0" cy="0"/>
        </a:xfrm>
      </p:grpSpPr>
      <p:sp>
        <p:nvSpPr>
          <p:cNvPr id="4228" name="Google Shape;4228;p54"/>
          <p:cNvSpPr txBox="1"/>
          <p:nvPr>
            <p:ph type="title"/>
          </p:nvPr>
        </p:nvSpPr>
        <p:spPr>
          <a:xfrm>
            <a:off x="360000" y="436450"/>
            <a:ext cx="842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EigenDecomposition</a:t>
            </a:r>
            <a:r>
              <a:rPr lang="en"/>
              <a:t> Vs. Power Method</a:t>
            </a:r>
            <a:endParaRPr/>
          </a:p>
        </p:txBody>
      </p:sp>
      <p:sp>
        <p:nvSpPr>
          <p:cNvPr id="4229" name="Google Shape;4229;p54"/>
          <p:cNvSpPr txBox="1"/>
          <p:nvPr>
            <p:ph idx="1" type="subTitle"/>
          </p:nvPr>
        </p:nvSpPr>
        <p:spPr>
          <a:xfrm>
            <a:off x="5501025" y="1788575"/>
            <a:ext cx="2799600" cy="1797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Iterative approximation</a:t>
            </a:r>
            <a:endParaRPr/>
          </a:p>
          <a:p>
            <a:pPr indent="-317500" lvl="0" marL="457200" rtl="0" algn="l">
              <a:spcBef>
                <a:spcPts val="0"/>
              </a:spcBef>
              <a:spcAft>
                <a:spcPts val="0"/>
              </a:spcAft>
              <a:buSzPts val="1400"/>
              <a:buChar char="●"/>
            </a:pPr>
            <a:r>
              <a:rPr lang="en"/>
              <a:t>Does not solve everything at once</a:t>
            </a:r>
            <a:endParaRPr/>
          </a:p>
          <a:p>
            <a:pPr indent="-317500" lvl="0" marL="457200" rtl="0" algn="l">
              <a:spcBef>
                <a:spcPts val="0"/>
              </a:spcBef>
              <a:spcAft>
                <a:spcPts val="0"/>
              </a:spcAft>
              <a:buSzPts val="1400"/>
              <a:buChar char="●"/>
            </a:pPr>
            <a:r>
              <a:rPr lang="en"/>
              <a:t>Uses brute-force repeated multiplication to isolate single most important vector</a:t>
            </a:r>
            <a:endParaRPr/>
          </a:p>
        </p:txBody>
      </p:sp>
      <p:sp>
        <p:nvSpPr>
          <p:cNvPr id="4230" name="Google Shape;4230;p54"/>
          <p:cNvSpPr txBox="1"/>
          <p:nvPr>
            <p:ph idx="2" type="subTitle"/>
          </p:nvPr>
        </p:nvSpPr>
        <p:spPr>
          <a:xfrm>
            <a:off x="1310275" y="1725675"/>
            <a:ext cx="2958900" cy="1797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Direct mathematical factorization</a:t>
            </a:r>
            <a:endParaRPr/>
          </a:p>
          <a:p>
            <a:pPr indent="-317500" lvl="0" marL="457200" rtl="0" algn="l">
              <a:spcBef>
                <a:spcPts val="0"/>
              </a:spcBef>
              <a:spcAft>
                <a:spcPts val="0"/>
              </a:spcAft>
              <a:buSzPts val="1400"/>
              <a:buChar char="●"/>
            </a:pPr>
            <a:r>
              <a:rPr lang="en"/>
              <a:t>Breaks a matrix down to reveal all eigenvectors and eigenvalues simultaneously</a:t>
            </a:r>
            <a:endParaRPr/>
          </a:p>
          <a:p>
            <a:pPr indent="-317500" lvl="0" marL="457200" rtl="0" algn="l">
              <a:spcBef>
                <a:spcPts val="0"/>
              </a:spcBef>
              <a:spcAft>
                <a:spcPts val="0"/>
              </a:spcAft>
              <a:buSzPts val="1400"/>
              <a:buChar char="●"/>
            </a:pPr>
            <a:r>
              <a:rPr lang="en"/>
              <a:t>Provides exact theoretical structure of matrix</a:t>
            </a:r>
            <a:endParaRPr/>
          </a:p>
        </p:txBody>
      </p:sp>
      <p:sp>
        <p:nvSpPr>
          <p:cNvPr id="4231" name="Google Shape;4231;p54"/>
          <p:cNvSpPr txBox="1"/>
          <p:nvPr>
            <p:ph idx="3" type="subTitle"/>
          </p:nvPr>
        </p:nvSpPr>
        <p:spPr>
          <a:xfrm>
            <a:off x="1469474" y="1229663"/>
            <a:ext cx="2799600" cy="55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Eigenvalue Decomp</a:t>
            </a:r>
            <a:endParaRPr/>
          </a:p>
        </p:txBody>
      </p:sp>
      <p:sp>
        <p:nvSpPr>
          <p:cNvPr id="4232" name="Google Shape;4232;p54"/>
          <p:cNvSpPr txBox="1"/>
          <p:nvPr>
            <p:ph idx="4" type="subTitle"/>
          </p:nvPr>
        </p:nvSpPr>
        <p:spPr>
          <a:xfrm>
            <a:off x="5643153" y="1229663"/>
            <a:ext cx="2799600" cy="55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Power Method</a:t>
            </a:r>
            <a:endParaRPr/>
          </a:p>
        </p:txBody>
      </p:sp>
      <p:grpSp>
        <p:nvGrpSpPr>
          <p:cNvPr id="4233" name="Google Shape;4233;p54"/>
          <p:cNvGrpSpPr/>
          <p:nvPr/>
        </p:nvGrpSpPr>
        <p:grpSpPr>
          <a:xfrm>
            <a:off x="912358" y="1292560"/>
            <a:ext cx="397908" cy="433108"/>
            <a:chOff x="1276331" y="4057110"/>
            <a:chExt cx="340587" cy="370748"/>
          </a:xfrm>
        </p:grpSpPr>
        <p:sp>
          <p:nvSpPr>
            <p:cNvPr id="4234" name="Google Shape;4234;p54"/>
            <p:cNvSpPr/>
            <p:nvPr/>
          </p:nvSpPr>
          <p:spPr>
            <a:xfrm>
              <a:off x="1300432" y="4062897"/>
              <a:ext cx="310699" cy="359912"/>
            </a:xfrm>
            <a:custGeom>
              <a:rect b="b" l="l" r="r" t="t"/>
              <a:pathLst>
                <a:path extrusionOk="0" h="13186" w="11383">
                  <a:moveTo>
                    <a:pt x="1769" y="1"/>
                  </a:moveTo>
                  <a:cubicBezTo>
                    <a:pt x="792" y="1"/>
                    <a:pt x="1" y="792"/>
                    <a:pt x="1" y="1768"/>
                  </a:cubicBezTo>
                  <a:lnTo>
                    <a:pt x="1" y="11418"/>
                  </a:lnTo>
                  <a:cubicBezTo>
                    <a:pt x="1" y="12394"/>
                    <a:pt x="792" y="13186"/>
                    <a:pt x="1769" y="13186"/>
                  </a:cubicBezTo>
                  <a:lnTo>
                    <a:pt x="9612" y="13186"/>
                  </a:lnTo>
                  <a:cubicBezTo>
                    <a:pt x="10588" y="13186"/>
                    <a:pt x="11382" y="12394"/>
                    <a:pt x="11382" y="11418"/>
                  </a:cubicBezTo>
                  <a:lnTo>
                    <a:pt x="11382" y="1768"/>
                  </a:lnTo>
                  <a:cubicBezTo>
                    <a:pt x="11382" y="792"/>
                    <a:pt x="10591" y="1"/>
                    <a:pt x="9614" y="1"/>
                  </a:cubicBezTo>
                  <a:close/>
                </a:path>
              </a:pathLst>
            </a:custGeom>
            <a:solidFill>
              <a:srgbClr val="BBC3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54"/>
            <p:cNvSpPr/>
            <p:nvPr/>
          </p:nvSpPr>
          <p:spPr>
            <a:xfrm>
              <a:off x="1299750" y="4062897"/>
              <a:ext cx="64252" cy="359912"/>
            </a:xfrm>
            <a:custGeom>
              <a:rect b="b" l="l" r="r" t="t"/>
              <a:pathLst>
                <a:path extrusionOk="0" h="13186" w="2354">
                  <a:moveTo>
                    <a:pt x="1798" y="1"/>
                  </a:moveTo>
                  <a:cubicBezTo>
                    <a:pt x="802" y="1"/>
                    <a:pt x="0" y="792"/>
                    <a:pt x="0" y="1768"/>
                  </a:cubicBezTo>
                  <a:lnTo>
                    <a:pt x="0" y="11418"/>
                  </a:lnTo>
                  <a:cubicBezTo>
                    <a:pt x="0" y="12394"/>
                    <a:pt x="790" y="13186"/>
                    <a:pt x="1766" y="13186"/>
                  </a:cubicBezTo>
                  <a:lnTo>
                    <a:pt x="2352" y="13186"/>
                  </a:lnTo>
                  <a:cubicBezTo>
                    <a:pt x="1361" y="13186"/>
                    <a:pt x="556" y="12394"/>
                    <a:pt x="556" y="11418"/>
                  </a:cubicBezTo>
                  <a:lnTo>
                    <a:pt x="556" y="1768"/>
                  </a:lnTo>
                  <a:cubicBezTo>
                    <a:pt x="556" y="792"/>
                    <a:pt x="1363" y="1"/>
                    <a:pt x="2354" y="1"/>
                  </a:cubicBezTo>
                  <a:close/>
                </a:path>
              </a:pathLst>
            </a:custGeom>
            <a:solidFill>
              <a:srgbClr val="BBC3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54"/>
            <p:cNvSpPr/>
            <p:nvPr/>
          </p:nvSpPr>
          <p:spPr>
            <a:xfrm>
              <a:off x="1329338" y="4091857"/>
              <a:ext cx="252834" cy="302046"/>
            </a:xfrm>
            <a:custGeom>
              <a:rect b="b" l="l" r="r" t="t"/>
              <a:pathLst>
                <a:path extrusionOk="0" h="11066" w="9263">
                  <a:moveTo>
                    <a:pt x="1431" y="1"/>
                  </a:moveTo>
                  <a:cubicBezTo>
                    <a:pt x="1431" y="792"/>
                    <a:pt x="788" y="1431"/>
                    <a:pt x="1" y="1431"/>
                  </a:cubicBezTo>
                  <a:lnTo>
                    <a:pt x="1" y="9635"/>
                  </a:lnTo>
                  <a:cubicBezTo>
                    <a:pt x="790" y="9635"/>
                    <a:pt x="1431" y="10278"/>
                    <a:pt x="1431" y="11066"/>
                  </a:cubicBezTo>
                  <a:lnTo>
                    <a:pt x="7834" y="11066"/>
                  </a:lnTo>
                  <a:cubicBezTo>
                    <a:pt x="7834" y="10276"/>
                    <a:pt x="8473" y="9635"/>
                    <a:pt x="9262" y="9635"/>
                  </a:cubicBezTo>
                  <a:lnTo>
                    <a:pt x="9262" y="1431"/>
                  </a:lnTo>
                  <a:cubicBezTo>
                    <a:pt x="8470" y="1431"/>
                    <a:pt x="7832" y="792"/>
                    <a:pt x="7832" y="1"/>
                  </a:cubicBezTo>
                  <a:close/>
                </a:path>
              </a:pathLst>
            </a:custGeom>
            <a:solidFill>
              <a:srgbClr val="EECC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54"/>
            <p:cNvSpPr/>
            <p:nvPr/>
          </p:nvSpPr>
          <p:spPr>
            <a:xfrm>
              <a:off x="1348171" y="4062897"/>
              <a:ext cx="88409" cy="90756"/>
            </a:xfrm>
            <a:custGeom>
              <a:rect b="b" l="l" r="r" t="t"/>
              <a:pathLst>
                <a:path extrusionOk="0" h="3325" w="3239">
                  <a:moveTo>
                    <a:pt x="0" y="1"/>
                  </a:moveTo>
                  <a:lnTo>
                    <a:pt x="0" y="2834"/>
                  </a:lnTo>
                  <a:cubicBezTo>
                    <a:pt x="0" y="3124"/>
                    <a:pt x="236" y="3324"/>
                    <a:pt x="490" y="3324"/>
                  </a:cubicBezTo>
                  <a:cubicBezTo>
                    <a:pt x="583" y="3324"/>
                    <a:pt x="679" y="3297"/>
                    <a:pt x="767" y="3237"/>
                  </a:cubicBezTo>
                  <a:lnTo>
                    <a:pt x="1342" y="2842"/>
                  </a:lnTo>
                  <a:cubicBezTo>
                    <a:pt x="1426" y="2785"/>
                    <a:pt x="1523" y="2756"/>
                    <a:pt x="1619" y="2756"/>
                  </a:cubicBezTo>
                  <a:cubicBezTo>
                    <a:pt x="1716" y="2756"/>
                    <a:pt x="1813" y="2785"/>
                    <a:pt x="1896" y="2842"/>
                  </a:cubicBezTo>
                  <a:lnTo>
                    <a:pt x="2473" y="3237"/>
                  </a:lnTo>
                  <a:cubicBezTo>
                    <a:pt x="2560" y="3297"/>
                    <a:pt x="2655" y="3324"/>
                    <a:pt x="2749" y="3324"/>
                  </a:cubicBezTo>
                  <a:cubicBezTo>
                    <a:pt x="3002" y="3324"/>
                    <a:pt x="3238" y="3124"/>
                    <a:pt x="3237" y="2834"/>
                  </a:cubicBezTo>
                  <a:lnTo>
                    <a:pt x="3237" y="1"/>
                  </a:lnTo>
                  <a:close/>
                </a:path>
              </a:pathLst>
            </a:custGeom>
            <a:solidFill>
              <a:srgbClr val="FFF3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54"/>
            <p:cNvSpPr/>
            <p:nvPr/>
          </p:nvSpPr>
          <p:spPr>
            <a:xfrm>
              <a:off x="1411086" y="4286552"/>
              <a:ext cx="84696" cy="76126"/>
            </a:xfrm>
            <a:custGeom>
              <a:rect b="b" l="l" r="r" t="t"/>
              <a:pathLst>
                <a:path extrusionOk="0" h="2789" w="3103">
                  <a:moveTo>
                    <a:pt x="1931" y="0"/>
                  </a:moveTo>
                  <a:cubicBezTo>
                    <a:pt x="1874" y="0"/>
                    <a:pt x="1821" y="41"/>
                    <a:pt x="1804" y="98"/>
                  </a:cubicBezTo>
                  <a:lnTo>
                    <a:pt x="1439" y="1365"/>
                  </a:lnTo>
                  <a:lnTo>
                    <a:pt x="1322" y="1159"/>
                  </a:lnTo>
                  <a:cubicBezTo>
                    <a:pt x="1297" y="1119"/>
                    <a:pt x="1252" y="1091"/>
                    <a:pt x="1206" y="1091"/>
                  </a:cubicBezTo>
                  <a:lnTo>
                    <a:pt x="422" y="1091"/>
                  </a:lnTo>
                  <a:cubicBezTo>
                    <a:pt x="189" y="1091"/>
                    <a:pt x="0" y="1297"/>
                    <a:pt x="28" y="1535"/>
                  </a:cubicBezTo>
                  <a:cubicBezTo>
                    <a:pt x="49" y="1738"/>
                    <a:pt x="227" y="1887"/>
                    <a:pt x="433" y="1887"/>
                  </a:cubicBezTo>
                  <a:lnTo>
                    <a:pt x="813" y="1887"/>
                  </a:lnTo>
                  <a:lnTo>
                    <a:pt x="1208" y="2585"/>
                  </a:lnTo>
                  <a:cubicBezTo>
                    <a:pt x="1280" y="2713"/>
                    <a:pt x="1414" y="2789"/>
                    <a:pt x="1558" y="2789"/>
                  </a:cubicBezTo>
                  <a:cubicBezTo>
                    <a:pt x="1573" y="2789"/>
                    <a:pt x="1590" y="2789"/>
                    <a:pt x="1602" y="2785"/>
                  </a:cubicBezTo>
                  <a:cubicBezTo>
                    <a:pt x="1764" y="2766"/>
                    <a:pt x="1897" y="2653"/>
                    <a:pt x="1942" y="2498"/>
                  </a:cubicBezTo>
                  <a:lnTo>
                    <a:pt x="2436" y="796"/>
                  </a:lnTo>
                  <a:lnTo>
                    <a:pt x="2683" y="796"/>
                  </a:lnTo>
                  <a:cubicBezTo>
                    <a:pt x="2916" y="796"/>
                    <a:pt x="3103" y="592"/>
                    <a:pt x="3077" y="355"/>
                  </a:cubicBezTo>
                  <a:cubicBezTo>
                    <a:pt x="3056" y="151"/>
                    <a:pt x="2876" y="0"/>
                    <a:pt x="2672" y="0"/>
                  </a:cubicBezTo>
                  <a:close/>
                </a:path>
              </a:pathLst>
            </a:custGeom>
            <a:solidFill>
              <a:srgbClr val="BBC3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54"/>
            <p:cNvSpPr/>
            <p:nvPr/>
          </p:nvSpPr>
          <p:spPr>
            <a:xfrm>
              <a:off x="1281544" y="4110690"/>
              <a:ext cx="18124" cy="80438"/>
            </a:xfrm>
            <a:custGeom>
              <a:rect b="b" l="l" r="r" t="t"/>
              <a:pathLst>
                <a:path extrusionOk="0" h="2947" w="664">
                  <a:moveTo>
                    <a:pt x="629" y="0"/>
                  </a:moveTo>
                  <a:cubicBezTo>
                    <a:pt x="281" y="0"/>
                    <a:pt x="1" y="283"/>
                    <a:pt x="1" y="631"/>
                  </a:cubicBezTo>
                  <a:lnTo>
                    <a:pt x="1" y="2318"/>
                  </a:lnTo>
                  <a:cubicBezTo>
                    <a:pt x="3" y="2664"/>
                    <a:pt x="285" y="2946"/>
                    <a:pt x="629" y="2946"/>
                  </a:cubicBezTo>
                  <a:lnTo>
                    <a:pt x="663" y="2946"/>
                  </a:lnTo>
                  <a:lnTo>
                    <a:pt x="663" y="0"/>
                  </a:lnTo>
                  <a:close/>
                </a:path>
              </a:pathLst>
            </a:custGeom>
            <a:solidFill>
              <a:srgbClr val="FFF3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54"/>
            <p:cNvSpPr/>
            <p:nvPr/>
          </p:nvSpPr>
          <p:spPr>
            <a:xfrm>
              <a:off x="1281544" y="4291711"/>
              <a:ext cx="18233" cy="80411"/>
            </a:xfrm>
            <a:custGeom>
              <a:rect b="b" l="l" r="r" t="t"/>
              <a:pathLst>
                <a:path extrusionOk="0" h="2946" w="668">
                  <a:moveTo>
                    <a:pt x="629" y="0"/>
                  </a:moveTo>
                  <a:cubicBezTo>
                    <a:pt x="281" y="0"/>
                    <a:pt x="1" y="283"/>
                    <a:pt x="1" y="631"/>
                  </a:cubicBezTo>
                  <a:lnTo>
                    <a:pt x="1" y="2318"/>
                  </a:lnTo>
                  <a:cubicBezTo>
                    <a:pt x="3" y="2664"/>
                    <a:pt x="279" y="2946"/>
                    <a:pt x="621" y="2946"/>
                  </a:cubicBezTo>
                  <a:lnTo>
                    <a:pt x="667" y="2946"/>
                  </a:lnTo>
                  <a:lnTo>
                    <a:pt x="667" y="0"/>
                  </a:lnTo>
                  <a:close/>
                </a:path>
              </a:pathLst>
            </a:custGeom>
            <a:solidFill>
              <a:srgbClr val="FFF3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54"/>
            <p:cNvSpPr/>
            <p:nvPr/>
          </p:nvSpPr>
          <p:spPr>
            <a:xfrm>
              <a:off x="1276331" y="4057110"/>
              <a:ext cx="340587" cy="370748"/>
            </a:xfrm>
            <a:custGeom>
              <a:rect b="b" l="l" r="r" t="t"/>
              <a:pathLst>
                <a:path extrusionOk="0" h="13583" w="12478">
                  <a:moveTo>
                    <a:pt x="672" y="2203"/>
                  </a:moveTo>
                  <a:lnTo>
                    <a:pt x="672" y="4697"/>
                  </a:lnTo>
                  <a:cubicBezTo>
                    <a:pt x="514" y="4635"/>
                    <a:pt x="406" y="4478"/>
                    <a:pt x="406" y="4296"/>
                  </a:cubicBezTo>
                  <a:lnTo>
                    <a:pt x="406" y="2602"/>
                  </a:lnTo>
                  <a:cubicBezTo>
                    <a:pt x="406" y="2420"/>
                    <a:pt x="519" y="2263"/>
                    <a:pt x="672" y="2203"/>
                  </a:cubicBezTo>
                  <a:close/>
                  <a:moveTo>
                    <a:pt x="672" y="8824"/>
                  </a:moveTo>
                  <a:lnTo>
                    <a:pt x="672" y="11318"/>
                  </a:lnTo>
                  <a:cubicBezTo>
                    <a:pt x="514" y="11256"/>
                    <a:pt x="406" y="11099"/>
                    <a:pt x="406" y="10917"/>
                  </a:cubicBezTo>
                  <a:lnTo>
                    <a:pt x="406" y="9226"/>
                  </a:lnTo>
                  <a:cubicBezTo>
                    <a:pt x="406" y="9041"/>
                    <a:pt x="519" y="8884"/>
                    <a:pt x="672" y="8824"/>
                  </a:cubicBezTo>
                  <a:close/>
                  <a:moveTo>
                    <a:pt x="10510" y="389"/>
                  </a:moveTo>
                  <a:cubicBezTo>
                    <a:pt x="11376" y="389"/>
                    <a:pt x="12078" y="1091"/>
                    <a:pt x="12078" y="1955"/>
                  </a:cubicBezTo>
                  <a:lnTo>
                    <a:pt x="12078" y="11617"/>
                  </a:lnTo>
                  <a:cubicBezTo>
                    <a:pt x="12078" y="12483"/>
                    <a:pt x="11374" y="13186"/>
                    <a:pt x="10508" y="13186"/>
                  </a:cubicBezTo>
                  <a:lnTo>
                    <a:pt x="2637" y="13186"/>
                  </a:lnTo>
                  <a:cubicBezTo>
                    <a:pt x="1773" y="13186"/>
                    <a:pt x="1071" y="12483"/>
                    <a:pt x="1071" y="11617"/>
                  </a:cubicBezTo>
                  <a:lnTo>
                    <a:pt x="1071" y="11537"/>
                  </a:lnTo>
                  <a:lnTo>
                    <a:pt x="1071" y="8591"/>
                  </a:lnTo>
                  <a:lnTo>
                    <a:pt x="1071" y="4915"/>
                  </a:lnTo>
                  <a:lnTo>
                    <a:pt x="1071" y="1970"/>
                  </a:lnTo>
                  <a:cubicBezTo>
                    <a:pt x="1071" y="1170"/>
                    <a:pt x="1671" y="512"/>
                    <a:pt x="2450" y="414"/>
                  </a:cubicBezTo>
                  <a:lnTo>
                    <a:pt x="2450" y="2384"/>
                  </a:lnTo>
                  <a:cubicBezTo>
                    <a:pt x="2291" y="2452"/>
                    <a:pt x="2119" y="2492"/>
                    <a:pt x="1946" y="2492"/>
                  </a:cubicBezTo>
                  <a:cubicBezTo>
                    <a:pt x="1941" y="2492"/>
                    <a:pt x="1937" y="2492"/>
                    <a:pt x="1932" y="2492"/>
                  </a:cubicBezTo>
                  <a:cubicBezTo>
                    <a:pt x="1822" y="2492"/>
                    <a:pt x="1733" y="2581"/>
                    <a:pt x="1733" y="2691"/>
                  </a:cubicBezTo>
                  <a:lnTo>
                    <a:pt x="1733" y="10896"/>
                  </a:lnTo>
                  <a:cubicBezTo>
                    <a:pt x="1733" y="11004"/>
                    <a:pt x="1822" y="11095"/>
                    <a:pt x="1932" y="11095"/>
                  </a:cubicBezTo>
                  <a:cubicBezTo>
                    <a:pt x="2622" y="11095"/>
                    <a:pt x="3182" y="11647"/>
                    <a:pt x="3182" y="12322"/>
                  </a:cubicBezTo>
                  <a:cubicBezTo>
                    <a:pt x="3182" y="12432"/>
                    <a:pt x="3271" y="12521"/>
                    <a:pt x="3379" y="12521"/>
                  </a:cubicBezTo>
                  <a:lnTo>
                    <a:pt x="9772" y="12521"/>
                  </a:lnTo>
                  <a:cubicBezTo>
                    <a:pt x="9772" y="12521"/>
                    <a:pt x="9969" y="12439"/>
                    <a:pt x="9969" y="12330"/>
                  </a:cubicBezTo>
                  <a:cubicBezTo>
                    <a:pt x="9969" y="12192"/>
                    <a:pt x="9990" y="12057"/>
                    <a:pt x="10037" y="11929"/>
                  </a:cubicBezTo>
                  <a:cubicBezTo>
                    <a:pt x="10073" y="11827"/>
                    <a:pt x="10018" y="11713"/>
                    <a:pt x="9914" y="11679"/>
                  </a:cubicBezTo>
                  <a:cubicBezTo>
                    <a:pt x="9892" y="11671"/>
                    <a:pt x="9869" y="11668"/>
                    <a:pt x="9847" y="11668"/>
                  </a:cubicBezTo>
                  <a:cubicBezTo>
                    <a:pt x="9765" y="11668"/>
                    <a:pt x="9688" y="11718"/>
                    <a:pt x="9661" y="11800"/>
                  </a:cubicBezTo>
                  <a:cubicBezTo>
                    <a:pt x="9625" y="11908"/>
                    <a:pt x="9598" y="12018"/>
                    <a:pt x="9585" y="12124"/>
                  </a:cubicBezTo>
                  <a:lnTo>
                    <a:pt x="3549" y="12124"/>
                  </a:lnTo>
                  <a:cubicBezTo>
                    <a:pt x="3460" y="11392"/>
                    <a:pt x="2870" y="10804"/>
                    <a:pt x="2132" y="10715"/>
                  </a:cubicBezTo>
                  <a:lnTo>
                    <a:pt x="2132" y="2884"/>
                  </a:lnTo>
                  <a:cubicBezTo>
                    <a:pt x="2240" y="2872"/>
                    <a:pt x="2450" y="2814"/>
                    <a:pt x="2450" y="2814"/>
                  </a:cubicBezTo>
                  <a:lnTo>
                    <a:pt x="2450" y="3027"/>
                  </a:lnTo>
                  <a:cubicBezTo>
                    <a:pt x="2450" y="3239"/>
                    <a:pt x="2539" y="3447"/>
                    <a:pt x="2707" y="3576"/>
                  </a:cubicBezTo>
                  <a:cubicBezTo>
                    <a:pt x="2835" y="3678"/>
                    <a:pt x="2986" y="3728"/>
                    <a:pt x="3137" y="3728"/>
                  </a:cubicBezTo>
                  <a:cubicBezTo>
                    <a:pt x="3273" y="3728"/>
                    <a:pt x="3409" y="3687"/>
                    <a:pt x="3526" y="3606"/>
                  </a:cubicBezTo>
                  <a:lnTo>
                    <a:pt x="4101" y="3211"/>
                  </a:lnTo>
                  <a:cubicBezTo>
                    <a:pt x="4151" y="3176"/>
                    <a:pt x="4209" y="3159"/>
                    <a:pt x="4266" y="3159"/>
                  </a:cubicBezTo>
                  <a:cubicBezTo>
                    <a:pt x="4324" y="3159"/>
                    <a:pt x="4381" y="3176"/>
                    <a:pt x="4430" y="3211"/>
                  </a:cubicBezTo>
                  <a:lnTo>
                    <a:pt x="5007" y="3606"/>
                  </a:lnTo>
                  <a:cubicBezTo>
                    <a:pt x="5125" y="3687"/>
                    <a:pt x="5260" y="3728"/>
                    <a:pt x="5396" y="3728"/>
                  </a:cubicBezTo>
                  <a:cubicBezTo>
                    <a:pt x="5506" y="3728"/>
                    <a:pt x="5616" y="3701"/>
                    <a:pt x="5718" y="3648"/>
                  </a:cubicBezTo>
                  <a:cubicBezTo>
                    <a:pt x="5945" y="3530"/>
                    <a:pt x="6085" y="3296"/>
                    <a:pt x="6085" y="3037"/>
                  </a:cubicBezTo>
                  <a:lnTo>
                    <a:pt x="6085" y="2670"/>
                  </a:lnTo>
                  <a:cubicBezTo>
                    <a:pt x="6085" y="2568"/>
                    <a:pt x="6011" y="2475"/>
                    <a:pt x="5911" y="2464"/>
                  </a:cubicBezTo>
                  <a:cubicBezTo>
                    <a:pt x="5903" y="2463"/>
                    <a:pt x="5894" y="2463"/>
                    <a:pt x="5886" y="2463"/>
                  </a:cubicBezTo>
                  <a:cubicBezTo>
                    <a:pt x="5775" y="2463"/>
                    <a:pt x="5688" y="2553"/>
                    <a:pt x="5688" y="2662"/>
                  </a:cubicBezTo>
                  <a:lnTo>
                    <a:pt x="5688" y="3022"/>
                  </a:lnTo>
                  <a:cubicBezTo>
                    <a:pt x="5688" y="3124"/>
                    <a:pt x="5640" y="3218"/>
                    <a:pt x="5559" y="3271"/>
                  </a:cubicBezTo>
                  <a:cubicBezTo>
                    <a:pt x="5509" y="3304"/>
                    <a:pt x="5454" y="3320"/>
                    <a:pt x="5399" y="3320"/>
                  </a:cubicBezTo>
                  <a:cubicBezTo>
                    <a:pt x="5342" y="3320"/>
                    <a:pt x="5285" y="3301"/>
                    <a:pt x="5234" y="3266"/>
                  </a:cubicBezTo>
                  <a:lnTo>
                    <a:pt x="4659" y="2867"/>
                  </a:lnTo>
                  <a:cubicBezTo>
                    <a:pt x="4542" y="2787"/>
                    <a:pt x="4406" y="2747"/>
                    <a:pt x="4269" y="2747"/>
                  </a:cubicBezTo>
                  <a:cubicBezTo>
                    <a:pt x="4132" y="2747"/>
                    <a:pt x="3995" y="2787"/>
                    <a:pt x="3878" y="2867"/>
                  </a:cubicBezTo>
                  <a:lnTo>
                    <a:pt x="3303" y="3264"/>
                  </a:lnTo>
                  <a:cubicBezTo>
                    <a:pt x="3253" y="3298"/>
                    <a:pt x="3196" y="3315"/>
                    <a:pt x="3139" y="3315"/>
                  </a:cubicBezTo>
                  <a:cubicBezTo>
                    <a:pt x="3084" y="3315"/>
                    <a:pt x="3029" y="3300"/>
                    <a:pt x="2978" y="3269"/>
                  </a:cubicBezTo>
                  <a:cubicBezTo>
                    <a:pt x="2893" y="3216"/>
                    <a:pt x="2849" y="3118"/>
                    <a:pt x="2849" y="3020"/>
                  </a:cubicBezTo>
                  <a:lnTo>
                    <a:pt x="2849" y="391"/>
                  </a:lnTo>
                  <a:lnTo>
                    <a:pt x="5688" y="391"/>
                  </a:lnTo>
                  <a:lnTo>
                    <a:pt x="5688" y="1845"/>
                  </a:lnTo>
                  <a:cubicBezTo>
                    <a:pt x="5688" y="1944"/>
                    <a:pt x="5763" y="2038"/>
                    <a:pt x="5862" y="2048"/>
                  </a:cubicBezTo>
                  <a:cubicBezTo>
                    <a:pt x="5872" y="2050"/>
                    <a:pt x="5881" y="2050"/>
                    <a:pt x="5891" y="2050"/>
                  </a:cubicBezTo>
                  <a:cubicBezTo>
                    <a:pt x="6000" y="2050"/>
                    <a:pt x="6085" y="1961"/>
                    <a:pt x="6085" y="1853"/>
                  </a:cubicBezTo>
                  <a:lnTo>
                    <a:pt x="6085" y="1452"/>
                  </a:lnTo>
                  <a:lnTo>
                    <a:pt x="9587" y="1452"/>
                  </a:lnTo>
                  <a:cubicBezTo>
                    <a:pt x="9587" y="1452"/>
                    <a:pt x="10264" y="2787"/>
                    <a:pt x="10994" y="2876"/>
                  </a:cubicBezTo>
                  <a:lnTo>
                    <a:pt x="10994" y="10707"/>
                  </a:lnTo>
                  <a:cubicBezTo>
                    <a:pt x="10707" y="10745"/>
                    <a:pt x="10421" y="10864"/>
                    <a:pt x="10187" y="11053"/>
                  </a:cubicBezTo>
                  <a:cubicBezTo>
                    <a:pt x="10103" y="11121"/>
                    <a:pt x="10088" y="11246"/>
                    <a:pt x="10156" y="11331"/>
                  </a:cubicBezTo>
                  <a:cubicBezTo>
                    <a:pt x="10194" y="11377"/>
                    <a:pt x="10253" y="11405"/>
                    <a:pt x="10311" y="11405"/>
                  </a:cubicBezTo>
                  <a:cubicBezTo>
                    <a:pt x="10353" y="11405"/>
                    <a:pt x="10400" y="11392"/>
                    <a:pt x="10436" y="11360"/>
                  </a:cubicBezTo>
                  <a:cubicBezTo>
                    <a:pt x="10656" y="11184"/>
                    <a:pt x="10922" y="11089"/>
                    <a:pt x="11202" y="11089"/>
                  </a:cubicBezTo>
                  <a:cubicBezTo>
                    <a:pt x="11312" y="11089"/>
                    <a:pt x="11418" y="10889"/>
                    <a:pt x="11418" y="10889"/>
                  </a:cubicBezTo>
                  <a:lnTo>
                    <a:pt x="11418" y="2676"/>
                  </a:lnTo>
                  <a:cubicBezTo>
                    <a:pt x="11418" y="2568"/>
                    <a:pt x="11327" y="2479"/>
                    <a:pt x="11219" y="2479"/>
                  </a:cubicBezTo>
                  <a:cubicBezTo>
                    <a:pt x="10540" y="2479"/>
                    <a:pt x="9988" y="1927"/>
                    <a:pt x="9988" y="1250"/>
                  </a:cubicBezTo>
                  <a:cubicBezTo>
                    <a:pt x="9988" y="1142"/>
                    <a:pt x="9899" y="1051"/>
                    <a:pt x="9789" y="1051"/>
                  </a:cubicBezTo>
                  <a:lnTo>
                    <a:pt x="6083" y="1051"/>
                  </a:lnTo>
                  <a:lnTo>
                    <a:pt x="6083" y="389"/>
                  </a:lnTo>
                  <a:close/>
                  <a:moveTo>
                    <a:pt x="5879" y="0"/>
                  </a:moveTo>
                  <a:lnTo>
                    <a:pt x="5879" y="28"/>
                  </a:lnTo>
                  <a:lnTo>
                    <a:pt x="2643" y="28"/>
                  </a:lnTo>
                  <a:cubicBezTo>
                    <a:pt x="2643" y="9"/>
                    <a:pt x="2641" y="9"/>
                    <a:pt x="2641" y="9"/>
                  </a:cubicBezTo>
                  <a:cubicBezTo>
                    <a:pt x="1618" y="9"/>
                    <a:pt x="780" y="792"/>
                    <a:pt x="684" y="1789"/>
                  </a:cubicBezTo>
                  <a:cubicBezTo>
                    <a:pt x="298" y="1857"/>
                    <a:pt x="1" y="2197"/>
                    <a:pt x="9" y="2604"/>
                  </a:cubicBezTo>
                  <a:lnTo>
                    <a:pt x="9" y="4296"/>
                  </a:lnTo>
                  <a:cubicBezTo>
                    <a:pt x="1" y="4699"/>
                    <a:pt x="292" y="5036"/>
                    <a:pt x="672" y="5109"/>
                  </a:cubicBezTo>
                  <a:lnTo>
                    <a:pt x="672" y="8411"/>
                  </a:lnTo>
                  <a:cubicBezTo>
                    <a:pt x="292" y="8483"/>
                    <a:pt x="9" y="9221"/>
                    <a:pt x="9" y="9221"/>
                  </a:cubicBezTo>
                  <a:lnTo>
                    <a:pt x="9" y="10906"/>
                  </a:lnTo>
                  <a:cubicBezTo>
                    <a:pt x="9" y="11312"/>
                    <a:pt x="300" y="11649"/>
                    <a:pt x="684" y="11721"/>
                  </a:cubicBezTo>
                  <a:cubicBezTo>
                    <a:pt x="742" y="12755"/>
                    <a:pt x="1601" y="13582"/>
                    <a:pt x="2652" y="13582"/>
                  </a:cubicBezTo>
                  <a:lnTo>
                    <a:pt x="10510" y="13582"/>
                  </a:lnTo>
                  <a:cubicBezTo>
                    <a:pt x="11597" y="13582"/>
                    <a:pt x="12477" y="12702"/>
                    <a:pt x="12477" y="11617"/>
                  </a:cubicBezTo>
                  <a:lnTo>
                    <a:pt x="12477" y="1968"/>
                  </a:lnTo>
                  <a:cubicBezTo>
                    <a:pt x="12477" y="885"/>
                    <a:pt x="11592" y="0"/>
                    <a:pt x="10508" y="0"/>
                  </a:cubicBezTo>
                  <a:close/>
                </a:path>
              </a:pathLst>
            </a:custGeom>
            <a:solidFill>
              <a:srgbClr val="556A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54"/>
            <p:cNvSpPr/>
            <p:nvPr/>
          </p:nvSpPr>
          <p:spPr>
            <a:xfrm>
              <a:off x="1419193" y="4196178"/>
              <a:ext cx="52379" cy="61796"/>
            </a:xfrm>
            <a:custGeom>
              <a:rect b="b" l="l" r="r" t="t"/>
              <a:pathLst>
                <a:path extrusionOk="0" h="2264" w="1919">
                  <a:moveTo>
                    <a:pt x="964" y="678"/>
                  </a:moveTo>
                  <a:lnTo>
                    <a:pt x="1240" y="1408"/>
                  </a:lnTo>
                  <a:lnTo>
                    <a:pt x="688" y="1408"/>
                  </a:lnTo>
                  <a:lnTo>
                    <a:pt x="964" y="678"/>
                  </a:lnTo>
                  <a:close/>
                  <a:moveTo>
                    <a:pt x="962" y="1"/>
                  </a:moveTo>
                  <a:cubicBezTo>
                    <a:pt x="862" y="1"/>
                    <a:pt x="777" y="62"/>
                    <a:pt x="741" y="154"/>
                  </a:cubicBezTo>
                  <a:cubicBezTo>
                    <a:pt x="741" y="154"/>
                    <a:pt x="741" y="156"/>
                    <a:pt x="739" y="156"/>
                  </a:cubicBezTo>
                  <a:lnTo>
                    <a:pt x="38" y="1994"/>
                  </a:lnTo>
                  <a:cubicBezTo>
                    <a:pt x="0" y="2095"/>
                    <a:pt x="51" y="2210"/>
                    <a:pt x="155" y="2248"/>
                  </a:cubicBezTo>
                  <a:cubicBezTo>
                    <a:pt x="179" y="2257"/>
                    <a:pt x="203" y="2262"/>
                    <a:pt x="226" y="2262"/>
                  </a:cubicBezTo>
                  <a:cubicBezTo>
                    <a:pt x="306" y="2262"/>
                    <a:pt x="380" y="2213"/>
                    <a:pt x="410" y="2136"/>
                  </a:cubicBezTo>
                  <a:lnTo>
                    <a:pt x="533" y="1807"/>
                  </a:lnTo>
                  <a:lnTo>
                    <a:pt x="1386" y="1807"/>
                  </a:lnTo>
                  <a:lnTo>
                    <a:pt x="1509" y="2136"/>
                  </a:lnTo>
                  <a:cubicBezTo>
                    <a:pt x="1539" y="2214"/>
                    <a:pt x="1615" y="2263"/>
                    <a:pt x="1696" y="2263"/>
                  </a:cubicBezTo>
                  <a:cubicBezTo>
                    <a:pt x="1719" y="2263"/>
                    <a:pt x="1743" y="2257"/>
                    <a:pt x="1764" y="2248"/>
                  </a:cubicBezTo>
                  <a:cubicBezTo>
                    <a:pt x="1868" y="2210"/>
                    <a:pt x="1919" y="2095"/>
                    <a:pt x="1881" y="1994"/>
                  </a:cubicBezTo>
                  <a:lnTo>
                    <a:pt x="1187" y="156"/>
                  </a:lnTo>
                  <a:lnTo>
                    <a:pt x="1187" y="154"/>
                  </a:lnTo>
                  <a:cubicBezTo>
                    <a:pt x="1148" y="60"/>
                    <a:pt x="1061" y="1"/>
                    <a:pt x="964" y="1"/>
                  </a:cubicBezTo>
                  <a:close/>
                </a:path>
              </a:pathLst>
            </a:custGeom>
            <a:solidFill>
              <a:srgbClr val="556A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54"/>
            <p:cNvSpPr/>
            <p:nvPr/>
          </p:nvSpPr>
          <p:spPr>
            <a:xfrm>
              <a:off x="1347025" y="4195605"/>
              <a:ext cx="65481" cy="62014"/>
            </a:xfrm>
            <a:custGeom>
              <a:rect b="b" l="l" r="r" t="t"/>
              <a:pathLst>
                <a:path extrusionOk="0" h="2272" w="2399">
                  <a:moveTo>
                    <a:pt x="581" y="0"/>
                  </a:moveTo>
                  <a:cubicBezTo>
                    <a:pt x="576" y="0"/>
                    <a:pt x="571" y="0"/>
                    <a:pt x="567" y="1"/>
                  </a:cubicBezTo>
                  <a:cubicBezTo>
                    <a:pt x="458" y="9"/>
                    <a:pt x="367" y="90"/>
                    <a:pt x="346" y="198"/>
                  </a:cubicBezTo>
                  <a:lnTo>
                    <a:pt x="19" y="2021"/>
                  </a:lnTo>
                  <a:cubicBezTo>
                    <a:pt x="0" y="2129"/>
                    <a:pt x="72" y="2233"/>
                    <a:pt x="178" y="2250"/>
                  </a:cubicBezTo>
                  <a:cubicBezTo>
                    <a:pt x="190" y="2252"/>
                    <a:pt x="202" y="2253"/>
                    <a:pt x="213" y="2253"/>
                  </a:cubicBezTo>
                  <a:cubicBezTo>
                    <a:pt x="308" y="2253"/>
                    <a:pt x="392" y="2186"/>
                    <a:pt x="407" y="2091"/>
                  </a:cubicBezTo>
                  <a:lnTo>
                    <a:pt x="620" y="922"/>
                  </a:lnTo>
                  <a:lnTo>
                    <a:pt x="968" y="2099"/>
                  </a:lnTo>
                  <a:cubicBezTo>
                    <a:pt x="968" y="2102"/>
                    <a:pt x="968" y="2102"/>
                    <a:pt x="970" y="2106"/>
                  </a:cubicBezTo>
                  <a:cubicBezTo>
                    <a:pt x="1002" y="2203"/>
                    <a:pt x="1095" y="2271"/>
                    <a:pt x="1199" y="2271"/>
                  </a:cubicBezTo>
                  <a:lnTo>
                    <a:pt x="1201" y="2271"/>
                  </a:lnTo>
                  <a:cubicBezTo>
                    <a:pt x="1305" y="2271"/>
                    <a:pt x="1399" y="2206"/>
                    <a:pt x="1430" y="2106"/>
                  </a:cubicBezTo>
                  <a:cubicBezTo>
                    <a:pt x="1430" y="2102"/>
                    <a:pt x="1432" y="2099"/>
                    <a:pt x="1432" y="2097"/>
                  </a:cubicBezTo>
                  <a:lnTo>
                    <a:pt x="1766" y="919"/>
                  </a:lnTo>
                  <a:lnTo>
                    <a:pt x="1993" y="2095"/>
                  </a:lnTo>
                  <a:cubicBezTo>
                    <a:pt x="2006" y="2193"/>
                    <a:pt x="2090" y="2260"/>
                    <a:pt x="2182" y="2260"/>
                  </a:cubicBezTo>
                  <a:cubicBezTo>
                    <a:pt x="2195" y="2260"/>
                    <a:pt x="2207" y="2259"/>
                    <a:pt x="2220" y="2256"/>
                  </a:cubicBezTo>
                  <a:cubicBezTo>
                    <a:pt x="2328" y="2235"/>
                    <a:pt x="2398" y="2131"/>
                    <a:pt x="2379" y="2023"/>
                  </a:cubicBezTo>
                  <a:lnTo>
                    <a:pt x="2031" y="198"/>
                  </a:lnTo>
                  <a:cubicBezTo>
                    <a:pt x="2010" y="90"/>
                    <a:pt x="1914" y="9"/>
                    <a:pt x="1806" y="5"/>
                  </a:cubicBezTo>
                  <a:cubicBezTo>
                    <a:pt x="1802" y="5"/>
                    <a:pt x="1798" y="4"/>
                    <a:pt x="1794" y="4"/>
                  </a:cubicBezTo>
                  <a:cubicBezTo>
                    <a:pt x="1727" y="4"/>
                    <a:pt x="1663" y="39"/>
                    <a:pt x="1619" y="90"/>
                  </a:cubicBezTo>
                  <a:cubicBezTo>
                    <a:pt x="1581" y="134"/>
                    <a:pt x="1573" y="155"/>
                    <a:pt x="1564" y="177"/>
                  </a:cubicBezTo>
                  <a:lnTo>
                    <a:pt x="1195" y="1469"/>
                  </a:lnTo>
                  <a:lnTo>
                    <a:pt x="815" y="175"/>
                  </a:lnTo>
                  <a:cubicBezTo>
                    <a:pt x="815" y="170"/>
                    <a:pt x="811" y="168"/>
                    <a:pt x="811" y="166"/>
                  </a:cubicBezTo>
                  <a:cubicBezTo>
                    <a:pt x="778" y="67"/>
                    <a:pt x="684" y="0"/>
                    <a:pt x="581" y="0"/>
                  </a:cubicBezTo>
                  <a:close/>
                </a:path>
              </a:pathLst>
            </a:custGeom>
            <a:solidFill>
              <a:srgbClr val="556A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54"/>
            <p:cNvSpPr/>
            <p:nvPr/>
          </p:nvSpPr>
          <p:spPr>
            <a:xfrm>
              <a:off x="1517673" y="4196097"/>
              <a:ext cx="46347" cy="61960"/>
            </a:xfrm>
            <a:custGeom>
              <a:rect b="b" l="l" r="r" t="t"/>
              <a:pathLst>
                <a:path extrusionOk="0" h="2270" w="1698">
                  <a:moveTo>
                    <a:pt x="198" y="0"/>
                  </a:moveTo>
                  <a:cubicBezTo>
                    <a:pt x="88" y="0"/>
                    <a:pt x="0" y="90"/>
                    <a:pt x="0" y="199"/>
                  </a:cubicBezTo>
                  <a:lnTo>
                    <a:pt x="0" y="2064"/>
                  </a:lnTo>
                  <a:cubicBezTo>
                    <a:pt x="0" y="2164"/>
                    <a:pt x="74" y="2258"/>
                    <a:pt x="176" y="2268"/>
                  </a:cubicBezTo>
                  <a:cubicBezTo>
                    <a:pt x="185" y="2269"/>
                    <a:pt x="193" y="2270"/>
                    <a:pt x="201" y="2270"/>
                  </a:cubicBezTo>
                  <a:cubicBezTo>
                    <a:pt x="311" y="2270"/>
                    <a:pt x="399" y="2179"/>
                    <a:pt x="399" y="2071"/>
                  </a:cubicBezTo>
                  <a:lnTo>
                    <a:pt x="399" y="1303"/>
                  </a:lnTo>
                  <a:lnTo>
                    <a:pt x="1301" y="1303"/>
                  </a:lnTo>
                  <a:lnTo>
                    <a:pt x="1301" y="2064"/>
                  </a:lnTo>
                  <a:cubicBezTo>
                    <a:pt x="1301" y="2164"/>
                    <a:pt x="1375" y="2258"/>
                    <a:pt x="1475" y="2268"/>
                  </a:cubicBezTo>
                  <a:cubicBezTo>
                    <a:pt x="1483" y="2269"/>
                    <a:pt x="1492" y="2270"/>
                    <a:pt x="1500" y="2270"/>
                  </a:cubicBezTo>
                  <a:cubicBezTo>
                    <a:pt x="1611" y="2270"/>
                    <a:pt x="1698" y="2179"/>
                    <a:pt x="1698" y="2071"/>
                  </a:cubicBezTo>
                  <a:lnTo>
                    <a:pt x="1698" y="208"/>
                  </a:lnTo>
                  <a:cubicBezTo>
                    <a:pt x="1698" y="106"/>
                    <a:pt x="1623" y="12"/>
                    <a:pt x="1524" y="2"/>
                  </a:cubicBezTo>
                  <a:cubicBezTo>
                    <a:pt x="1515" y="1"/>
                    <a:pt x="1507" y="0"/>
                    <a:pt x="1499" y="0"/>
                  </a:cubicBezTo>
                  <a:cubicBezTo>
                    <a:pt x="1387" y="0"/>
                    <a:pt x="1301" y="90"/>
                    <a:pt x="1301" y="199"/>
                  </a:cubicBezTo>
                  <a:lnTo>
                    <a:pt x="1301" y="904"/>
                  </a:lnTo>
                  <a:lnTo>
                    <a:pt x="399" y="904"/>
                  </a:lnTo>
                  <a:lnTo>
                    <a:pt x="399" y="208"/>
                  </a:lnTo>
                  <a:cubicBezTo>
                    <a:pt x="399" y="106"/>
                    <a:pt x="325" y="12"/>
                    <a:pt x="223" y="2"/>
                  </a:cubicBezTo>
                  <a:cubicBezTo>
                    <a:pt x="214" y="1"/>
                    <a:pt x="206" y="0"/>
                    <a:pt x="198" y="0"/>
                  </a:cubicBezTo>
                  <a:close/>
                </a:path>
              </a:pathLst>
            </a:custGeom>
            <a:solidFill>
              <a:srgbClr val="556A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54"/>
            <p:cNvSpPr/>
            <p:nvPr/>
          </p:nvSpPr>
          <p:spPr>
            <a:xfrm>
              <a:off x="1469115" y="4196124"/>
              <a:ext cx="39878" cy="62014"/>
            </a:xfrm>
            <a:custGeom>
              <a:rect b="b" l="l" r="r" t="t"/>
              <a:pathLst>
                <a:path extrusionOk="0" h="2272" w="1461">
                  <a:moveTo>
                    <a:pt x="221" y="1"/>
                  </a:moveTo>
                  <a:cubicBezTo>
                    <a:pt x="122" y="1"/>
                    <a:pt x="28" y="75"/>
                    <a:pt x="18" y="177"/>
                  </a:cubicBezTo>
                  <a:cubicBezTo>
                    <a:pt x="1" y="298"/>
                    <a:pt x="96" y="400"/>
                    <a:pt x="213" y="400"/>
                  </a:cubicBezTo>
                  <a:lnTo>
                    <a:pt x="529" y="400"/>
                  </a:lnTo>
                  <a:lnTo>
                    <a:pt x="529" y="2066"/>
                  </a:lnTo>
                  <a:cubicBezTo>
                    <a:pt x="529" y="2165"/>
                    <a:pt x="603" y="2259"/>
                    <a:pt x="705" y="2269"/>
                  </a:cubicBezTo>
                  <a:cubicBezTo>
                    <a:pt x="715" y="2271"/>
                    <a:pt x="724" y="2271"/>
                    <a:pt x="733" y="2271"/>
                  </a:cubicBezTo>
                  <a:cubicBezTo>
                    <a:pt x="841" y="2271"/>
                    <a:pt x="928" y="2182"/>
                    <a:pt x="928" y="2074"/>
                  </a:cubicBezTo>
                  <a:lnTo>
                    <a:pt x="928" y="402"/>
                  </a:lnTo>
                  <a:lnTo>
                    <a:pt x="1240" y="402"/>
                  </a:lnTo>
                  <a:cubicBezTo>
                    <a:pt x="1342" y="402"/>
                    <a:pt x="1433" y="327"/>
                    <a:pt x="1444" y="228"/>
                  </a:cubicBezTo>
                  <a:cubicBezTo>
                    <a:pt x="1461" y="105"/>
                    <a:pt x="1367" y="1"/>
                    <a:pt x="1248" y="1"/>
                  </a:cubicBezTo>
                  <a:close/>
                </a:path>
              </a:pathLst>
            </a:custGeom>
            <a:solidFill>
              <a:srgbClr val="556A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54"/>
            <p:cNvSpPr/>
            <p:nvPr/>
          </p:nvSpPr>
          <p:spPr>
            <a:xfrm>
              <a:off x="1405682" y="4280875"/>
              <a:ext cx="95205" cy="86907"/>
            </a:xfrm>
            <a:custGeom>
              <a:rect b="b" l="l" r="r" t="t"/>
              <a:pathLst>
                <a:path extrusionOk="0" h="3184" w="3488">
                  <a:moveTo>
                    <a:pt x="2878" y="402"/>
                  </a:moveTo>
                  <a:cubicBezTo>
                    <a:pt x="2959" y="402"/>
                    <a:pt x="3038" y="448"/>
                    <a:pt x="3065" y="522"/>
                  </a:cubicBezTo>
                  <a:cubicBezTo>
                    <a:pt x="3133" y="677"/>
                    <a:pt x="3019" y="822"/>
                    <a:pt x="2874" y="822"/>
                  </a:cubicBezTo>
                  <a:lnTo>
                    <a:pt x="2626" y="822"/>
                  </a:lnTo>
                  <a:cubicBezTo>
                    <a:pt x="2539" y="822"/>
                    <a:pt x="2460" y="881"/>
                    <a:pt x="2435" y="966"/>
                  </a:cubicBezTo>
                  <a:lnTo>
                    <a:pt x="1949" y="2643"/>
                  </a:lnTo>
                  <a:cubicBezTo>
                    <a:pt x="1928" y="2719"/>
                    <a:pt x="1862" y="2774"/>
                    <a:pt x="1781" y="2783"/>
                  </a:cubicBezTo>
                  <a:cubicBezTo>
                    <a:pt x="1775" y="2783"/>
                    <a:pt x="1766" y="2785"/>
                    <a:pt x="1758" y="2785"/>
                  </a:cubicBezTo>
                  <a:cubicBezTo>
                    <a:pt x="1686" y="2785"/>
                    <a:pt x="1620" y="2747"/>
                    <a:pt x="1586" y="2685"/>
                  </a:cubicBezTo>
                  <a:lnTo>
                    <a:pt x="1191" y="1987"/>
                  </a:lnTo>
                  <a:cubicBezTo>
                    <a:pt x="1155" y="1923"/>
                    <a:pt x="1087" y="1885"/>
                    <a:pt x="1015" y="1885"/>
                  </a:cubicBezTo>
                  <a:lnTo>
                    <a:pt x="629" y="1885"/>
                  </a:lnTo>
                  <a:cubicBezTo>
                    <a:pt x="536" y="1885"/>
                    <a:pt x="449" y="1823"/>
                    <a:pt x="429" y="1732"/>
                  </a:cubicBezTo>
                  <a:cubicBezTo>
                    <a:pt x="400" y="1603"/>
                    <a:pt x="497" y="1488"/>
                    <a:pt x="623" y="1488"/>
                  </a:cubicBezTo>
                  <a:lnTo>
                    <a:pt x="1249" y="1488"/>
                  </a:lnTo>
                  <a:cubicBezTo>
                    <a:pt x="1321" y="1488"/>
                    <a:pt x="1387" y="1528"/>
                    <a:pt x="1421" y="1588"/>
                  </a:cubicBezTo>
                  <a:lnTo>
                    <a:pt x="1459" y="1658"/>
                  </a:lnTo>
                  <a:cubicBezTo>
                    <a:pt x="1488" y="1709"/>
                    <a:pt x="1535" y="1747"/>
                    <a:pt x="1595" y="1760"/>
                  </a:cubicBezTo>
                  <a:cubicBezTo>
                    <a:pt x="1609" y="1762"/>
                    <a:pt x="1622" y="1764"/>
                    <a:pt x="1636" y="1764"/>
                  </a:cubicBezTo>
                  <a:cubicBezTo>
                    <a:pt x="1727" y="1764"/>
                    <a:pt x="1804" y="1704"/>
                    <a:pt x="1830" y="1618"/>
                  </a:cubicBezTo>
                  <a:lnTo>
                    <a:pt x="2140" y="544"/>
                  </a:lnTo>
                  <a:cubicBezTo>
                    <a:pt x="2163" y="459"/>
                    <a:pt x="2244" y="402"/>
                    <a:pt x="2331" y="402"/>
                  </a:cubicBezTo>
                  <a:close/>
                  <a:moveTo>
                    <a:pt x="2331" y="0"/>
                  </a:moveTo>
                  <a:cubicBezTo>
                    <a:pt x="2066" y="0"/>
                    <a:pt x="1832" y="174"/>
                    <a:pt x="1758" y="429"/>
                  </a:cubicBezTo>
                  <a:lnTo>
                    <a:pt x="1546" y="1163"/>
                  </a:lnTo>
                  <a:cubicBezTo>
                    <a:pt x="1459" y="1115"/>
                    <a:pt x="1355" y="1087"/>
                    <a:pt x="1251" y="1087"/>
                  </a:cubicBezTo>
                  <a:lnTo>
                    <a:pt x="642" y="1087"/>
                  </a:lnTo>
                  <a:cubicBezTo>
                    <a:pt x="330" y="1087"/>
                    <a:pt x="60" y="1318"/>
                    <a:pt x="35" y="1628"/>
                  </a:cubicBezTo>
                  <a:cubicBezTo>
                    <a:pt x="1" y="1983"/>
                    <a:pt x="281" y="2282"/>
                    <a:pt x="629" y="2282"/>
                  </a:cubicBezTo>
                  <a:lnTo>
                    <a:pt x="905" y="2282"/>
                  </a:lnTo>
                  <a:lnTo>
                    <a:pt x="1240" y="2880"/>
                  </a:lnTo>
                  <a:cubicBezTo>
                    <a:pt x="1346" y="3069"/>
                    <a:pt x="1546" y="3184"/>
                    <a:pt x="1760" y="3184"/>
                  </a:cubicBezTo>
                  <a:lnTo>
                    <a:pt x="1764" y="3184"/>
                  </a:lnTo>
                  <a:cubicBezTo>
                    <a:pt x="1788" y="3184"/>
                    <a:pt x="1809" y="3179"/>
                    <a:pt x="1832" y="3177"/>
                  </a:cubicBezTo>
                  <a:cubicBezTo>
                    <a:pt x="2072" y="3152"/>
                    <a:pt x="2267" y="2984"/>
                    <a:pt x="2333" y="2753"/>
                  </a:cubicBezTo>
                  <a:lnTo>
                    <a:pt x="2777" y="1221"/>
                  </a:lnTo>
                  <a:lnTo>
                    <a:pt x="2878" y="1221"/>
                  </a:lnTo>
                  <a:cubicBezTo>
                    <a:pt x="3214" y="1221"/>
                    <a:pt x="3488" y="947"/>
                    <a:pt x="3488" y="609"/>
                  </a:cubicBezTo>
                  <a:cubicBezTo>
                    <a:pt x="3485" y="274"/>
                    <a:pt x="3210" y="0"/>
                    <a:pt x="2874" y="0"/>
                  </a:cubicBezTo>
                  <a:close/>
                </a:path>
              </a:pathLst>
            </a:custGeom>
            <a:solidFill>
              <a:srgbClr val="556A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7" name="Google Shape;4247;p54"/>
          <p:cNvGrpSpPr/>
          <p:nvPr/>
        </p:nvGrpSpPr>
        <p:grpSpPr>
          <a:xfrm>
            <a:off x="5062945" y="1295939"/>
            <a:ext cx="438088" cy="426348"/>
            <a:chOff x="2728643" y="4059949"/>
            <a:chExt cx="374979" cy="364961"/>
          </a:xfrm>
        </p:grpSpPr>
        <p:sp>
          <p:nvSpPr>
            <p:cNvPr id="4248" name="Google Shape;4248;p54"/>
            <p:cNvSpPr/>
            <p:nvPr/>
          </p:nvSpPr>
          <p:spPr>
            <a:xfrm>
              <a:off x="2737814" y="4065272"/>
              <a:ext cx="164643" cy="164070"/>
            </a:xfrm>
            <a:custGeom>
              <a:rect b="b" l="l" r="r" t="t"/>
              <a:pathLst>
                <a:path extrusionOk="0" h="6011" w="6032">
                  <a:moveTo>
                    <a:pt x="3011" y="0"/>
                  </a:moveTo>
                  <a:cubicBezTo>
                    <a:pt x="2530" y="0"/>
                    <a:pt x="2137" y="393"/>
                    <a:pt x="2137" y="877"/>
                  </a:cubicBezTo>
                  <a:lnTo>
                    <a:pt x="2137" y="2131"/>
                  </a:lnTo>
                  <a:lnTo>
                    <a:pt x="902" y="2131"/>
                  </a:lnTo>
                  <a:cubicBezTo>
                    <a:pt x="429" y="2131"/>
                    <a:pt x="17" y="2515"/>
                    <a:pt x="11" y="2989"/>
                  </a:cubicBezTo>
                  <a:cubicBezTo>
                    <a:pt x="0" y="3479"/>
                    <a:pt x="395" y="3882"/>
                    <a:pt x="885" y="3882"/>
                  </a:cubicBezTo>
                  <a:lnTo>
                    <a:pt x="2141" y="3882"/>
                  </a:lnTo>
                  <a:lnTo>
                    <a:pt x="2141" y="5119"/>
                  </a:lnTo>
                  <a:cubicBezTo>
                    <a:pt x="2141" y="5590"/>
                    <a:pt x="2525" y="6002"/>
                    <a:pt x="2997" y="6011"/>
                  </a:cubicBezTo>
                  <a:cubicBezTo>
                    <a:pt x="3003" y="6011"/>
                    <a:pt x="3010" y="6011"/>
                    <a:pt x="3016" y="6011"/>
                  </a:cubicBezTo>
                  <a:cubicBezTo>
                    <a:pt x="3499" y="6011"/>
                    <a:pt x="3892" y="5620"/>
                    <a:pt x="3892" y="5134"/>
                  </a:cubicBezTo>
                  <a:lnTo>
                    <a:pt x="3892" y="3880"/>
                  </a:lnTo>
                  <a:lnTo>
                    <a:pt x="5146" y="3880"/>
                  </a:lnTo>
                  <a:cubicBezTo>
                    <a:pt x="5637" y="3880"/>
                    <a:pt x="6031" y="3479"/>
                    <a:pt x="6021" y="2987"/>
                  </a:cubicBezTo>
                  <a:cubicBezTo>
                    <a:pt x="6008" y="2513"/>
                    <a:pt x="5596" y="2129"/>
                    <a:pt x="5125" y="2129"/>
                  </a:cubicBezTo>
                  <a:lnTo>
                    <a:pt x="3888" y="2129"/>
                  </a:lnTo>
                  <a:lnTo>
                    <a:pt x="3888" y="892"/>
                  </a:lnTo>
                  <a:cubicBezTo>
                    <a:pt x="3888" y="421"/>
                    <a:pt x="3504" y="9"/>
                    <a:pt x="3031" y="1"/>
                  </a:cubicBezTo>
                  <a:cubicBezTo>
                    <a:pt x="3024" y="0"/>
                    <a:pt x="3018" y="0"/>
                    <a:pt x="3011" y="0"/>
                  </a:cubicBezTo>
                  <a:close/>
                </a:path>
              </a:pathLst>
            </a:custGeom>
            <a:solidFill>
              <a:srgbClr val="FFF3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54"/>
            <p:cNvSpPr/>
            <p:nvPr/>
          </p:nvSpPr>
          <p:spPr>
            <a:xfrm>
              <a:off x="2796144" y="4171149"/>
              <a:ext cx="33136" cy="58248"/>
            </a:xfrm>
            <a:custGeom>
              <a:rect b="b" l="l" r="r" t="t"/>
              <a:pathLst>
                <a:path extrusionOk="0" h="2134" w="1214">
                  <a:moveTo>
                    <a:pt x="0" y="1"/>
                  </a:moveTo>
                  <a:lnTo>
                    <a:pt x="0" y="1242"/>
                  </a:lnTo>
                  <a:cubicBezTo>
                    <a:pt x="0" y="1658"/>
                    <a:pt x="291" y="2028"/>
                    <a:pt x="698" y="2113"/>
                  </a:cubicBezTo>
                  <a:cubicBezTo>
                    <a:pt x="765" y="2126"/>
                    <a:pt x="830" y="2133"/>
                    <a:pt x="894" y="2133"/>
                  </a:cubicBezTo>
                  <a:cubicBezTo>
                    <a:pt x="1006" y="2133"/>
                    <a:pt x="1114" y="2113"/>
                    <a:pt x="1214" y="2076"/>
                  </a:cubicBezTo>
                  <a:cubicBezTo>
                    <a:pt x="877" y="1947"/>
                    <a:pt x="637" y="1629"/>
                    <a:pt x="637" y="1255"/>
                  </a:cubicBezTo>
                  <a:lnTo>
                    <a:pt x="637" y="1"/>
                  </a:lnTo>
                  <a:close/>
                </a:path>
              </a:pathLst>
            </a:custGeom>
            <a:solidFill>
              <a:srgbClr val="FFF3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54"/>
            <p:cNvSpPr/>
            <p:nvPr/>
          </p:nvSpPr>
          <p:spPr>
            <a:xfrm>
              <a:off x="2796144" y="4065217"/>
              <a:ext cx="33136" cy="58193"/>
            </a:xfrm>
            <a:custGeom>
              <a:rect b="b" l="l" r="r" t="t"/>
              <a:pathLst>
                <a:path extrusionOk="0" h="2132" w="1214">
                  <a:moveTo>
                    <a:pt x="896" y="1"/>
                  </a:moveTo>
                  <a:cubicBezTo>
                    <a:pt x="647" y="1"/>
                    <a:pt x="425" y="98"/>
                    <a:pt x="263" y="257"/>
                  </a:cubicBezTo>
                  <a:cubicBezTo>
                    <a:pt x="102" y="414"/>
                    <a:pt x="0" y="635"/>
                    <a:pt x="0" y="877"/>
                  </a:cubicBezTo>
                  <a:lnTo>
                    <a:pt x="0" y="2131"/>
                  </a:lnTo>
                  <a:lnTo>
                    <a:pt x="637" y="2131"/>
                  </a:lnTo>
                  <a:lnTo>
                    <a:pt x="637" y="877"/>
                  </a:lnTo>
                  <a:cubicBezTo>
                    <a:pt x="637" y="635"/>
                    <a:pt x="739" y="416"/>
                    <a:pt x="900" y="257"/>
                  </a:cubicBezTo>
                  <a:cubicBezTo>
                    <a:pt x="987" y="175"/>
                    <a:pt x="1093" y="104"/>
                    <a:pt x="1214" y="60"/>
                  </a:cubicBezTo>
                  <a:cubicBezTo>
                    <a:pt x="1114" y="22"/>
                    <a:pt x="1006" y="1"/>
                    <a:pt x="896" y="1"/>
                  </a:cubicBezTo>
                  <a:close/>
                </a:path>
              </a:pathLst>
            </a:custGeom>
            <a:solidFill>
              <a:srgbClr val="FFF3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54"/>
            <p:cNvSpPr/>
            <p:nvPr/>
          </p:nvSpPr>
          <p:spPr>
            <a:xfrm>
              <a:off x="2737814" y="4123383"/>
              <a:ext cx="41188" cy="47794"/>
            </a:xfrm>
            <a:custGeom>
              <a:rect b="b" l="l" r="r" t="t"/>
              <a:pathLst>
                <a:path extrusionOk="0" h="1751" w="1509">
                  <a:moveTo>
                    <a:pt x="885" y="0"/>
                  </a:moveTo>
                  <a:cubicBezTo>
                    <a:pt x="395" y="0"/>
                    <a:pt x="0" y="403"/>
                    <a:pt x="11" y="894"/>
                  </a:cubicBezTo>
                  <a:cubicBezTo>
                    <a:pt x="17" y="1367"/>
                    <a:pt x="429" y="1751"/>
                    <a:pt x="902" y="1751"/>
                  </a:cubicBezTo>
                  <a:lnTo>
                    <a:pt x="1509" y="1751"/>
                  </a:lnTo>
                  <a:cubicBezTo>
                    <a:pt x="1027" y="1751"/>
                    <a:pt x="635" y="1358"/>
                    <a:pt x="635" y="877"/>
                  </a:cubicBezTo>
                  <a:cubicBezTo>
                    <a:pt x="635" y="393"/>
                    <a:pt x="1025" y="0"/>
                    <a:pt x="1509" y="0"/>
                  </a:cubicBezTo>
                  <a:close/>
                </a:path>
              </a:pathLst>
            </a:custGeom>
            <a:solidFill>
              <a:srgbClr val="FFF3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2" name="Google Shape;4252;p54"/>
            <p:cNvSpPr/>
            <p:nvPr/>
          </p:nvSpPr>
          <p:spPr>
            <a:xfrm>
              <a:off x="2933820" y="4319634"/>
              <a:ext cx="164316" cy="47794"/>
            </a:xfrm>
            <a:custGeom>
              <a:rect b="b" l="l" r="r" t="t"/>
              <a:pathLst>
                <a:path extrusionOk="0" h="1751" w="6020">
                  <a:moveTo>
                    <a:pt x="875" y="0"/>
                  </a:moveTo>
                  <a:cubicBezTo>
                    <a:pt x="393" y="0"/>
                    <a:pt x="1" y="393"/>
                    <a:pt x="1" y="874"/>
                  </a:cubicBezTo>
                  <a:cubicBezTo>
                    <a:pt x="1" y="1358"/>
                    <a:pt x="393" y="1751"/>
                    <a:pt x="873" y="1751"/>
                  </a:cubicBezTo>
                  <a:lnTo>
                    <a:pt x="5132" y="1751"/>
                  </a:lnTo>
                  <a:cubicBezTo>
                    <a:pt x="5624" y="1751"/>
                    <a:pt x="6019" y="1348"/>
                    <a:pt x="6009" y="855"/>
                  </a:cubicBezTo>
                  <a:cubicBezTo>
                    <a:pt x="6000" y="384"/>
                    <a:pt x="5588" y="0"/>
                    <a:pt x="5117" y="0"/>
                  </a:cubicBezTo>
                  <a:close/>
                </a:path>
              </a:pathLst>
            </a:custGeom>
            <a:solidFill>
              <a:srgbClr val="BBC3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54"/>
            <p:cNvSpPr/>
            <p:nvPr/>
          </p:nvSpPr>
          <p:spPr>
            <a:xfrm>
              <a:off x="2933519" y="4319634"/>
              <a:ext cx="41215" cy="47794"/>
            </a:xfrm>
            <a:custGeom>
              <a:rect b="b" l="l" r="r" t="t"/>
              <a:pathLst>
                <a:path extrusionOk="0" h="1751" w="1510">
                  <a:moveTo>
                    <a:pt x="886" y="0"/>
                  </a:moveTo>
                  <a:cubicBezTo>
                    <a:pt x="396" y="0"/>
                    <a:pt x="1" y="403"/>
                    <a:pt x="12" y="894"/>
                  </a:cubicBezTo>
                  <a:cubicBezTo>
                    <a:pt x="18" y="1365"/>
                    <a:pt x="430" y="1751"/>
                    <a:pt x="903" y="1751"/>
                  </a:cubicBezTo>
                  <a:lnTo>
                    <a:pt x="1510" y="1751"/>
                  </a:lnTo>
                  <a:cubicBezTo>
                    <a:pt x="1026" y="1751"/>
                    <a:pt x="633" y="1358"/>
                    <a:pt x="633" y="874"/>
                  </a:cubicBezTo>
                  <a:cubicBezTo>
                    <a:pt x="633" y="393"/>
                    <a:pt x="1026" y="0"/>
                    <a:pt x="1510" y="0"/>
                  </a:cubicBezTo>
                  <a:close/>
                </a:path>
              </a:pathLst>
            </a:custGeom>
            <a:solidFill>
              <a:srgbClr val="BBC3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4" name="Google Shape;4254;p54"/>
            <p:cNvSpPr/>
            <p:nvPr/>
          </p:nvSpPr>
          <p:spPr>
            <a:xfrm>
              <a:off x="2740762" y="4065435"/>
              <a:ext cx="356909" cy="354016"/>
            </a:xfrm>
            <a:custGeom>
              <a:rect b="b" l="l" r="r" t="t"/>
              <a:pathLst>
                <a:path extrusionOk="0" h="12970" w="13076">
                  <a:moveTo>
                    <a:pt x="12483" y="1"/>
                  </a:moveTo>
                  <a:cubicBezTo>
                    <a:pt x="12344" y="1"/>
                    <a:pt x="12205" y="54"/>
                    <a:pt x="12099" y="160"/>
                  </a:cubicBezTo>
                  <a:lnTo>
                    <a:pt x="212" y="12047"/>
                  </a:lnTo>
                  <a:cubicBezTo>
                    <a:pt x="0" y="12257"/>
                    <a:pt x="0" y="12598"/>
                    <a:pt x="212" y="12811"/>
                  </a:cubicBezTo>
                  <a:cubicBezTo>
                    <a:pt x="319" y="12917"/>
                    <a:pt x="457" y="12970"/>
                    <a:pt x="594" y="12970"/>
                  </a:cubicBezTo>
                  <a:cubicBezTo>
                    <a:pt x="732" y="12970"/>
                    <a:pt x="870" y="12921"/>
                    <a:pt x="976" y="12815"/>
                  </a:cubicBezTo>
                  <a:lnTo>
                    <a:pt x="12863" y="924"/>
                  </a:lnTo>
                  <a:cubicBezTo>
                    <a:pt x="13075" y="714"/>
                    <a:pt x="13075" y="372"/>
                    <a:pt x="12863" y="160"/>
                  </a:cubicBezTo>
                  <a:cubicBezTo>
                    <a:pt x="12759" y="54"/>
                    <a:pt x="12621" y="1"/>
                    <a:pt x="12483" y="1"/>
                  </a:cubicBezTo>
                  <a:close/>
                </a:path>
              </a:pathLst>
            </a:custGeom>
            <a:solidFill>
              <a:srgbClr val="FFF3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5" name="Google Shape;4255;p54"/>
            <p:cNvSpPr/>
            <p:nvPr/>
          </p:nvSpPr>
          <p:spPr>
            <a:xfrm>
              <a:off x="2728643" y="4060140"/>
              <a:ext cx="180311" cy="174988"/>
            </a:xfrm>
            <a:custGeom>
              <a:rect b="b" l="l" r="r" t="t"/>
              <a:pathLst>
                <a:path extrusionOk="0" h="6411" w="6606">
                  <a:moveTo>
                    <a:pt x="3362" y="1"/>
                  </a:moveTo>
                  <a:cubicBezTo>
                    <a:pt x="3006" y="1"/>
                    <a:pt x="2677" y="172"/>
                    <a:pt x="2469" y="475"/>
                  </a:cubicBezTo>
                  <a:cubicBezTo>
                    <a:pt x="2350" y="653"/>
                    <a:pt x="2288" y="866"/>
                    <a:pt x="2288" y="1080"/>
                  </a:cubicBezTo>
                  <a:lnTo>
                    <a:pt x="2288" y="2133"/>
                  </a:lnTo>
                  <a:lnTo>
                    <a:pt x="1232" y="2133"/>
                  </a:lnTo>
                  <a:cubicBezTo>
                    <a:pt x="542" y="2133"/>
                    <a:pt x="1" y="2786"/>
                    <a:pt x="200" y="3508"/>
                  </a:cubicBezTo>
                  <a:cubicBezTo>
                    <a:pt x="328" y="3968"/>
                    <a:pt x="752" y="4280"/>
                    <a:pt x="1227" y="4280"/>
                  </a:cubicBezTo>
                  <a:lnTo>
                    <a:pt x="2288" y="4280"/>
                  </a:lnTo>
                  <a:lnTo>
                    <a:pt x="2288" y="5337"/>
                  </a:lnTo>
                  <a:cubicBezTo>
                    <a:pt x="2288" y="5927"/>
                    <a:pt x="2770" y="6411"/>
                    <a:pt x="3362" y="6411"/>
                  </a:cubicBezTo>
                  <a:cubicBezTo>
                    <a:pt x="3649" y="6411"/>
                    <a:pt x="3920" y="6298"/>
                    <a:pt x="4120" y="6097"/>
                  </a:cubicBezTo>
                  <a:cubicBezTo>
                    <a:pt x="4326" y="5895"/>
                    <a:pt x="4436" y="5626"/>
                    <a:pt x="4436" y="5339"/>
                  </a:cubicBezTo>
                  <a:lnTo>
                    <a:pt x="4436" y="5201"/>
                  </a:lnTo>
                  <a:cubicBezTo>
                    <a:pt x="4436" y="5093"/>
                    <a:pt x="4350" y="5002"/>
                    <a:pt x="4239" y="5002"/>
                  </a:cubicBezTo>
                  <a:cubicBezTo>
                    <a:pt x="4230" y="5002"/>
                    <a:pt x="4222" y="5003"/>
                    <a:pt x="4213" y="5004"/>
                  </a:cubicBezTo>
                  <a:cubicBezTo>
                    <a:pt x="4114" y="5014"/>
                    <a:pt x="4039" y="5108"/>
                    <a:pt x="4039" y="5210"/>
                  </a:cubicBezTo>
                  <a:lnTo>
                    <a:pt x="4039" y="5339"/>
                  </a:lnTo>
                  <a:cubicBezTo>
                    <a:pt x="4039" y="5520"/>
                    <a:pt x="3967" y="5689"/>
                    <a:pt x="3840" y="5817"/>
                  </a:cubicBezTo>
                  <a:cubicBezTo>
                    <a:pt x="3712" y="5944"/>
                    <a:pt x="3543" y="6014"/>
                    <a:pt x="3362" y="6014"/>
                  </a:cubicBezTo>
                  <a:cubicBezTo>
                    <a:pt x="3209" y="6014"/>
                    <a:pt x="3049" y="5964"/>
                    <a:pt x="2900" y="5855"/>
                  </a:cubicBezTo>
                  <a:cubicBezTo>
                    <a:pt x="2766" y="5757"/>
                    <a:pt x="2685" y="5598"/>
                    <a:pt x="2685" y="5430"/>
                  </a:cubicBezTo>
                  <a:lnTo>
                    <a:pt x="2685" y="4036"/>
                  </a:lnTo>
                  <a:cubicBezTo>
                    <a:pt x="2685" y="3951"/>
                    <a:pt x="2617" y="3885"/>
                    <a:pt x="2535" y="3885"/>
                  </a:cubicBezTo>
                  <a:lnTo>
                    <a:pt x="1232" y="3885"/>
                  </a:lnTo>
                  <a:cubicBezTo>
                    <a:pt x="716" y="3885"/>
                    <a:pt x="330" y="3296"/>
                    <a:pt x="710" y="2752"/>
                  </a:cubicBezTo>
                  <a:cubicBezTo>
                    <a:pt x="797" y="2629"/>
                    <a:pt x="992" y="2532"/>
                    <a:pt x="1140" y="2532"/>
                  </a:cubicBezTo>
                  <a:lnTo>
                    <a:pt x="2537" y="2532"/>
                  </a:lnTo>
                  <a:cubicBezTo>
                    <a:pt x="2622" y="2532"/>
                    <a:pt x="2687" y="2464"/>
                    <a:pt x="2687" y="2381"/>
                  </a:cubicBezTo>
                  <a:lnTo>
                    <a:pt x="2687" y="1042"/>
                  </a:lnTo>
                  <a:cubicBezTo>
                    <a:pt x="2687" y="974"/>
                    <a:pt x="2700" y="912"/>
                    <a:pt x="2724" y="851"/>
                  </a:cubicBezTo>
                  <a:cubicBezTo>
                    <a:pt x="2835" y="566"/>
                    <a:pt x="3085" y="401"/>
                    <a:pt x="3362" y="401"/>
                  </a:cubicBezTo>
                  <a:cubicBezTo>
                    <a:pt x="3516" y="401"/>
                    <a:pt x="3678" y="452"/>
                    <a:pt x="3829" y="562"/>
                  </a:cubicBezTo>
                  <a:cubicBezTo>
                    <a:pt x="3965" y="660"/>
                    <a:pt x="4041" y="819"/>
                    <a:pt x="4041" y="982"/>
                  </a:cubicBezTo>
                  <a:lnTo>
                    <a:pt x="4041" y="2379"/>
                  </a:lnTo>
                  <a:cubicBezTo>
                    <a:pt x="4041" y="2464"/>
                    <a:pt x="4109" y="2529"/>
                    <a:pt x="4192" y="2529"/>
                  </a:cubicBezTo>
                  <a:lnTo>
                    <a:pt x="5495" y="2529"/>
                  </a:lnTo>
                  <a:cubicBezTo>
                    <a:pt x="6013" y="2529"/>
                    <a:pt x="6397" y="3119"/>
                    <a:pt x="6017" y="3663"/>
                  </a:cubicBezTo>
                  <a:cubicBezTo>
                    <a:pt x="5930" y="3784"/>
                    <a:pt x="5737" y="3883"/>
                    <a:pt x="5588" y="3883"/>
                  </a:cubicBezTo>
                  <a:lnTo>
                    <a:pt x="4190" y="3883"/>
                  </a:lnTo>
                  <a:cubicBezTo>
                    <a:pt x="4105" y="3883"/>
                    <a:pt x="4039" y="3951"/>
                    <a:pt x="4039" y="4034"/>
                  </a:cubicBezTo>
                  <a:lnTo>
                    <a:pt x="4039" y="4408"/>
                  </a:lnTo>
                  <a:cubicBezTo>
                    <a:pt x="4039" y="4516"/>
                    <a:pt x="4126" y="4606"/>
                    <a:pt x="4237" y="4606"/>
                  </a:cubicBezTo>
                  <a:cubicBezTo>
                    <a:pt x="4245" y="4606"/>
                    <a:pt x="4254" y="4606"/>
                    <a:pt x="4262" y="4605"/>
                  </a:cubicBezTo>
                  <a:cubicBezTo>
                    <a:pt x="4362" y="4594"/>
                    <a:pt x="4436" y="4501"/>
                    <a:pt x="4436" y="4399"/>
                  </a:cubicBezTo>
                  <a:lnTo>
                    <a:pt x="4436" y="4280"/>
                  </a:lnTo>
                  <a:lnTo>
                    <a:pt x="5493" y="4280"/>
                  </a:lnTo>
                  <a:cubicBezTo>
                    <a:pt x="6108" y="4280"/>
                    <a:pt x="6605" y="3760"/>
                    <a:pt x="6565" y="3136"/>
                  </a:cubicBezTo>
                  <a:cubicBezTo>
                    <a:pt x="6526" y="2565"/>
                    <a:pt x="6043" y="2133"/>
                    <a:pt x="5472" y="2133"/>
                  </a:cubicBezTo>
                  <a:lnTo>
                    <a:pt x="4434" y="2133"/>
                  </a:lnTo>
                  <a:lnTo>
                    <a:pt x="4434" y="1067"/>
                  </a:lnTo>
                  <a:cubicBezTo>
                    <a:pt x="4434" y="632"/>
                    <a:pt x="4097" y="165"/>
                    <a:pt x="3681" y="46"/>
                  </a:cubicBezTo>
                  <a:cubicBezTo>
                    <a:pt x="3574" y="15"/>
                    <a:pt x="3466" y="1"/>
                    <a:pt x="3362" y="1"/>
                  </a:cubicBezTo>
                  <a:close/>
                </a:path>
              </a:pathLst>
            </a:custGeom>
            <a:solidFill>
              <a:srgbClr val="556A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54"/>
            <p:cNvSpPr/>
            <p:nvPr/>
          </p:nvSpPr>
          <p:spPr>
            <a:xfrm>
              <a:off x="2927323" y="4313765"/>
              <a:ext cx="176298" cy="58712"/>
            </a:xfrm>
            <a:custGeom>
              <a:rect b="b" l="l" r="r" t="t"/>
              <a:pathLst>
                <a:path extrusionOk="0" h="2151" w="6459">
                  <a:moveTo>
                    <a:pt x="1113" y="1"/>
                  </a:moveTo>
                  <a:cubicBezTo>
                    <a:pt x="497" y="1"/>
                    <a:pt x="1" y="521"/>
                    <a:pt x="41" y="1145"/>
                  </a:cubicBezTo>
                  <a:cubicBezTo>
                    <a:pt x="79" y="1716"/>
                    <a:pt x="563" y="2151"/>
                    <a:pt x="1134" y="2151"/>
                  </a:cubicBezTo>
                  <a:lnTo>
                    <a:pt x="4035" y="2151"/>
                  </a:lnTo>
                  <a:cubicBezTo>
                    <a:pt x="4154" y="2151"/>
                    <a:pt x="4247" y="2051"/>
                    <a:pt x="4233" y="1928"/>
                  </a:cubicBezTo>
                  <a:cubicBezTo>
                    <a:pt x="4222" y="1826"/>
                    <a:pt x="4129" y="1752"/>
                    <a:pt x="4029" y="1752"/>
                  </a:cubicBezTo>
                  <a:lnTo>
                    <a:pt x="1111" y="1752"/>
                  </a:lnTo>
                  <a:cubicBezTo>
                    <a:pt x="667" y="1752"/>
                    <a:pt x="319" y="1323"/>
                    <a:pt x="468" y="858"/>
                  </a:cubicBezTo>
                  <a:cubicBezTo>
                    <a:pt x="548" y="604"/>
                    <a:pt x="839" y="400"/>
                    <a:pt x="1104" y="400"/>
                  </a:cubicBezTo>
                  <a:lnTo>
                    <a:pt x="5376" y="400"/>
                  </a:lnTo>
                  <a:cubicBezTo>
                    <a:pt x="5665" y="400"/>
                    <a:pt x="5926" y="580"/>
                    <a:pt x="6013" y="854"/>
                  </a:cubicBezTo>
                  <a:cubicBezTo>
                    <a:pt x="6113" y="1164"/>
                    <a:pt x="5996" y="1482"/>
                    <a:pt x="5729" y="1652"/>
                  </a:cubicBezTo>
                  <a:cubicBezTo>
                    <a:pt x="5623" y="1722"/>
                    <a:pt x="5497" y="1754"/>
                    <a:pt x="5370" y="1754"/>
                  </a:cubicBezTo>
                  <a:lnTo>
                    <a:pt x="4835" y="1754"/>
                  </a:lnTo>
                  <a:cubicBezTo>
                    <a:pt x="4719" y="1754"/>
                    <a:pt x="4623" y="1853"/>
                    <a:pt x="4638" y="1974"/>
                  </a:cubicBezTo>
                  <a:cubicBezTo>
                    <a:pt x="4648" y="2076"/>
                    <a:pt x="4742" y="2151"/>
                    <a:pt x="4844" y="2151"/>
                  </a:cubicBezTo>
                  <a:lnTo>
                    <a:pt x="5374" y="2151"/>
                  </a:lnTo>
                  <a:cubicBezTo>
                    <a:pt x="5663" y="2151"/>
                    <a:pt x="5930" y="2040"/>
                    <a:pt x="6134" y="1834"/>
                  </a:cubicBezTo>
                  <a:cubicBezTo>
                    <a:pt x="6344" y="1624"/>
                    <a:pt x="6459" y="1342"/>
                    <a:pt x="6448" y="1041"/>
                  </a:cubicBezTo>
                  <a:cubicBezTo>
                    <a:pt x="6429" y="468"/>
                    <a:pt x="5928" y="1"/>
                    <a:pt x="5355" y="1"/>
                  </a:cubicBezTo>
                  <a:close/>
                </a:path>
              </a:pathLst>
            </a:custGeom>
            <a:solidFill>
              <a:srgbClr val="556A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54"/>
            <p:cNvSpPr/>
            <p:nvPr/>
          </p:nvSpPr>
          <p:spPr>
            <a:xfrm>
              <a:off x="2734839" y="4059949"/>
              <a:ext cx="366818" cy="364961"/>
            </a:xfrm>
            <a:custGeom>
              <a:rect b="b" l="l" r="r" t="t"/>
              <a:pathLst>
                <a:path extrusionOk="0" h="13371" w="13439">
                  <a:moveTo>
                    <a:pt x="12698" y="404"/>
                  </a:moveTo>
                  <a:cubicBezTo>
                    <a:pt x="12789" y="404"/>
                    <a:pt x="12874" y="438"/>
                    <a:pt x="12940" y="503"/>
                  </a:cubicBezTo>
                  <a:cubicBezTo>
                    <a:pt x="13006" y="569"/>
                    <a:pt x="13042" y="656"/>
                    <a:pt x="13042" y="745"/>
                  </a:cubicBezTo>
                  <a:cubicBezTo>
                    <a:pt x="13042" y="837"/>
                    <a:pt x="13004" y="924"/>
                    <a:pt x="12940" y="987"/>
                  </a:cubicBezTo>
                  <a:lnTo>
                    <a:pt x="1053" y="12874"/>
                  </a:lnTo>
                  <a:cubicBezTo>
                    <a:pt x="990" y="12941"/>
                    <a:pt x="903" y="12975"/>
                    <a:pt x="811" y="12975"/>
                  </a:cubicBezTo>
                  <a:cubicBezTo>
                    <a:pt x="722" y="12975"/>
                    <a:pt x="633" y="12937"/>
                    <a:pt x="570" y="12874"/>
                  </a:cubicBezTo>
                  <a:cubicBezTo>
                    <a:pt x="438" y="12742"/>
                    <a:pt x="438" y="12523"/>
                    <a:pt x="570" y="12392"/>
                  </a:cubicBezTo>
                  <a:lnTo>
                    <a:pt x="12458" y="505"/>
                  </a:lnTo>
                  <a:cubicBezTo>
                    <a:pt x="12522" y="438"/>
                    <a:pt x="12609" y="404"/>
                    <a:pt x="12698" y="404"/>
                  </a:cubicBezTo>
                  <a:close/>
                  <a:moveTo>
                    <a:pt x="12698" y="0"/>
                  </a:moveTo>
                  <a:cubicBezTo>
                    <a:pt x="12503" y="0"/>
                    <a:pt x="12316" y="77"/>
                    <a:pt x="12176" y="217"/>
                  </a:cubicBezTo>
                  <a:lnTo>
                    <a:pt x="289" y="12105"/>
                  </a:lnTo>
                  <a:cubicBezTo>
                    <a:pt x="1" y="12394"/>
                    <a:pt x="1" y="12863"/>
                    <a:pt x="289" y="13154"/>
                  </a:cubicBezTo>
                  <a:cubicBezTo>
                    <a:pt x="427" y="13294"/>
                    <a:pt x="612" y="13370"/>
                    <a:pt x="811" y="13370"/>
                  </a:cubicBezTo>
                  <a:cubicBezTo>
                    <a:pt x="1011" y="13370"/>
                    <a:pt x="1196" y="13294"/>
                    <a:pt x="1334" y="13149"/>
                  </a:cubicBezTo>
                  <a:lnTo>
                    <a:pt x="13222" y="1263"/>
                  </a:lnTo>
                  <a:cubicBezTo>
                    <a:pt x="13362" y="1125"/>
                    <a:pt x="13439" y="938"/>
                    <a:pt x="13439" y="741"/>
                  </a:cubicBezTo>
                  <a:cubicBezTo>
                    <a:pt x="13439" y="544"/>
                    <a:pt x="13362" y="359"/>
                    <a:pt x="13222" y="217"/>
                  </a:cubicBezTo>
                  <a:cubicBezTo>
                    <a:pt x="13084" y="77"/>
                    <a:pt x="12895" y="0"/>
                    <a:pt x="12698" y="0"/>
                  </a:cubicBezTo>
                  <a:close/>
                </a:path>
              </a:pathLst>
            </a:custGeom>
            <a:solidFill>
              <a:srgbClr val="556A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58" name="Google Shape;4258;p54"/>
          <p:cNvSpPr txBox="1"/>
          <p:nvPr>
            <p:ph idx="1" type="subTitle"/>
          </p:nvPr>
        </p:nvSpPr>
        <p:spPr>
          <a:xfrm>
            <a:off x="912350" y="3652475"/>
            <a:ext cx="7530300" cy="13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Why do they both give the same result?</a:t>
            </a:r>
            <a:endParaRPr u="sng"/>
          </a:p>
          <a:p>
            <a:pPr indent="0" lvl="0" marL="0" rtl="0" algn="l">
              <a:spcBef>
                <a:spcPts val="0"/>
              </a:spcBef>
              <a:spcAft>
                <a:spcPts val="0"/>
              </a:spcAft>
              <a:buNone/>
            </a:pPr>
            <a:r>
              <a:rPr lang="en"/>
              <a:t>They are both solving the same problem → </a:t>
            </a:r>
            <a:r>
              <a:rPr lang="en"/>
              <a:t>Ax = 𝛌x. Eigendecomposition shows that the behavior of a matrix is dictated by its eigenvectors. The Power Method exploits this by repeatedly applying the transformation. The math naturally forces the vector to align with the principal axis defined by the eigendecomposition. </a:t>
            </a:r>
            <a:endParaRPr/>
          </a:p>
        </p:txBody>
      </p:sp>
      <p:sp>
        <p:nvSpPr>
          <p:cNvPr id="4259" name="Google Shape;4259;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3" name="Shape 4263"/>
        <p:cNvGrpSpPr/>
        <p:nvPr/>
      </p:nvGrpSpPr>
      <p:grpSpPr>
        <a:xfrm>
          <a:off x="0" y="0"/>
          <a:ext cx="0" cy="0"/>
          <a:chOff x="0" y="0"/>
          <a:chExt cx="0" cy="0"/>
        </a:xfrm>
      </p:grpSpPr>
      <p:sp>
        <p:nvSpPr>
          <p:cNvPr id="4264" name="Google Shape;4264;p55"/>
          <p:cNvSpPr txBox="1"/>
          <p:nvPr>
            <p:ph type="title"/>
          </p:nvPr>
        </p:nvSpPr>
        <p:spPr>
          <a:xfrm>
            <a:off x="3148350" y="2161875"/>
            <a:ext cx="5067600" cy="151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Teleportation</a:t>
            </a:r>
            <a:r>
              <a:rPr lang="en"/>
              <a:t> Matrix</a:t>
            </a:r>
            <a:endParaRPr/>
          </a:p>
        </p:txBody>
      </p:sp>
      <p:sp>
        <p:nvSpPr>
          <p:cNvPr id="4265" name="Google Shape;4265;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66" name="Google Shape;4266;p55"/>
          <p:cNvSpPr txBox="1"/>
          <p:nvPr>
            <p:ph idx="2" type="title"/>
          </p:nvPr>
        </p:nvSpPr>
        <p:spPr>
          <a:xfrm>
            <a:off x="6563850" y="1095225"/>
            <a:ext cx="1652100" cy="915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04</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0" name="Shape 4270"/>
        <p:cNvGrpSpPr/>
        <p:nvPr/>
      </p:nvGrpSpPr>
      <p:grpSpPr>
        <a:xfrm>
          <a:off x="0" y="0"/>
          <a:ext cx="0" cy="0"/>
          <a:chOff x="0" y="0"/>
          <a:chExt cx="0" cy="0"/>
        </a:xfrm>
      </p:grpSpPr>
      <p:sp>
        <p:nvSpPr>
          <p:cNvPr id="4271" name="Google Shape;4271;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Reducible Matrix Problem</a:t>
            </a:r>
            <a:endParaRPr/>
          </a:p>
        </p:txBody>
      </p:sp>
      <p:sp>
        <p:nvSpPr>
          <p:cNvPr id="4272" name="Google Shape;4272;p56"/>
          <p:cNvSpPr txBox="1"/>
          <p:nvPr>
            <p:ph idx="1" type="body"/>
          </p:nvPr>
        </p:nvSpPr>
        <p:spPr>
          <a:xfrm>
            <a:off x="720000" y="1165500"/>
            <a:ext cx="7704000" cy="257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 after fixing dangling nodes, the graph may not be strongly connected (there may be subsets of pages that trap the random surfer permanently)</a:t>
            </a:r>
            <a:endParaRPr/>
          </a:p>
          <a:p>
            <a:pPr indent="0" lvl="0" marL="457200" rtl="0" algn="l">
              <a:spcBef>
                <a:spcPts val="0"/>
              </a:spcBef>
              <a:spcAft>
                <a:spcPts val="0"/>
              </a:spcAft>
              <a:buNone/>
            </a:pPr>
            <a:r>
              <a:rPr lang="en"/>
              <a:t>→ This is called a reducible Markov chain, and it produces non-unique or zero-valued PageRank entries for isolated pages.</a:t>
            </a:r>
            <a:endParaRPr/>
          </a:p>
          <a:p>
            <a:pPr indent="0" lvl="0" marL="457200" rtl="0" algn="l">
              <a:spcBef>
                <a:spcPts val="0"/>
              </a:spcBef>
              <a:spcAft>
                <a:spcPts val="0"/>
              </a:spcAft>
              <a:buNone/>
            </a:pPr>
            <a:r>
              <a:rPr lang="en"/>
              <a:t>→ If a graph isn't strongly connected, the matrix is reducible. The random surfer gets trapped, and the PageRank pools entirely into the trap nodes, rendering the rest of the vector zero.</a:t>
            </a:r>
            <a:endParaRPr/>
          </a:p>
          <a:p>
            <a:pPr indent="0" lvl="0" marL="457200" rtl="0" algn="l">
              <a:spcBef>
                <a:spcPts val="0"/>
              </a:spcBef>
              <a:spcAft>
                <a:spcPts val="0"/>
              </a:spcAft>
              <a:buNone/>
            </a:pPr>
            <a:r>
              <a:t/>
            </a:r>
            <a:endParaRPr/>
          </a:p>
          <a:p>
            <a:pPr indent="0" lvl="0" marL="0" rtl="0" algn="l">
              <a:spcBef>
                <a:spcPts val="0"/>
              </a:spcBef>
              <a:spcAft>
                <a:spcPts val="0"/>
              </a:spcAft>
              <a:buNone/>
            </a:pPr>
            <a:r>
              <a:rPr lang="en"/>
              <a:t>How do we fix this?</a:t>
            </a:r>
            <a:endParaRPr/>
          </a:p>
        </p:txBody>
      </p:sp>
      <p:sp>
        <p:nvSpPr>
          <p:cNvPr id="4273" name="Google Shape;4273;p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7" name="Shape 4277"/>
        <p:cNvGrpSpPr/>
        <p:nvPr/>
      </p:nvGrpSpPr>
      <p:grpSpPr>
        <a:xfrm>
          <a:off x="0" y="0"/>
          <a:ext cx="0" cy="0"/>
          <a:chOff x="0" y="0"/>
          <a:chExt cx="0" cy="0"/>
        </a:xfrm>
      </p:grpSpPr>
      <p:sp>
        <p:nvSpPr>
          <p:cNvPr id="4278" name="Google Shape;4278;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a:t>Teleportation</a:t>
            </a:r>
            <a:r>
              <a:rPr lang="en"/>
              <a:t> Matrix </a:t>
            </a:r>
            <a:r>
              <a:rPr lang="en"/>
              <a:t>G̃</a:t>
            </a:r>
            <a:endParaRPr/>
          </a:p>
        </p:txBody>
      </p:sp>
      <p:sp>
        <p:nvSpPr>
          <p:cNvPr id="4279" name="Google Shape;4279;p57"/>
          <p:cNvSpPr txBox="1"/>
          <p:nvPr>
            <p:ph idx="1" type="body"/>
          </p:nvPr>
        </p:nvSpPr>
        <p:spPr>
          <a:xfrm>
            <a:off x="720000" y="1165494"/>
            <a:ext cx="7704000" cy="3463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Brin and Page introduced a "damping factor" where ⍺ = 0.85</a:t>
            </a:r>
            <a:endParaRPr/>
          </a:p>
          <a:p>
            <a:pPr indent="-317500" lvl="0" marL="457200" rtl="0" algn="l">
              <a:spcBef>
                <a:spcPts val="0"/>
              </a:spcBef>
              <a:spcAft>
                <a:spcPts val="0"/>
              </a:spcAft>
              <a:buSzPts val="1400"/>
              <a:buChar char="●"/>
            </a:pPr>
            <a:r>
              <a:rPr lang="en"/>
              <a:t>G̃ = ⍺G + (1 - ⍺)E where E = (1/n)1</a:t>
            </a:r>
            <a:r>
              <a:rPr baseline="-25000" lang="en"/>
              <a:t>n</a:t>
            </a:r>
            <a:r>
              <a:rPr lang="en"/>
              <a:t>1</a:t>
            </a:r>
            <a:r>
              <a:rPr baseline="-25000" lang="en"/>
              <a:t>n</a:t>
            </a:r>
            <a:r>
              <a:rPr baseline="30000" lang="en"/>
              <a:t>T</a:t>
            </a:r>
            <a:endParaRPr/>
          </a:p>
          <a:p>
            <a:pPr indent="-317500" lvl="0" marL="685800" rtl="0" algn="l">
              <a:spcBef>
                <a:spcPts val="0"/>
              </a:spcBef>
              <a:spcAft>
                <a:spcPts val="0"/>
              </a:spcAft>
              <a:buSzPts val="1400"/>
              <a:buChar char="●"/>
            </a:pPr>
            <a:r>
              <a:rPr lang="en"/>
              <a:t>Probability ⍺ = 0.85, the surfer follows a link normally (modeled by G)</a:t>
            </a:r>
            <a:endParaRPr/>
          </a:p>
          <a:p>
            <a:pPr indent="-317500" lvl="0" marL="685800" rtl="0" algn="l">
              <a:spcBef>
                <a:spcPts val="0"/>
              </a:spcBef>
              <a:spcAft>
                <a:spcPts val="0"/>
              </a:spcAft>
              <a:buSzPts val="1400"/>
              <a:buChar char="●"/>
            </a:pPr>
            <a:r>
              <a:rPr lang="en"/>
              <a:t>Probability 1 - ⍺ = 0.15, the surfer teleports to any random page (modeled by E)</a:t>
            </a:r>
            <a:endParaRPr/>
          </a:p>
          <a:p>
            <a:pPr indent="-317500" lvl="0" marL="457200" rtl="0" algn="l">
              <a:spcBef>
                <a:spcPts val="0"/>
              </a:spcBef>
              <a:spcAft>
                <a:spcPts val="0"/>
              </a:spcAft>
              <a:buSzPts val="1400"/>
              <a:buChar char="●"/>
            </a:pPr>
            <a:r>
              <a:rPr lang="en"/>
              <a:t>G̃ </a:t>
            </a:r>
            <a:r>
              <a:rPr lang="en"/>
              <a:t>has all positive entries (since every entry of E = 1/n which is &gt; 0)</a:t>
            </a:r>
            <a:endParaRPr/>
          </a:p>
          <a:p>
            <a:pPr indent="0" lvl="0" marL="685800" rtl="0" algn="l">
              <a:spcBef>
                <a:spcPts val="0"/>
              </a:spcBef>
              <a:spcAft>
                <a:spcPts val="0"/>
              </a:spcAft>
              <a:buNone/>
            </a:pPr>
            <a:r>
              <a:rPr lang="en"/>
              <a:t>→ makes it irreducible</a:t>
            </a:r>
            <a:endParaRPr/>
          </a:p>
          <a:p>
            <a:pPr indent="-317500" lvl="0" marL="457200" rtl="0" algn="l">
              <a:spcBef>
                <a:spcPts val="0"/>
              </a:spcBef>
              <a:spcAft>
                <a:spcPts val="0"/>
              </a:spcAft>
              <a:buSzPts val="1400"/>
              <a:buChar char="●"/>
            </a:pPr>
            <a:r>
              <a:rPr lang="en"/>
              <a:t>By Perron-Frobenius, an irreducible stochastic matrix has a unique, fully positive stationary distribution</a:t>
            </a:r>
            <a:endParaRPr/>
          </a:p>
          <a:p>
            <a:pPr indent="0" lvl="0" marL="685800" rtl="0" algn="l">
              <a:spcBef>
                <a:spcPts val="0"/>
              </a:spcBef>
              <a:spcAft>
                <a:spcPts val="0"/>
              </a:spcAft>
              <a:buNone/>
            </a:pPr>
            <a:r>
              <a:rPr lang="en"/>
              <a:t>→ the PageRank vector is now guaranteed to exist and be unique</a:t>
            </a:r>
            <a:endParaRPr/>
          </a:p>
          <a:p>
            <a:pPr indent="-317500" lvl="0" marL="457200" rtl="0" algn="l">
              <a:spcBef>
                <a:spcPts val="0"/>
              </a:spcBef>
              <a:spcAft>
                <a:spcPts val="0"/>
              </a:spcAft>
              <a:buSzPts val="1400"/>
              <a:buChar char="●"/>
            </a:pPr>
            <a:r>
              <a:rPr lang="en"/>
              <a:t>Building </a:t>
            </a:r>
            <a:r>
              <a:rPr lang="en"/>
              <a:t>G̃:</a:t>
            </a:r>
            <a:endParaRPr/>
          </a:p>
          <a:p>
            <a:pPr indent="-317500" lvl="1" marL="914400" rtl="0" algn="l">
              <a:spcBef>
                <a:spcPts val="0"/>
              </a:spcBef>
              <a:spcAft>
                <a:spcPts val="0"/>
              </a:spcAft>
              <a:buSzPts val="1400"/>
              <a:buChar char="○"/>
            </a:pPr>
            <a:r>
              <a:rPr lang="en"/>
              <a:t>E matrix: all entries 1/n = 1/12</a:t>
            </a:r>
            <a:endParaRPr/>
          </a:p>
          <a:p>
            <a:pPr indent="-317500" lvl="1" marL="914400" rtl="0" algn="l">
              <a:lnSpc>
                <a:spcPct val="115000"/>
              </a:lnSpc>
              <a:spcBef>
                <a:spcPts val="0"/>
              </a:spcBef>
              <a:spcAft>
                <a:spcPts val="0"/>
              </a:spcAft>
              <a:buSzPts val="1400"/>
              <a:buChar char="○"/>
            </a:pPr>
            <a:r>
              <a:rPr lang="en"/>
              <a:t>⍺ = 0.85</a:t>
            </a:r>
            <a:endParaRPr/>
          </a:p>
          <a:p>
            <a:pPr indent="-317500" lvl="1" marL="914400" rtl="0" algn="l">
              <a:lnSpc>
                <a:spcPct val="115000"/>
              </a:lnSpc>
              <a:spcBef>
                <a:spcPts val="0"/>
              </a:spcBef>
              <a:spcAft>
                <a:spcPts val="0"/>
              </a:spcAft>
              <a:buSzPts val="1400"/>
              <a:buChar char="○"/>
            </a:pPr>
            <a:r>
              <a:rPr lang="en"/>
              <a:t>G = fixed G</a:t>
            </a:r>
            <a:endParaRPr/>
          </a:p>
          <a:p>
            <a:pPr indent="0" lvl="0" marL="0" rtl="0" algn="l">
              <a:spcBef>
                <a:spcPts val="0"/>
              </a:spcBef>
              <a:spcAft>
                <a:spcPts val="0"/>
              </a:spcAft>
              <a:buNone/>
            </a:pPr>
            <a:r>
              <a:t/>
            </a:r>
            <a:endParaRPr/>
          </a:p>
        </p:txBody>
      </p:sp>
      <p:sp>
        <p:nvSpPr>
          <p:cNvPr id="4280" name="Google Shape;4280;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4" name="Shape 4284"/>
        <p:cNvGrpSpPr/>
        <p:nvPr/>
      </p:nvGrpSpPr>
      <p:grpSpPr>
        <a:xfrm>
          <a:off x="0" y="0"/>
          <a:ext cx="0" cy="0"/>
          <a:chOff x="0" y="0"/>
          <a:chExt cx="0" cy="0"/>
        </a:xfrm>
      </p:grpSpPr>
      <p:sp>
        <p:nvSpPr>
          <p:cNvPr id="4285" name="Google Shape;4285;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Eigendecomposition, </a:t>
            </a:r>
            <a:r>
              <a:rPr lang="en"/>
              <a:t>Power Method, and PageRank for </a:t>
            </a:r>
            <a:r>
              <a:rPr lang="en"/>
              <a:t>G̃</a:t>
            </a:r>
            <a:endParaRPr/>
          </a:p>
        </p:txBody>
      </p:sp>
      <p:sp>
        <p:nvSpPr>
          <p:cNvPr id="4286" name="Google Shape;4286;p58"/>
          <p:cNvSpPr txBox="1"/>
          <p:nvPr>
            <p:ph idx="1" type="body"/>
          </p:nvPr>
        </p:nvSpPr>
        <p:spPr>
          <a:xfrm>
            <a:off x="720000" y="1602700"/>
            <a:ext cx="7704000" cy="572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Solve G̃</a:t>
            </a:r>
            <a:r>
              <a:rPr baseline="30000" lang="en"/>
              <a:t>T</a:t>
            </a:r>
            <a:r>
              <a:rPr lang="en"/>
              <a:t>π = π and get max </a:t>
            </a:r>
            <a:r>
              <a:rPr lang="en"/>
              <a:t>𝛌 = 1 and solve using Power Method with G̃ to get max difference of π for power and eigen to be 5.98e-12</a:t>
            </a:r>
            <a:endParaRPr/>
          </a:p>
          <a:p>
            <a:pPr indent="-317500" lvl="0" marL="457200" rtl="0" algn="l">
              <a:spcBef>
                <a:spcPts val="0"/>
              </a:spcBef>
              <a:spcAft>
                <a:spcPts val="0"/>
              </a:spcAft>
              <a:buSzPts val="1400"/>
              <a:buChar char="●"/>
            </a:pPr>
            <a:r>
              <a:rPr lang="en"/>
              <a:t>Next we compute the PageRank using G̃ </a:t>
            </a:r>
            <a:endParaRPr/>
          </a:p>
        </p:txBody>
      </p:sp>
      <p:sp>
        <p:nvSpPr>
          <p:cNvPr id="4287" name="Google Shape;4287;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288" name="Google Shape;4288;p58" title="Screenshot 2026-03-20 at 1.03.50 PM.png"/>
          <p:cNvPicPr preferRelativeResize="0"/>
          <p:nvPr/>
        </p:nvPicPr>
        <p:blipFill>
          <a:blip r:embed="rId3">
            <a:alphaModFix/>
          </a:blip>
          <a:stretch>
            <a:fillRect/>
          </a:stretch>
        </p:blipFill>
        <p:spPr>
          <a:xfrm>
            <a:off x="1497338" y="2430675"/>
            <a:ext cx="6149315" cy="266330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2" name="Shape 4292"/>
        <p:cNvGrpSpPr/>
        <p:nvPr/>
      </p:nvGrpSpPr>
      <p:grpSpPr>
        <a:xfrm>
          <a:off x="0" y="0"/>
          <a:ext cx="0" cy="0"/>
          <a:chOff x="0" y="0"/>
          <a:chExt cx="0" cy="0"/>
        </a:xfrm>
      </p:grpSpPr>
      <p:sp>
        <p:nvSpPr>
          <p:cNvPr id="4293" name="Google Shape;4293;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Comparing </a:t>
            </a:r>
            <a:r>
              <a:rPr lang="en"/>
              <a:t>G̃ and G</a:t>
            </a:r>
            <a:endParaRPr/>
          </a:p>
        </p:txBody>
      </p:sp>
      <p:sp>
        <p:nvSpPr>
          <p:cNvPr id="4294" name="Google Shape;4294;p59"/>
          <p:cNvSpPr txBox="1"/>
          <p:nvPr>
            <p:ph idx="1" type="body"/>
          </p:nvPr>
        </p:nvSpPr>
        <p:spPr>
          <a:xfrm>
            <a:off x="720000" y="1165500"/>
            <a:ext cx="7704000" cy="1569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Adding teleportation slightly redistributes importance</a:t>
            </a:r>
            <a:endParaRPr/>
          </a:p>
          <a:p>
            <a:pPr indent="0" lvl="0" marL="457200" rtl="0" algn="l">
              <a:spcBef>
                <a:spcPts val="0"/>
              </a:spcBef>
              <a:spcAft>
                <a:spcPts val="0"/>
              </a:spcAft>
              <a:buNone/>
            </a:pPr>
            <a:r>
              <a:rPr lang="en"/>
              <a:t>→ heavily-linked pages lose a little weight because 15% of visits are now uniform random while isolated pages gain a bit</a:t>
            </a:r>
            <a:endParaRPr/>
          </a:p>
          <a:p>
            <a:pPr indent="0" lvl="0" marL="457200" rtl="0" algn="l">
              <a:spcBef>
                <a:spcPts val="0"/>
              </a:spcBef>
              <a:spcAft>
                <a:spcPts val="0"/>
              </a:spcAft>
              <a:buNone/>
            </a:pPr>
            <a:r>
              <a:rPr lang="en"/>
              <a:t>→ </a:t>
            </a:r>
            <a:r>
              <a:rPr lang="en"/>
              <a:t>This redistribution mitigates the effect of overly dense local clusters</a:t>
            </a:r>
            <a:endParaRPr/>
          </a:p>
          <a:p>
            <a:pPr indent="-317500" lvl="0" marL="457200" rtl="0" algn="l">
              <a:spcBef>
                <a:spcPts val="0"/>
              </a:spcBef>
              <a:spcAft>
                <a:spcPts val="0"/>
              </a:spcAft>
              <a:buSzPts val="1400"/>
              <a:buChar char="●"/>
            </a:pPr>
            <a:r>
              <a:rPr lang="en"/>
              <a:t>If the top pages remain the same, it confirms the link structure is the dominant factor in determining importance</a:t>
            </a:r>
            <a:endParaRPr/>
          </a:p>
          <a:p>
            <a:pPr indent="-317500" lvl="0" marL="457200" rtl="0" algn="l">
              <a:spcBef>
                <a:spcPts val="0"/>
              </a:spcBef>
              <a:spcAft>
                <a:spcPts val="0"/>
              </a:spcAft>
              <a:buSzPts val="1400"/>
              <a:buChar char="●"/>
            </a:pPr>
            <a:r>
              <a:rPr lang="en" u="sng"/>
              <a:t>Results</a:t>
            </a:r>
            <a:r>
              <a:rPr lang="en"/>
              <a:t>: Nodes L and H switch ranks from 6 and 7 in fixed G to 7 and 6 in G̃ but top pages remain the same </a:t>
            </a:r>
            <a:endParaRPr/>
          </a:p>
        </p:txBody>
      </p:sp>
      <p:sp>
        <p:nvSpPr>
          <p:cNvPr id="4295" name="Google Shape;4295;p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296" name="Google Shape;4296;p59" title="Screenshot 2026-03-20 at 12.36.41 AM.png"/>
          <p:cNvPicPr preferRelativeResize="0"/>
          <p:nvPr/>
        </p:nvPicPr>
        <p:blipFill>
          <a:blip r:embed="rId3">
            <a:alphaModFix/>
          </a:blip>
          <a:stretch>
            <a:fillRect/>
          </a:stretch>
        </p:blipFill>
        <p:spPr>
          <a:xfrm>
            <a:off x="6174125" y="3231825"/>
            <a:ext cx="2969874" cy="1568999"/>
          </a:xfrm>
          <a:prstGeom prst="rect">
            <a:avLst/>
          </a:prstGeom>
          <a:noFill/>
          <a:ln>
            <a:noFill/>
          </a:ln>
        </p:spPr>
      </p:pic>
      <p:pic>
        <p:nvPicPr>
          <p:cNvPr id="4297" name="Google Shape;4297;p59"/>
          <p:cNvPicPr preferRelativeResize="0"/>
          <p:nvPr/>
        </p:nvPicPr>
        <p:blipFill>
          <a:blip r:embed="rId4">
            <a:alphaModFix/>
          </a:blip>
          <a:stretch>
            <a:fillRect/>
          </a:stretch>
        </p:blipFill>
        <p:spPr>
          <a:xfrm>
            <a:off x="0" y="3231825"/>
            <a:ext cx="6174126" cy="19034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1" name="Shape 4301"/>
        <p:cNvGrpSpPr/>
        <p:nvPr/>
      </p:nvGrpSpPr>
      <p:grpSpPr>
        <a:xfrm>
          <a:off x="0" y="0"/>
          <a:ext cx="0" cy="0"/>
          <a:chOff x="0" y="0"/>
          <a:chExt cx="0" cy="0"/>
        </a:xfrm>
      </p:grpSpPr>
      <p:sp>
        <p:nvSpPr>
          <p:cNvPr id="4302" name="Google Shape;4302;p60"/>
          <p:cNvSpPr txBox="1"/>
          <p:nvPr>
            <p:ph type="title"/>
          </p:nvPr>
        </p:nvSpPr>
        <p:spPr>
          <a:xfrm>
            <a:off x="3148350" y="2161875"/>
            <a:ext cx="5067600" cy="151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Term-Document Matrix</a:t>
            </a:r>
            <a:endParaRPr/>
          </a:p>
        </p:txBody>
      </p:sp>
      <p:sp>
        <p:nvSpPr>
          <p:cNvPr id="4303" name="Google Shape;4303;p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04" name="Google Shape;4304;p60"/>
          <p:cNvSpPr txBox="1"/>
          <p:nvPr>
            <p:ph idx="2" type="title"/>
          </p:nvPr>
        </p:nvSpPr>
        <p:spPr>
          <a:xfrm>
            <a:off x="6563850" y="1095225"/>
            <a:ext cx="1652100" cy="915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05</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8" name="Shape 4308"/>
        <p:cNvGrpSpPr/>
        <p:nvPr/>
      </p:nvGrpSpPr>
      <p:grpSpPr>
        <a:xfrm>
          <a:off x="0" y="0"/>
          <a:ext cx="0" cy="0"/>
          <a:chOff x="0" y="0"/>
          <a:chExt cx="0" cy="0"/>
        </a:xfrm>
      </p:grpSpPr>
      <p:sp>
        <p:nvSpPr>
          <p:cNvPr id="4309" name="Google Shape;4309;p61"/>
          <p:cNvSpPr/>
          <p:nvPr/>
        </p:nvSpPr>
        <p:spPr>
          <a:xfrm>
            <a:off x="7581475" y="4543425"/>
            <a:ext cx="975300" cy="93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Fira Sans"/>
                <a:ea typeface="Fira Sans"/>
                <a:cs typeface="Fira Sans"/>
                <a:sym typeface="Fira Sans"/>
              </a:rPr>
              <a:t> </a:t>
            </a:r>
            <a:endParaRPr>
              <a:latin typeface="Fira Sans"/>
              <a:ea typeface="Fira Sans"/>
              <a:cs typeface="Fira Sans"/>
              <a:sym typeface="Fira Sans"/>
            </a:endParaRPr>
          </a:p>
        </p:txBody>
      </p:sp>
      <p:sp>
        <p:nvSpPr>
          <p:cNvPr id="4310" name="Google Shape;4310;p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Term-Document Matrix T</a:t>
            </a:r>
            <a:endParaRPr/>
          </a:p>
        </p:txBody>
      </p:sp>
      <p:sp>
        <p:nvSpPr>
          <p:cNvPr id="4311" name="Google Shape;4311;p61"/>
          <p:cNvSpPr txBox="1"/>
          <p:nvPr>
            <p:ph idx="1" type="body"/>
          </p:nvPr>
        </p:nvSpPr>
        <p:spPr>
          <a:xfrm>
            <a:off x="720000" y="1165500"/>
            <a:ext cx="4003500" cy="36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What is a term-document matrix?</a:t>
            </a:r>
            <a:r>
              <a:rPr lang="en"/>
              <a:t> → </a:t>
            </a:r>
            <a:r>
              <a:rPr lang="en"/>
              <a:t>T is a 17 × 12 binary matrix (17 keywords × 12 pages)</a:t>
            </a:r>
            <a:endParaRPr/>
          </a:p>
          <a:p>
            <a:pPr indent="0" lvl="0" marL="457200" rtl="0" algn="l">
              <a:spcBef>
                <a:spcPts val="0"/>
              </a:spcBef>
              <a:spcAft>
                <a:spcPts val="0"/>
              </a:spcAft>
              <a:buNone/>
            </a:pPr>
            <a:r>
              <a:rPr lang="en"/>
              <a:t>→ T</a:t>
            </a:r>
            <a:r>
              <a:rPr baseline="-25000" lang="en"/>
              <a:t>kp</a:t>
            </a:r>
            <a:r>
              <a:rPr lang="en"/>
              <a:t> = 1 if keyword k appears on page p;    </a:t>
            </a:r>
            <a:endParaRPr/>
          </a:p>
          <a:p>
            <a:pPr indent="457200" lvl="0" marL="457200" rtl="0" algn="l">
              <a:spcBef>
                <a:spcPts val="0"/>
              </a:spcBef>
              <a:spcAft>
                <a:spcPts val="0"/>
              </a:spcAft>
              <a:buNone/>
            </a:pPr>
            <a:r>
              <a:rPr lang="en"/>
              <a:t> = 0 otherwise </a:t>
            </a:r>
            <a:endParaRPr/>
          </a:p>
          <a:p>
            <a:pPr indent="457200" lvl="0" marL="0" rtl="0" algn="l">
              <a:spcBef>
                <a:spcPts val="0"/>
              </a:spcBef>
              <a:spcAft>
                <a:spcPts val="0"/>
              </a:spcAft>
              <a:buNone/>
            </a:pPr>
            <a:r>
              <a:t/>
            </a:r>
            <a:endParaRPr/>
          </a:p>
          <a:p>
            <a:pPr indent="0" lvl="0" marL="0" rtl="0" algn="l">
              <a:spcBef>
                <a:spcPts val="0"/>
              </a:spcBef>
              <a:spcAft>
                <a:spcPts val="0"/>
              </a:spcAft>
              <a:buNone/>
            </a:pPr>
            <a:r>
              <a:rPr lang="en"/>
              <a:t>For a query </a:t>
            </a:r>
            <a:r>
              <a:rPr lang="en"/>
              <a:t>vector</a:t>
            </a:r>
            <a:r>
              <a:rPr lang="en"/>
              <a:t> q, we compute d = T</a:t>
            </a:r>
            <a:r>
              <a:rPr baseline="30000" lang="en"/>
              <a:t>T</a:t>
            </a:r>
            <a:r>
              <a:rPr lang="en"/>
              <a:t>q where d is a 12-element vector</a:t>
            </a:r>
            <a:endParaRPr/>
          </a:p>
          <a:p>
            <a:pPr indent="0" lvl="0" marL="457200" rtl="0" algn="l">
              <a:spcBef>
                <a:spcPts val="0"/>
              </a:spcBef>
              <a:spcAft>
                <a:spcPts val="0"/>
              </a:spcAft>
              <a:buNone/>
            </a:pPr>
            <a:r>
              <a:rPr lang="en"/>
              <a:t>→ d</a:t>
            </a:r>
            <a:r>
              <a:rPr baseline="-25000" lang="en"/>
              <a:t>p</a:t>
            </a:r>
            <a:r>
              <a:rPr lang="en"/>
              <a:t> counts how many keywords appear on page</a:t>
            </a:r>
            <a:r>
              <a:rPr lang="en"/>
              <a:t> p</a:t>
            </a:r>
            <a:br>
              <a:rPr lang="en"/>
            </a:br>
            <a:endParaRPr/>
          </a:p>
          <a:p>
            <a:pPr indent="0" lvl="0" marL="0" rtl="0" algn="l">
              <a:spcBef>
                <a:spcPts val="0"/>
              </a:spcBef>
              <a:spcAft>
                <a:spcPts val="0"/>
              </a:spcAft>
              <a:buNone/>
            </a:pPr>
            <a:r>
              <a:rPr lang="en"/>
              <a:t>T[keyword_index][page_index] = 1 if keyword on page, else 0</a:t>
            </a:r>
            <a:endParaRPr/>
          </a:p>
          <a:p>
            <a:pPr indent="0" lvl="0" marL="0" rtl="0" algn="l">
              <a:spcBef>
                <a:spcPts val="0"/>
              </a:spcBef>
              <a:spcAft>
                <a:spcPts val="0"/>
              </a:spcAft>
              <a:buNone/>
            </a:pPr>
            <a:r>
              <a:rPr lang="en"/>
              <a:t># Pages:     A  B  C  D  E  F  G  H  I  J  K  L</a:t>
            </a:r>
            <a:endParaRPr/>
          </a:p>
          <a:p>
            <a:pPr indent="0" lvl="0" marL="0" rtl="0" algn="l">
              <a:spcBef>
                <a:spcPts val="0"/>
              </a:spcBef>
              <a:spcAft>
                <a:spcPts val="0"/>
              </a:spcAft>
              <a:buNone/>
            </a:pPr>
            <a:r>
              <a:rPr lang="en"/>
              <a:t># Indices:   0  1  2  3  4  5  6  7  8  9 10 11</a:t>
            </a:r>
            <a:endParaRPr/>
          </a:p>
          <a:p>
            <a:pPr indent="0" lvl="0" marL="0" rtl="0" algn="l">
              <a:spcBef>
                <a:spcPts val="0"/>
              </a:spcBef>
              <a:spcAft>
                <a:spcPts val="0"/>
              </a:spcAft>
              <a:buNone/>
            </a:pPr>
            <a:r>
              <a:t/>
            </a:r>
            <a:endParaRPr/>
          </a:p>
        </p:txBody>
      </p:sp>
      <p:sp>
        <p:nvSpPr>
          <p:cNvPr id="4312" name="Google Shape;4312;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13" name="Google Shape;4313;p61"/>
          <p:cNvSpPr txBox="1"/>
          <p:nvPr/>
        </p:nvSpPr>
        <p:spPr>
          <a:xfrm>
            <a:off x="5092050" y="1255650"/>
            <a:ext cx="4003500" cy="388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1"/>
                </a:solidFill>
                <a:latin typeface="Fira Sans"/>
                <a:ea typeface="Fira Sans"/>
                <a:cs typeface="Fira Sans"/>
                <a:sym typeface="Fira Sans"/>
              </a:rPr>
              <a:t>T</a:t>
            </a:r>
            <a:r>
              <a:rPr lang="en" sz="1100">
                <a:solidFill>
                  <a:schemeClr val="dk1"/>
                </a:solidFill>
                <a:latin typeface="Fira Sans"/>
                <a:ea typeface="Fira Sans"/>
                <a:cs typeface="Fira Sans"/>
                <a:sym typeface="Fira Sans"/>
              </a:rPr>
              <a:t> = </a:t>
            </a:r>
            <a:endParaRPr sz="1100">
              <a:solidFill>
                <a:schemeClr val="dk1"/>
              </a:solidFill>
              <a:latin typeface="Fira Sans"/>
              <a:ea typeface="Fira Sans"/>
              <a:cs typeface="Fira Sans"/>
              <a:sym typeface="Fira Sans"/>
            </a:endParaRPr>
          </a:p>
          <a:p>
            <a:pPr indent="0" lvl="0" marL="457200" rtl="0" algn="l">
              <a:lnSpc>
                <a:spcPct val="115000"/>
              </a:lnSpc>
              <a:spcBef>
                <a:spcPts val="0"/>
              </a:spcBef>
              <a:spcAft>
                <a:spcPts val="0"/>
              </a:spcAft>
              <a:buNone/>
            </a:pPr>
            <a:r>
              <a:rPr lang="en" sz="1100">
                <a:solidFill>
                  <a:schemeClr val="dk1"/>
                </a:solidFill>
                <a:latin typeface="Fira Sans"/>
                <a:ea typeface="Fira Sans"/>
                <a:cs typeface="Fira Sans"/>
                <a:sym typeface="Fira Sans"/>
              </a:rPr>
              <a:t>       A  B  C  D  E  F  G  H  I  J  K  L</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Ash           [[1  0  1  0  0  1  1  1  0  0  0  0]      (A, C, F, G, H)</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Aspen        [0  0  0  1  0  1  0  1  0  1  0  1]      (D, F, H, J, L)</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Butternut  [1  1  0  1  0  0  1  0  0  0  0  1]      (A, B, D, G, L)</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Cherry       [1  0  0  1  1  0  0  1  0  0  1  0]      (A, D, E, H, K)</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Elm            [1  0  1  0  0  0  0  0  1  0  1  1]      (A, C, I, K, L)</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Fir              [0  1  0  1  0  1  0  0  1  0  1  0]      (B, D, F, I, K)</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Ginkgo       [1  0  1  0  0  1  1  0  0  0  1  1]      (A, C, F, G, K, L)</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Hickory      [0  1  1  0  1  0  0  1  0  0  1  0]      (B, C, E, H, K)</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Katsura      [1  0  1  0  0  0  0  0  1  0  0  1]     (A, C, I, L)</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Magnolia    [1  1  0  0  0  1  0  0  1  1  0  0]     (A, B, F, I, J)</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Oak             [0  0  1  0  1  0  1  0  0  1  0  1]    (C, E, G, J, L)</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Pine            [0  1  0  0  1  0  0  0  1  0  0  1]    (B, E, I, L)</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Redwood    [0  1  1  0  1  1  1  1  0  1  1  0]     (B, C, E, F, G, H, J, K)</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Sassafras    [0  1  0  1  0  1  0  0  1  1  1  1]     (B, D, F, I, J, K, L)</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Spruce        [0  0  0  1  0  1  1  0  1  0  0  1]    (D, F, G, I, L)</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Teak            [1  0  0  1  0  0  0  0  0  0  1  1]    (A, D, K, L)</a:t>
            </a:r>
            <a:endParaRPr sz="1100">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sz="1100">
                <a:solidFill>
                  <a:schemeClr val="dk1"/>
                </a:solidFill>
                <a:latin typeface="Fira Sans"/>
                <a:ea typeface="Fira Sans"/>
                <a:cs typeface="Fira Sans"/>
                <a:sym typeface="Fira Sans"/>
              </a:rPr>
              <a:t>Willow        [0  1  0  0  1  0  0  1  0  1  0  0]]   (B, E, H, J)</a:t>
            </a:r>
            <a:endParaRPr sz="1100">
              <a:solidFill>
                <a:schemeClr val="dk1"/>
              </a:solidFill>
              <a:latin typeface="Fira Sans"/>
              <a:ea typeface="Fira Sans"/>
              <a:cs typeface="Fira Sans"/>
              <a:sym typeface="Fira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7" name="Shape 4317"/>
        <p:cNvGrpSpPr/>
        <p:nvPr/>
      </p:nvGrpSpPr>
      <p:grpSpPr>
        <a:xfrm>
          <a:off x="0" y="0"/>
          <a:ext cx="0" cy="0"/>
          <a:chOff x="0" y="0"/>
          <a:chExt cx="0" cy="0"/>
        </a:xfrm>
      </p:grpSpPr>
      <p:sp>
        <p:nvSpPr>
          <p:cNvPr id="4318" name="Google Shape;4318;p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Term-Document Results</a:t>
            </a:r>
            <a:endParaRPr/>
          </a:p>
        </p:txBody>
      </p:sp>
      <p:sp>
        <p:nvSpPr>
          <p:cNvPr id="4319" name="Google Shape;4319;p62"/>
          <p:cNvSpPr txBox="1"/>
          <p:nvPr>
            <p:ph idx="1" type="body"/>
          </p:nvPr>
        </p:nvSpPr>
        <p:spPr>
          <a:xfrm>
            <a:off x="720000" y="1165494"/>
            <a:ext cx="7704000" cy="343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Keywords per page:</a:t>
            </a:r>
            <a:endParaRPr/>
          </a:p>
          <a:p>
            <a:pPr indent="0" lvl="0" marL="0" rtl="0" algn="l">
              <a:spcBef>
                <a:spcPts val="0"/>
              </a:spcBef>
              <a:spcAft>
                <a:spcPts val="0"/>
              </a:spcAft>
              <a:buNone/>
            </a:pPr>
            <a:r>
              <a:rPr lang="en"/>
              <a:t>  A (Trees For All): Ash, Butternut, Cherry, Elm, Ginkgo, Katsura, Magnolia, Teak</a:t>
            </a:r>
            <a:endParaRPr/>
          </a:p>
          <a:p>
            <a:pPr indent="0" lvl="0" marL="0" rtl="0" algn="l">
              <a:spcBef>
                <a:spcPts val="0"/>
              </a:spcBef>
              <a:spcAft>
                <a:spcPts val="0"/>
              </a:spcAft>
              <a:buNone/>
            </a:pPr>
            <a:r>
              <a:rPr lang="en"/>
              <a:t>  B (The Weeping Willow): Butternut, Fir, Hickory, Magnolia, Pine, Redwood, Sassafras, Willow</a:t>
            </a:r>
            <a:endParaRPr/>
          </a:p>
          <a:p>
            <a:pPr indent="0" lvl="0" marL="0" rtl="0" algn="l">
              <a:spcBef>
                <a:spcPts val="0"/>
              </a:spcBef>
              <a:spcAft>
                <a:spcPts val="0"/>
              </a:spcAft>
              <a:buNone/>
            </a:pPr>
            <a:r>
              <a:rPr lang="en"/>
              <a:t>  C (Leaf Fall): Ash, Elm, Ginkgo, Hickory, Katsura, Oak, Redwood</a:t>
            </a:r>
            <a:endParaRPr/>
          </a:p>
          <a:p>
            <a:pPr indent="0" lvl="0" marL="0" rtl="0" algn="l">
              <a:spcBef>
                <a:spcPts val="0"/>
              </a:spcBef>
              <a:spcAft>
                <a:spcPts val="0"/>
              </a:spcAft>
              <a:buNone/>
            </a:pPr>
            <a:r>
              <a:rPr lang="en"/>
              <a:t>  D (Shady Place): Aspen, Butternut, Cherry, Fir, Sassafras, Spruce, Teak</a:t>
            </a:r>
            <a:endParaRPr/>
          </a:p>
          <a:p>
            <a:pPr indent="0" lvl="0" marL="0" rtl="0" algn="l">
              <a:spcBef>
                <a:spcPts val="0"/>
              </a:spcBef>
              <a:spcAft>
                <a:spcPts val="0"/>
              </a:spcAft>
              <a:buNone/>
            </a:pPr>
            <a:r>
              <a:rPr lang="en"/>
              <a:t>  E (The Prickly Pine): Cherry, Hickory, Oak, Pine, Redwood, Willow</a:t>
            </a:r>
            <a:endParaRPr/>
          </a:p>
          <a:p>
            <a:pPr indent="0" lvl="0" marL="0" rtl="0" algn="l">
              <a:spcBef>
                <a:spcPts val="0"/>
              </a:spcBef>
              <a:spcAft>
                <a:spcPts val="0"/>
              </a:spcAft>
              <a:buNone/>
            </a:pPr>
            <a:r>
              <a:rPr lang="en"/>
              <a:t>  F (Good Wood): Ash, Aspen, Fir, Ginkgo, Magnolia, Redwood, Sassafras, Spruce</a:t>
            </a:r>
            <a:endParaRPr/>
          </a:p>
          <a:p>
            <a:pPr indent="0" lvl="0" marL="0" rtl="0" algn="l">
              <a:spcBef>
                <a:spcPts val="0"/>
              </a:spcBef>
              <a:spcAft>
                <a:spcPts val="0"/>
              </a:spcAft>
              <a:buNone/>
            </a:pPr>
            <a:r>
              <a:rPr lang="en"/>
              <a:t>  G (Lumber Jack Man): Ash, Butternut, Ginkgo, Oak, Redwood, Spruce</a:t>
            </a:r>
            <a:endParaRPr/>
          </a:p>
          <a:p>
            <a:pPr indent="0" lvl="0" marL="0" rtl="0" algn="l">
              <a:spcBef>
                <a:spcPts val="0"/>
              </a:spcBef>
              <a:spcAft>
                <a:spcPts val="0"/>
              </a:spcAft>
              <a:buNone/>
            </a:pPr>
            <a:r>
              <a:rPr lang="en"/>
              <a:t>  H (Timber!): Ash, Aspen, Cherry, Hickory, Redwood, Willow</a:t>
            </a:r>
            <a:endParaRPr/>
          </a:p>
          <a:p>
            <a:pPr indent="0" lvl="0" marL="0" rtl="0" algn="l">
              <a:spcBef>
                <a:spcPts val="0"/>
              </a:spcBef>
              <a:spcAft>
                <a:spcPts val="0"/>
              </a:spcAft>
              <a:buNone/>
            </a:pPr>
            <a:r>
              <a:rPr lang="en"/>
              <a:t>  I (Fine Grains): Elm, Fir, Katsura, Magnolia, Pine, Sassafras, Spruce</a:t>
            </a:r>
            <a:endParaRPr/>
          </a:p>
          <a:p>
            <a:pPr indent="0" lvl="0" marL="0" rtl="0" algn="l">
              <a:spcBef>
                <a:spcPts val="0"/>
              </a:spcBef>
              <a:spcAft>
                <a:spcPts val="0"/>
              </a:spcAft>
              <a:buNone/>
            </a:pPr>
            <a:r>
              <a:rPr lang="en"/>
              <a:t>  J (The Warped Board): Aspen, Magnolia, Oak, Redwood, Sassafras, Willow</a:t>
            </a:r>
            <a:endParaRPr/>
          </a:p>
          <a:p>
            <a:pPr indent="0" lvl="0" marL="0" rtl="0" algn="l">
              <a:spcBef>
                <a:spcPts val="0"/>
              </a:spcBef>
              <a:spcAft>
                <a:spcPts val="0"/>
              </a:spcAft>
              <a:buNone/>
            </a:pPr>
            <a:r>
              <a:rPr lang="en"/>
              <a:t>  K (Evergreen Plants): Cherry, Elm, Fir, Ginkgo, Hickory, Redwood, Sassafras, Teak</a:t>
            </a:r>
            <a:endParaRPr/>
          </a:p>
          <a:p>
            <a:pPr indent="0" lvl="0" marL="0" rtl="0" algn="l">
              <a:spcBef>
                <a:spcPts val="0"/>
              </a:spcBef>
              <a:spcAft>
                <a:spcPts val="0"/>
              </a:spcAft>
              <a:buNone/>
            </a:pPr>
            <a:r>
              <a:rPr lang="en"/>
              <a:t>  L (Sappy Planks): Aspen, Butternut, Elm, Ginkgo, Katsura, Oak, Pine, Sassafras, Spruce, Teak</a:t>
            </a:r>
            <a:endParaRPr/>
          </a:p>
        </p:txBody>
      </p:sp>
      <p:sp>
        <p:nvSpPr>
          <p:cNvPr id="4320" name="Google Shape;4320;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4" name="Shape 4324"/>
        <p:cNvGrpSpPr/>
        <p:nvPr/>
      </p:nvGrpSpPr>
      <p:grpSpPr>
        <a:xfrm>
          <a:off x="0" y="0"/>
          <a:ext cx="0" cy="0"/>
          <a:chOff x="0" y="0"/>
          <a:chExt cx="0" cy="0"/>
        </a:xfrm>
      </p:grpSpPr>
      <p:sp>
        <p:nvSpPr>
          <p:cNvPr id="4325" name="Google Shape;4325;p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Term-Document Matrix Heatmap</a:t>
            </a:r>
            <a:endParaRPr/>
          </a:p>
        </p:txBody>
      </p:sp>
      <p:sp>
        <p:nvSpPr>
          <p:cNvPr id="4326" name="Google Shape;4326;p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327" name="Google Shape;4327;p63" title="Screenshot 2026-03-20 at 1.24.29 PM.png"/>
          <p:cNvPicPr preferRelativeResize="0"/>
          <p:nvPr/>
        </p:nvPicPr>
        <p:blipFill>
          <a:blip r:embed="rId3">
            <a:alphaModFix/>
          </a:blip>
          <a:stretch>
            <a:fillRect/>
          </a:stretch>
        </p:blipFill>
        <p:spPr>
          <a:xfrm>
            <a:off x="1347438" y="1084450"/>
            <a:ext cx="6449137" cy="405905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1" name="Shape 4331"/>
        <p:cNvGrpSpPr/>
        <p:nvPr/>
      </p:nvGrpSpPr>
      <p:grpSpPr>
        <a:xfrm>
          <a:off x="0" y="0"/>
          <a:ext cx="0" cy="0"/>
          <a:chOff x="0" y="0"/>
          <a:chExt cx="0" cy="0"/>
        </a:xfrm>
      </p:grpSpPr>
      <p:sp>
        <p:nvSpPr>
          <p:cNvPr id="4332" name="Google Shape;4332;p64"/>
          <p:cNvSpPr txBox="1"/>
          <p:nvPr>
            <p:ph type="title"/>
          </p:nvPr>
        </p:nvSpPr>
        <p:spPr>
          <a:xfrm>
            <a:off x="3148350" y="2161875"/>
            <a:ext cx="5067600" cy="151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The Search Queries</a:t>
            </a:r>
            <a:endParaRPr/>
          </a:p>
        </p:txBody>
      </p:sp>
      <p:sp>
        <p:nvSpPr>
          <p:cNvPr id="4333" name="Google Shape;4333;p6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34" name="Google Shape;4334;p64"/>
          <p:cNvSpPr txBox="1"/>
          <p:nvPr>
            <p:ph idx="2" type="title"/>
          </p:nvPr>
        </p:nvSpPr>
        <p:spPr>
          <a:xfrm>
            <a:off x="6563850" y="1095225"/>
            <a:ext cx="1652100" cy="915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06</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8" name="Shape 4338"/>
        <p:cNvGrpSpPr/>
        <p:nvPr/>
      </p:nvGrpSpPr>
      <p:grpSpPr>
        <a:xfrm>
          <a:off x="0" y="0"/>
          <a:ext cx="0" cy="0"/>
          <a:chOff x="0" y="0"/>
          <a:chExt cx="0" cy="0"/>
        </a:xfrm>
      </p:grpSpPr>
      <p:sp>
        <p:nvSpPr>
          <p:cNvPr id="4339" name="Google Shape;4339;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Formulating Query Vector </a:t>
            </a:r>
            <a:endParaRPr/>
          </a:p>
        </p:txBody>
      </p:sp>
      <p:sp>
        <p:nvSpPr>
          <p:cNvPr id="4340" name="Google Shape;4340;p65"/>
          <p:cNvSpPr txBox="1"/>
          <p:nvPr>
            <p:ph idx="1" type="body"/>
          </p:nvPr>
        </p:nvSpPr>
        <p:spPr>
          <a:xfrm>
            <a:off x="720000" y="1165494"/>
            <a:ext cx="7704000" cy="358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The process for every query</a:t>
            </a:r>
            <a:r>
              <a:rPr lang="en"/>
              <a:t>:</a:t>
            </a:r>
            <a:endParaRPr/>
          </a:p>
          <a:p>
            <a:pPr indent="-317500" lvl="0" marL="457200" rtl="0" algn="l">
              <a:spcBef>
                <a:spcPts val="0"/>
              </a:spcBef>
              <a:spcAft>
                <a:spcPts val="0"/>
              </a:spcAft>
              <a:buSzPts val="1400"/>
              <a:buAutoNum type="arabicPeriod"/>
            </a:pPr>
            <a:r>
              <a:rPr lang="en"/>
              <a:t>Build query vector q → length 17, one entry per keyword</a:t>
            </a:r>
            <a:endParaRPr/>
          </a:p>
          <a:p>
            <a:pPr indent="-317500" lvl="0" marL="457200" rtl="0" algn="l">
              <a:spcBef>
                <a:spcPts val="0"/>
              </a:spcBef>
              <a:spcAft>
                <a:spcPts val="0"/>
              </a:spcAft>
              <a:buSzPts val="1400"/>
              <a:buAutoNum type="arabicPeriod"/>
            </a:pPr>
            <a:r>
              <a:rPr lang="en"/>
              <a:t>Compute </a:t>
            </a:r>
            <a:r>
              <a:rPr lang="en"/>
              <a:t>d = T</a:t>
            </a:r>
            <a:r>
              <a:rPr baseline="30000" lang="en"/>
              <a:t>T</a:t>
            </a:r>
            <a:r>
              <a:rPr lang="en"/>
              <a:t>q → 12 element responsiveness vector</a:t>
            </a:r>
            <a:endParaRPr/>
          </a:p>
          <a:p>
            <a:pPr indent="-317500" lvl="0" marL="457200" rtl="0" algn="l">
              <a:spcBef>
                <a:spcPts val="0"/>
              </a:spcBef>
              <a:spcAft>
                <a:spcPts val="0"/>
              </a:spcAft>
              <a:buSzPts val="1400"/>
              <a:buAutoNum type="arabicPeriod"/>
            </a:pPr>
            <a:r>
              <a:rPr lang="en"/>
              <a:t>Apply Boolean logic to determine responsive set</a:t>
            </a:r>
            <a:endParaRPr/>
          </a:p>
          <a:p>
            <a:pPr indent="-317500" lvl="0" marL="457200" rtl="0" algn="l">
              <a:spcBef>
                <a:spcPts val="0"/>
              </a:spcBef>
              <a:spcAft>
                <a:spcPts val="0"/>
              </a:spcAft>
              <a:buSzPts val="1400"/>
              <a:buAutoNum type="arabicPeriod"/>
            </a:pPr>
            <a:r>
              <a:rPr lang="en"/>
              <a:t>Sort responsive pages by G̃</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t>There are four query types</a:t>
            </a:r>
            <a:r>
              <a:rPr lang="en"/>
              <a:t>:</a:t>
            </a:r>
            <a:endParaRPr/>
          </a:p>
          <a:p>
            <a:pPr indent="0" lvl="0" marL="0" rtl="0" algn="l">
              <a:spcBef>
                <a:spcPts val="0"/>
              </a:spcBef>
              <a:spcAft>
                <a:spcPts val="0"/>
              </a:spcAft>
              <a:buNone/>
            </a:pPr>
            <a:r>
              <a:rPr b="1" lang="en"/>
              <a:t>SINGLE</a:t>
            </a:r>
            <a:r>
              <a:rPr lang="en"/>
              <a:t> → Page contains the keyword (d[p] &gt; 0)</a:t>
            </a:r>
            <a:endParaRPr/>
          </a:p>
          <a:p>
            <a:pPr indent="0" lvl="0" marL="0" rtl="0" algn="l">
              <a:spcBef>
                <a:spcPts val="0"/>
              </a:spcBef>
              <a:spcAft>
                <a:spcPts val="0"/>
              </a:spcAft>
              <a:buNone/>
            </a:pPr>
            <a:r>
              <a:rPr b="1" lang="en"/>
              <a:t>AND</a:t>
            </a:r>
            <a:r>
              <a:rPr lang="en"/>
              <a:t> → Page contains all query terms (d[p] == number of terms)</a:t>
            </a:r>
            <a:br>
              <a:rPr lang="en"/>
            </a:br>
            <a:r>
              <a:rPr b="1" lang="en"/>
              <a:t>OR</a:t>
            </a:r>
            <a:r>
              <a:rPr lang="en"/>
              <a:t> → Page contains at least one term (d[p] ≥ 1)</a:t>
            </a:r>
            <a:br>
              <a:rPr lang="en"/>
            </a:br>
            <a:r>
              <a:rPr b="1" lang="en"/>
              <a:t>OR NOT</a:t>
            </a:r>
            <a:r>
              <a:rPr lang="en"/>
              <a:t> → Page has term A and not term B (T[A][p] == 1 and T[B][p] == 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r>
              <a:rPr lang="en"/>
              <a:t>q acts as a filter, activating only the rows in T that correspond to the search terms]</a:t>
            </a:r>
            <a:endParaRPr/>
          </a:p>
        </p:txBody>
      </p:sp>
      <p:sp>
        <p:nvSpPr>
          <p:cNvPr id="4341" name="Google Shape;4341;p6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5" name="Shape 4345"/>
        <p:cNvGrpSpPr/>
        <p:nvPr/>
      </p:nvGrpSpPr>
      <p:grpSpPr>
        <a:xfrm>
          <a:off x="0" y="0"/>
          <a:ext cx="0" cy="0"/>
          <a:chOff x="0" y="0"/>
          <a:chExt cx="0" cy="0"/>
        </a:xfrm>
      </p:grpSpPr>
      <p:sp>
        <p:nvSpPr>
          <p:cNvPr id="4346" name="Google Shape;4346;p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Identifying Responsive Pages</a:t>
            </a:r>
            <a:endParaRPr/>
          </a:p>
        </p:txBody>
      </p:sp>
      <p:sp>
        <p:nvSpPr>
          <p:cNvPr id="4347" name="Google Shape;4347;p66"/>
          <p:cNvSpPr txBox="1"/>
          <p:nvPr>
            <p:ph idx="1" type="body"/>
          </p:nvPr>
        </p:nvSpPr>
        <p:spPr>
          <a:xfrm>
            <a:off x="720000" y="1165500"/>
            <a:ext cx="7704000" cy="109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The projection equation</a:t>
            </a:r>
            <a:r>
              <a:rPr lang="en"/>
              <a:t> → </a:t>
            </a:r>
            <a:r>
              <a:rPr lang="en"/>
              <a:t>d</a:t>
            </a:r>
            <a:r>
              <a:rPr baseline="30000" lang="en"/>
              <a:t>T</a:t>
            </a:r>
            <a:r>
              <a:rPr lang="en"/>
              <a:t> = q</a:t>
            </a:r>
            <a:r>
              <a:rPr baseline="30000" lang="en"/>
              <a:t>T</a:t>
            </a:r>
            <a:r>
              <a:rPr lang="en"/>
              <a:t>T (or d = T</a:t>
            </a:r>
            <a:r>
              <a:rPr baseline="30000" lang="en"/>
              <a:t>T</a:t>
            </a:r>
            <a:r>
              <a:rPr lang="en"/>
              <a:t>q by taking transpose of both sides)</a:t>
            </a:r>
            <a:endParaRPr/>
          </a:p>
          <a:p>
            <a:pPr indent="0" lvl="0" marL="0" rtl="0" algn="l">
              <a:spcBef>
                <a:spcPts val="0"/>
              </a:spcBef>
              <a:spcAft>
                <a:spcPts val="0"/>
              </a:spcAft>
              <a:buNone/>
            </a:pPr>
            <a:r>
              <a:rPr lang="en"/>
              <a:t>T</a:t>
            </a:r>
            <a:r>
              <a:rPr lang="en"/>
              <a:t>he resulting vector </a:t>
            </a:r>
            <a:r>
              <a:rPr lang="en"/>
              <a:t>d</a:t>
            </a:r>
            <a:r>
              <a:rPr baseline="30000" lang="en"/>
              <a:t> </a:t>
            </a:r>
            <a:r>
              <a:rPr lang="en"/>
              <a:t>gives us 1 if responsive, 0 if not. The final sorting </a:t>
            </a:r>
            <a:r>
              <a:rPr lang="en"/>
              <a:t>algorithm</a:t>
            </a:r>
            <a:r>
              <a:rPr lang="en"/>
              <a:t> takes the set of pages where d</a:t>
            </a:r>
            <a:r>
              <a:rPr baseline="-25000" lang="en"/>
              <a:t>i</a:t>
            </a:r>
            <a:r>
              <a:rPr lang="en"/>
              <a:t> &gt; 0 (responsive) and sort them in descending order based strictly on their corresponding π</a:t>
            </a:r>
            <a:r>
              <a:rPr baseline="-25000" lang="en"/>
              <a:t>i</a:t>
            </a:r>
            <a:r>
              <a:rPr lang="en"/>
              <a:t> values from </a:t>
            </a:r>
            <a:r>
              <a:rPr lang="en"/>
              <a:t>G̃. Relevance filters the pool and PageRank sorts it. </a:t>
            </a:r>
            <a:endParaRPr/>
          </a:p>
        </p:txBody>
      </p:sp>
      <p:sp>
        <p:nvSpPr>
          <p:cNvPr id="4348" name="Google Shape;4348;p6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49" name="Google Shape;4349;p66"/>
          <p:cNvSpPr txBox="1"/>
          <p:nvPr/>
        </p:nvSpPr>
        <p:spPr>
          <a:xfrm>
            <a:off x="754400" y="2211675"/>
            <a:ext cx="4063500" cy="288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u="sng">
                <a:solidFill>
                  <a:schemeClr val="dk1"/>
                </a:solidFill>
                <a:latin typeface="Fira Sans"/>
                <a:ea typeface="Fira Sans"/>
                <a:cs typeface="Fira Sans"/>
                <a:sym typeface="Fira Sans"/>
              </a:rPr>
              <a:t>Query 1: “Elm”</a:t>
            </a:r>
            <a:r>
              <a:rPr lang="en">
                <a:solidFill>
                  <a:schemeClr val="dk1"/>
                </a:solidFill>
                <a:latin typeface="Fira Sans"/>
                <a:ea typeface="Fira Sans"/>
                <a:cs typeface="Fira Sans"/>
                <a:sym typeface="Fira Sans"/>
              </a:rPr>
              <a:t>: </a:t>
            </a:r>
            <a:endParaRPr>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a:solidFill>
                  <a:schemeClr val="dk1"/>
                </a:solidFill>
                <a:latin typeface="Fira Sans"/>
                <a:ea typeface="Fira Sans"/>
                <a:cs typeface="Fira Sans"/>
                <a:sym typeface="Fira Sans"/>
              </a:rPr>
              <a:t>Query vector q has a 1 only at the index of 'Elm'.</a:t>
            </a:r>
            <a:endParaRPr>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a:solidFill>
                  <a:schemeClr val="dk1"/>
                </a:solidFill>
                <a:latin typeface="Fira Sans"/>
                <a:ea typeface="Fira Sans"/>
                <a:cs typeface="Fira Sans"/>
                <a:sym typeface="Fira Sans"/>
              </a:rPr>
              <a:t>d = T</a:t>
            </a:r>
            <a:r>
              <a:rPr baseline="30000" lang="en">
                <a:solidFill>
                  <a:schemeClr val="dk1"/>
                </a:solidFill>
                <a:latin typeface="Fira Sans"/>
                <a:ea typeface="Fira Sans"/>
                <a:cs typeface="Fira Sans"/>
                <a:sym typeface="Fira Sans"/>
              </a:rPr>
              <a:t>T</a:t>
            </a:r>
            <a:r>
              <a:rPr lang="en">
                <a:solidFill>
                  <a:schemeClr val="dk1"/>
                </a:solidFill>
                <a:latin typeface="Fira Sans"/>
                <a:ea typeface="Fira Sans"/>
                <a:cs typeface="Fira Sans"/>
                <a:sym typeface="Fira Sans"/>
              </a:rPr>
              <a:t>q  →  d[p] = 1 if 'Elm' is on page p, else 0.</a:t>
            </a:r>
            <a:endParaRPr>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a:solidFill>
                  <a:schemeClr val="dk1"/>
                </a:solidFill>
                <a:latin typeface="Fira Sans"/>
                <a:ea typeface="Fira Sans"/>
                <a:cs typeface="Fira Sans"/>
                <a:sym typeface="Fira Sans"/>
              </a:rPr>
              <a:t>Responsive set: pages where d[p] &gt; 0</a:t>
            </a:r>
            <a:endParaRPr>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t/>
            </a:r>
            <a:endParaRPr>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a:solidFill>
                  <a:schemeClr val="dk1"/>
                </a:solidFill>
                <a:latin typeface="Fira Sans"/>
                <a:ea typeface="Fira Sans"/>
                <a:cs typeface="Fira Sans"/>
                <a:sym typeface="Fira Sans"/>
              </a:rPr>
              <a:t>d = T</a:t>
            </a:r>
            <a:r>
              <a:rPr baseline="30000" lang="en">
                <a:solidFill>
                  <a:schemeClr val="dk1"/>
                </a:solidFill>
                <a:latin typeface="Fira Sans"/>
                <a:ea typeface="Fira Sans"/>
                <a:cs typeface="Fira Sans"/>
                <a:sym typeface="Fira Sans"/>
              </a:rPr>
              <a:t>T</a:t>
            </a:r>
            <a:r>
              <a:rPr lang="en">
                <a:solidFill>
                  <a:schemeClr val="dk1"/>
                </a:solidFill>
                <a:latin typeface="Fira Sans"/>
                <a:ea typeface="Fira Sans"/>
                <a:cs typeface="Fira Sans"/>
                <a:sym typeface="Fira Sans"/>
              </a:rPr>
              <a:t>q  (responsiveness scores):</a:t>
            </a:r>
            <a:endParaRPr>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a:solidFill>
                  <a:schemeClr val="dk1"/>
                </a:solidFill>
                <a:latin typeface="Fira Sans"/>
                <a:ea typeface="Fira Sans"/>
                <a:cs typeface="Fira Sans"/>
                <a:sym typeface="Fira Sans"/>
              </a:rPr>
              <a:t>Page A: d = 1  ← responsive</a:t>
            </a:r>
            <a:endParaRPr>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a:solidFill>
                  <a:schemeClr val="dk1"/>
                </a:solidFill>
                <a:latin typeface="Fira Sans"/>
                <a:ea typeface="Fira Sans"/>
                <a:cs typeface="Fira Sans"/>
                <a:sym typeface="Fira Sans"/>
              </a:rPr>
              <a:t>Page C: d = 1  ← responsive</a:t>
            </a:r>
            <a:endParaRPr>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a:solidFill>
                  <a:schemeClr val="dk1"/>
                </a:solidFill>
                <a:latin typeface="Fira Sans"/>
                <a:ea typeface="Fira Sans"/>
                <a:cs typeface="Fira Sans"/>
                <a:sym typeface="Fira Sans"/>
              </a:rPr>
              <a:t>Page I: d = 1  ← responsive</a:t>
            </a:r>
            <a:endParaRPr>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a:solidFill>
                  <a:schemeClr val="dk1"/>
                </a:solidFill>
                <a:latin typeface="Fira Sans"/>
                <a:ea typeface="Fira Sans"/>
                <a:cs typeface="Fira Sans"/>
                <a:sym typeface="Fira Sans"/>
              </a:rPr>
              <a:t>Page K: d = 1  ← responsive</a:t>
            </a:r>
            <a:endParaRPr>
              <a:solidFill>
                <a:schemeClr val="dk1"/>
              </a:solidFill>
              <a:latin typeface="Fira Sans"/>
              <a:ea typeface="Fira Sans"/>
              <a:cs typeface="Fira Sans"/>
              <a:sym typeface="Fira Sans"/>
            </a:endParaRPr>
          </a:p>
          <a:p>
            <a:pPr indent="0" lvl="0" marL="0" rtl="0" algn="l">
              <a:lnSpc>
                <a:spcPct val="115000"/>
              </a:lnSpc>
              <a:spcBef>
                <a:spcPts val="0"/>
              </a:spcBef>
              <a:spcAft>
                <a:spcPts val="0"/>
              </a:spcAft>
              <a:buNone/>
            </a:pPr>
            <a:r>
              <a:rPr lang="en">
                <a:solidFill>
                  <a:schemeClr val="dk1"/>
                </a:solidFill>
                <a:latin typeface="Fira Sans"/>
                <a:ea typeface="Fira Sans"/>
                <a:cs typeface="Fira Sans"/>
                <a:sym typeface="Fira Sans"/>
              </a:rPr>
              <a:t>Page L: d = 1  ← responsive</a:t>
            </a:r>
            <a:endParaRPr>
              <a:solidFill>
                <a:schemeClr val="dk1"/>
              </a:solidFill>
              <a:latin typeface="Fira Sans"/>
              <a:ea typeface="Fira Sans"/>
              <a:cs typeface="Fira Sans"/>
              <a:sym typeface="Fira Sans"/>
            </a:endParaRPr>
          </a:p>
        </p:txBody>
      </p:sp>
      <p:sp>
        <p:nvSpPr>
          <p:cNvPr id="4350" name="Google Shape;4350;p66"/>
          <p:cNvSpPr txBox="1"/>
          <p:nvPr/>
        </p:nvSpPr>
        <p:spPr>
          <a:xfrm>
            <a:off x="5032075" y="2555575"/>
            <a:ext cx="3806100" cy="1937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Fira Sans"/>
                <a:ea typeface="Fira Sans"/>
                <a:cs typeface="Fira Sans"/>
                <a:sym typeface="Fira Sans"/>
              </a:rPr>
              <a:t>QUERY 1: SINGLE: Elm</a:t>
            </a:r>
            <a:endParaRPr b="1">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Result  Page      Title                         PageRank</a:t>
            </a:r>
            <a:endParaRPr>
              <a:solidFill>
                <a:schemeClr val="dk1"/>
              </a:solidFill>
              <a:latin typeface="Fira Sans"/>
              <a:ea typeface="Fira Sans"/>
              <a:cs typeface="Fira Sans"/>
              <a:sym typeface="Fira Sans"/>
            </a:endParaRPr>
          </a:p>
          <a:p>
            <a:pPr indent="0" lvl="0" marL="0" rtl="0" algn="l">
              <a:spcBef>
                <a:spcPts val="0"/>
              </a:spcBef>
              <a:spcAft>
                <a:spcPts val="0"/>
              </a:spcAft>
              <a:buNone/>
            </a:pPr>
            <a:r>
              <a:t/>
            </a:r>
            <a:endParaRPr>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  #1       A        Trees For All               0.105515</a:t>
            </a:r>
            <a:endParaRPr>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  #2       L        Sappy Planks              0.081375</a:t>
            </a:r>
            <a:endParaRPr>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  #3       K        Evergreen Plants       0.078004</a:t>
            </a:r>
            <a:endParaRPr>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  #4       I         Fine Grains                 0.055719</a:t>
            </a:r>
            <a:endParaRPr>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  #5       C         Leaf Fall                     0.024686</a:t>
            </a:r>
            <a:endParaRPr>
              <a:solidFill>
                <a:schemeClr val="dk1"/>
              </a:solidFill>
              <a:latin typeface="Fira Sans"/>
              <a:ea typeface="Fira Sans"/>
              <a:cs typeface="Fira Sans"/>
              <a:sym typeface="Fira Sans"/>
            </a:endParaRPr>
          </a:p>
          <a:p>
            <a:pPr indent="0" lvl="0" marL="0" rtl="0" algn="l">
              <a:spcBef>
                <a:spcPts val="0"/>
              </a:spcBef>
              <a:spcAft>
                <a:spcPts val="0"/>
              </a:spcAft>
              <a:buNone/>
            </a:pPr>
            <a:r>
              <a:t/>
            </a:r>
            <a:endParaRPr>
              <a:solidFill>
                <a:schemeClr val="dk1"/>
              </a:solidFill>
              <a:latin typeface="Fira Sans"/>
              <a:ea typeface="Fira Sans"/>
              <a:cs typeface="Fira Sans"/>
              <a:sym typeface="Fir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4" name="Shape 4354"/>
        <p:cNvGrpSpPr/>
        <p:nvPr/>
      </p:nvGrpSpPr>
      <p:grpSpPr>
        <a:xfrm>
          <a:off x="0" y="0"/>
          <a:ext cx="0" cy="0"/>
          <a:chOff x="0" y="0"/>
          <a:chExt cx="0" cy="0"/>
        </a:xfrm>
      </p:grpSpPr>
      <p:sp>
        <p:nvSpPr>
          <p:cNvPr id="4355" name="Google Shape;4355;p6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Queries</a:t>
            </a:r>
            <a:endParaRPr/>
          </a:p>
        </p:txBody>
      </p:sp>
      <p:sp>
        <p:nvSpPr>
          <p:cNvPr id="4356" name="Google Shape;4356;p67"/>
          <p:cNvSpPr txBox="1"/>
          <p:nvPr>
            <p:ph idx="1" type="body"/>
          </p:nvPr>
        </p:nvSpPr>
        <p:spPr>
          <a:xfrm>
            <a:off x="720000" y="1165501"/>
            <a:ext cx="7704000" cy="32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Following the process from the last slide, 3 more queries were completed with the following results as shown below.  </a:t>
            </a:r>
            <a:endParaRPr/>
          </a:p>
        </p:txBody>
      </p:sp>
      <p:sp>
        <p:nvSpPr>
          <p:cNvPr id="4357" name="Google Shape;4357;p6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358" name="Google Shape;4358;p67" title="Screenshot 2026-03-20 at 2.16.36 PM.png"/>
          <p:cNvPicPr preferRelativeResize="0"/>
          <p:nvPr/>
        </p:nvPicPr>
        <p:blipFill>
          <a:blip r:embed="rId3">
            <a:alphaModFix/>
          </a:blip>
          <a:stretch>
            <a:fillRect/>
          </a:stretch>
        </p:blipFill>
        <p:spPr>
          <a:xfrm>
            <a:off x="152400" y="1935801"/>
            <a:ext cx="8839204" cy="281404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2" name="Shape 4362"/>
        <p:cNvGrpSpPr/>
        <p:nvPr/>
      </p:nvGrpSpPr>
      <p:grpSpPr>
        <a:xfrm>
          <a:off x="0" y="0"/>
          <a:ext cx="0" cy="0"/>
          <a:chOff x="0" y="0"/>
          <a:chExt cx="0" cy="0"/>
        </a:xfrm>
      </p:grpSpPr>
      <p:sp>
        <p:nvSpPr>
          <p:cNvPr id="4363" name="Google Shape;4363;p68"/>
          <p:cNvSpPr txBox="1"/>
          <p:nvPr>
            <p:ph type="title"/>
          </p:nvPr>
        </p:nvSpPr>
        <p:spPr>
          <a:xfrm>
            <a:off x="1284000" y="1497325"/>
            <a:ext cx="6576000" cy="1276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4364" name="Google Shape;4364;p6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Linear Algebra - Mathematics - 12th Grade by Slidesgo">
  <a:themeElements>
    <a:clrScheme name="Simple Light">
      <a:dk1>
        <a:srgbClr val="303C50"/>
      </a:dk1>
      <a:lt1>
        <a:srgbClr val="FCF8E3"/>
      </a:lt1>
      <a:dk2>
        <a:srgbClr val="556A8E"/>
      </a:dk2>
      <a:lt2>
        <a:srgbClr val="BBC3D2"/>
      </a:lt2>
      <a:accent1>
        <a:srgbClr val="F4A4BE"/>
      </a:accent1>
      <a:accent2>
        <a:srgbClr val="EECCD6"/>
      </a:accent2>
      <a:accent3>
        <a:srgbClr val="FFE471"/>
      </a:accent3>
      <a:accent4>
        <a:srgbClr val="FFF3C0"/>
      </a:accent4>
      <a:accent5>
        <a:srgbClr val="FFFFFF"/>
      </a:accent5>
      <a:accent6>
        <a:srgbClr val="FFFFFF"/>
      </a:accent6>
      <a:hlink>
        <a:srgbClr val="303C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